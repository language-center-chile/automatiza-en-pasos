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cc3152b670471f" /><Relationship Type="http://schemas.openxmlformats.org/officeDocument/2006/relationships/extended-properties" Target="/docProps/app.xml" Id="R36c4166cb74747ba" /><Relationship Type="http://schemas.openxmlformats.org/officeDocument/2006/relationships/officeDocument" Target="/ppt/presentation.xml" Id="Rb7fea817953743fc" /></Relationships>
</file>

<file path=ppt/presentation.xml><?xml version="1.0" encoding="utf-8"?>
<p:presentation xmlns:p="http://schemas.openxmlformats.org/presentationml/2006/main">
  <p:sldMasterIdLst>
    <p:sldMasterId xmlns:r="http://schemas.openxmlformats.org/officeDocument/2006/relationships" id="2147483648" r:id="R032f3b4f8b2447b7"/>
  </p:sldMasterIdLst>
  <p:notesMasterIdLst>
    <p:notesMasterId xmlns:r="http://schemas.openxmlformats.org/officeDocument/2006/relationships" r:id="R14976bd99bbc4e64"/>
  </p:notesMasterIdLst>
  <p:sldIdLst>
    <p:sldId xmlns:r="http://schemas.openxmlformats.org/officeDocument/2006/relationships" id="256" r:id="Re73edcc8a4f8470f"/>
    <p:sldId xmlns:r="http://schemas.openxmlformats.org/officeDocument/2006/relationships" id="257" r:id="R2d995e8d2ee94d6d"/>
    <p:sldId xmlns:r="http://schemas.openxmlformats.org/officeDocument/2006/relationships" id="258" r:id="R86bcce819e484e6a"/>
    <p:sldId xmlns:r="http://schemas.openxmlformats.org/officeDocument/2006/relationships" id="259" r:id="R2b82d791d6534888"/>
    <p:sldId xmlns:r="http://schemas.openxmlformats.org/officeDocument/2006/relationships" id="260" r:id="R9f8d0bc1b7004b47"/>
    <p:sldId xmlns:r="http://schemas.openxmlformats.org/officeDocument/2006/relationships" id="261" r:id="R65e19e2646bc46c7"/>
    <p:sldId xmlns:r="http://schemas.openxmlformats.org/officeDocument/2006/relationships" id="262" r:id="R5a236e5637bf43af"/>
    <p:sldId xmlns:r="http://schemas.openxmlformats.org/officeDocument/2006/relationships" id="263" r:id="R77a8bc3a65dc4a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725b0e1b904c62" /><Relationship Type="http://schemas.openxmlformats.org/officeDocument/2006/relationships/slideMaster" Target="/ppt/slideMasters/slideMaster1.xml" Id="R032f3b4f8b2447b7" /><Relationship Type="http://schemas.openxmlformats.org/officeDocument/2006/relationships/notesMaster" Target="/ppt/notesMasters/notesMaster1.xml" Id="R14976bd99bbc4e64" /><Relationship Type="http://schemas.openxmlformats.org/officeDocument/2006/relationships/presProps" Target="/ppt/presProps.xml" Id="R90452203ba2842db" /><Relationship Type="http://schemas.openxmlformats.org/officeDocument/2006/relationships/tableStyles" Target="/ppt/tableStyles.xml" Id="Rba287a415e6f4bce" /><Relationship Type="http://schemas.openxmlformats.org/officeDocument/2006/relationships/slide" Target="/ppt/slides/slide1.xml" Id="Re73edcc8a4f8470f" /><Relationship Type="http://schemas.openxmlformats.org/officeDocument/2006/relationships/slide" Target="/ppt/slides/slide2.xml" Id="R2d995e8d2ee94d6d" /><Relationship Type="http://schemas.openxmlformats.org/officeDocument/2006/relationships/slide" Target="/ppt/slides/slide3.xml" Id="R86bcce819e484e6a" /><Relationship Type="http://schemas.openxmlformats.org/officeDocument/2006/relationships/slide" Target="/ppt/slides/slide4.xml" Id="R2b82d791d6534888" /><Relationship Type="http://schemas.openxmlformats.org/officeDocument/2006/relationships/slide" Target="/ppt/slides/slide5.xml" Id="R9f8d0bc1b7004b47" /><Relationship Type="http://schemas.openxmlformats.org/officeDocument/2006/relationships/slide" Target="/ppt/slides/slide6.xml" Id="R65e19e2646bc46c7" /><Relationship Type="http://schemas.openxmlformats.org/officeDocument/2006/relationships/slide" Target="/ppt/slides/slide7.xml" Id="R5a236e5637bf43af" /><Relationship Type="http://schemas.openxmlformats.org/officeDocument/2006/relationships/slide" Target="/ppt/slides/slide8.xml" Id="R77a8bc3a65dc4a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960d8c70f446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516e93544d405b" /><Relationship Type="http://schemas.openxmlformats.org/officeDocument/2006/relationships/notesMaster" Target="/ppt/notesMasters/notesMaster1.xml" Id="R962ea30980f442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05586c4a4e43eb" /><Relationship Type="http://schemas.openxmlformats.org/officeDocument/2006/relationships/notesMaster" Target="/ppt/notesMasters/notesMaster1.xml" Id="R29c6e1a4007d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7270c88015444e" /><Relationship Type="http://schemas.openxmlformats.org/officeDocument/2006/relationships/notesMaster" Target="/ppt/notesMasters/notesMaster1.xml" Id="R087ef2724a694e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0ab99a85894138" /><Relationship Type="http://schemas.openxmlformats.org/officeDocument/2006/relationships/notesMaster" Target="/ppt/notesMasters/notesMaster1.xml" Id="R73e861814ef54c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a7e9a7d9aa4011" /><Relationship Type="http://schemas.openxmlformats.org/officeDocument/2006/relationships/notesMaster" Target="/ppt/notesMasters/notesMaster1.xml" Id="R05328563bfcf4c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d6b13de02943b9" /><Relationship Type="http://schemas.openxmlformats.org/officeDocument/2006/relationships/notesMaster" Target="/ppt/notesMasters/notesMaster1.xml" Id="R9ac8c472115440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21e8769240427e" /><Relationship Type="http://schemas.openxmlformats.org/officeDocument/2006/relationships/notesMaster" Target="/ppt/notesMasters/notesMaster1.xml" Id="R800908cf203346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3a1ecf6b714dbf" /><Relationship Type="http://schemas.openxmlformats.org/officeDocument/2006/relationships/notesMaster" Target="/ppt/notesMasters/notesMaster1.xml" Id="R6e9d2511506044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00:00–00:40. En el video de bienvenida elegiste un resultado concreto para trabajar durante esta ruta. Ahora comienza el Paso 1 de Automatiza tu Negocio en 7 Pasos: diagnosticar antes de automatizar. La meta de hoy no es instalar una herramienta ni construir un flujo. Es elegir bien el problema. Al terminar tendrás el mapa simple de un proceso y una decisión razonada sobre cuál conviene abordar primero. Abre tu workbook en la hoja del Paso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00:40–01:55. Un proceso es una secuencia de acciones que transforma una entrada en un resultado. Busca procesos frecuentes, con reglas relativamente claras, que consuman tiempo y produzcan errores cuando se hacen con prisa. Piensa en copiar información, enviar mensajes parecidos, recordar vencimientos, preparar reportes o revisar si falta un dato. Una tarea rara, cambiante o que exige criterio experto no suele ser el mejor primer piloto. Primero entiende cómo funciona hoy.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01:55–03:15. En la hoja 1 Diagnostico anota entre tres y cinco procesos que realmente ocurran en tu negocio. Escribe acciones concretas, no departamentos. En vez de ventas, escribe registrar una consulta y asignar seguimiento. Para cada proceso estima cuántas veces ocurre por semana y cuántos minutos requiere cada vez. Usa registros existentes si los tienes. Si no, anota una estimación y márcala para verificarla. Utiliza datos ficticios o anonimizados. Pausa el video y completa el inventario.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03:15–05:20. Elige un proceso y completa los cinco campos exactos del workbook: Nombre, Entrada, Pasos actuales, Resultado o salida y Responsable humano. Describe la secuencia real. Marca dónde se copia información, dónde hay espera y dónde interviene una decisión humana. Si observas errores frecuentes, descríbelos dentro de Pasos actuales. La versión vigente del workbook no tiene una celda independiente para ellos. Mantén pagos, credenciales, datos sensibles y decisiones de alto impacto fuera del primer ejercicio.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05:20–05:55. Para cada candidato, el workbook estima las horas mensuales con esta fórmula: frecuencia semanal por minutos por 4,33 semanas, dividido por sesenta. Ese número representa una línea base aproximada. No promete ahorro. En el ejemplo, quince ejecuciones semanales de ocho minutos equivalen a unas ocho coma siete horas al 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05:55–07:35. Asigna valores de uno a cinco para impacto, riesgo de error y esfuerzo. El puntaje combina estos datos con la línea base mensual. Un proceso frecuente, de alto impacto y esfuerzo moderado puede aparecer arriba. El puntaje orienta la comparación, pero no decide por ti. Revisa si las reglas son claras, si puedes probar sin afectar producción, si existe una persona responsable y si puedes medir antes y después. Si dos procesos empatan, elige el de menor riesgo y prueba más reversible.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07:35–08:45. Ordena tus procesos y selecciona uno. Escribe una frase de alcance que indique el proceso, el disparador, la salida y la decisión que seguirá bajo revisión humana. Conserva el mapa actual, la estimación de tiempo y al menos un indicador observable. Tu entrega incluye el mapa y la matriz completos. Si el proceso depende de credenciales, cobros, información sensible o una decisión irreversible, elige otro candidato para el piloto.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08:45–09:20. Hoy convertiste una sensación de pérdida de tiempo en evidencia: un inventario, un mapa y una prioridad. Guarda el workbook con una versión identificable y conserva el registro inicial para comparar resultados. En el Paso 2 organizaremos la información y las etapas del seguimiento en un CRM sencillo. Trabajaremos sobre el proceso que acabas de elegir, sin automatizar todavía acciones críticas.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ad833167c540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202b64183f49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5980b0e7634c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9b8afdb74640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9b80acce7a4c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276ab7ebff46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1E79B4-7711-4E09-A8E4-8003D785E2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7ABD16-51DD-4D93-BA63-4366225A21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928C49-6E3A-4F97-9E86-605E2DD41A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E3EA35-5D27-495F-96F1-495715DE35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852351-276C-4023-8498-5D67741818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27CABC-E47A-4F37-B518-0EC3FF727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B9D612-C4CB-4310-8F85-75E2911323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ABA07D-63C4-402D-BD16-2B2550C8C7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4016DA-7845-4A1B-8F3F-6E1CE276E5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83C38C-BF71-4FCB-BC42-9B88B74286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051465e2374f1b" /><Relationship Type="http://schemas.openxmlformats.org/officeDocument/2006/relationships/slideLayout" Target="/ppt/slideLayouts/slideLayout1.xml" Id="Rc7aca0ce943d4e30" /><Relationship Type="http://schemas.openxmlformats.org/officeDocument/2006/relationships/slideLayout" Target="/ppt/slideLayouts/slideLayout2.xml" Id="R62a8a16ff29a44d3" /><Relationship Type="http://schemas.openxmlformats.org/officeDocument/2006/relationships/slideLayout" Target="/ppt/slideLayouts/slideLayout3.xml" Id="R748d8079204046fc" /><Relationship Type="http://schemas.openxmlformats.org/officeDocument/2006/relationships/slideLayout" Target="/ppt/slideLayouts/slideLayout4.xml" Id="R8382b67de1aa4dcc" /><Relationship Type="http://schemas.openxmlformats.org/officeDocument/2006/relationships/slideLayout" Target="/ppt/slideLayouts/slideLayout5.xml" Id="R03dccb44fba94ca7" /><Relationship Type="http://schemas.openxmlformats.org/officeDocument/2006/relationships/slideLayout" Target="/ppt/slideLayouts/slideLayout6.xml" Id="Ref2d57d6d2184b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aca0ce943d4e30"/>
    <p:sldLayoutId xmlns:r="http://schemas.openxmlformats.org/officeDocument/2006/relationships" id="2147483650" r:id="R62a8a16ff29a44d3"/>
    <p:sldLayoutId xmlns:r="http://schemas.openxmlformats.org/officeDocument/2006/relationships" id="2147483651" r:id="R748d8079204046fc"/>
    <p:sldLayoutId xmlns:r="http://schemas.openxmlformats.org/officeDocument/2006/relationships" id="2147483652" r:id="R8382b67de1aa4dcc"/>
    <p:sldLayoutId xmlns:r="http://schemas.openxmlformats.org/officeDocument/2006/relationships" id="2147483653" r:id="R03dccb44fba94ca7"/>
    <p:sldLayoutId xmlns:r="http://schemas.openxmlformats.org/officeDocument/2006/relationships" id="2147483654" r:id="Ref2d57d6d2184b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c7a888bcf04c3f" /><Relationship Type="http://schemas.openxmlformats.org/officeDocument/2006/relationships/notesSlide" Target="/ppt/notesSlides/notesSlide1.xml" Id="R178f276d31bb42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f40e8b2eec4291" /><Relationship Type="http://schemas.openxmlformats.org/officeDocument/2006/relationships/notesSlide" Target="/ppt/notesSlides/notesSlide2.xml" Id="R7891d4646ab444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e19f8aadbf4848" /><Relationship Type="http://schemas.openxmlformats.org/officeDocument/2006/relationships/notesSlide" Target="/ppt/notesSlides/notesSlide3.xml" Id="R677f3cf1e2224c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18420965444522" /><Relationship Type="http://schemas.openxmlformats.org/officeDocument/2006/relationships/notesSlide" Target="/ppt/notesSlides/notesSlide4.xml" Id="R8e397bb7d0ee4f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be447c0b254dd3" /><Relationship Type="http://schemas.openxmlformats.org/officeDocument/2006/relationships/notesSlide" Target="/ppt/notesSlides/notesSlide5.xml" Id="R5a7e25fcfa1e4b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db4e2d06fd41eb" /><Relationship Type="http://schemas.openxmlformats.org/officeDocument/2006/relationships/notesSlide" Target="/ppt/notesSlides/notesSlide6.xml" Id="Rd445c989272445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89e4975e4d4579" /><Relationship Type="http://schemas.openxmlformats.org/officeDocument/2006/relationships/notesSlide" Target="/ppt/notesSlides/notesSlide7.xml" Id="R7e361fa198c741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f74d38d72c4b5e" /><Relationship Type="http://schemas.openxmlformats.org/officeDocument/2006/relationships/notesSlide" Target="/ppt/notesSlides/notesSlide8.xml" Id="R4bdfa4e03f9949c8" /></Relationships>
</file>

<file path=ppt/slides/slide1.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10" name="cover-cyan-band">
            <a:extLst xmlns:a="http://schemas.openxmlformats.org/drawingml/2006/main">
              <a:ext uri="{FF2B5EF4-FFF2-40B4-BE49-F238E27FC236}">
                <a16:creationId xmlns:a16="http://schemas.microsoft.com/office/drawing/2014/main" id="{7C79FBC7-C2C0-4092-9313-60109FDBC2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 name="cover-ring-1">
            <a:extLst xmlns:a="http://schemas.openxmlformats.org/drawingml/2006/main">
              <a:ext uri="{FF2B5EF4-FFF2-40B4-BE49-F238E27FC236}">
                <a16:creationId xmlns:a16="http://schemas.microsoft.com/office/drawing/2014/main" id="{B991CF08-8AB0-4881-A103-AB6CF4BB3494}"/>
              </a:ext>
            </a:extLst>
          </p:cNvPr>
          <p:cNvSpPr>
            <a:spLocks xmlns:a="http://schemas.openxmlformats.org/drawingml/2006/main" noGrp="1"/>
          </p:cNvSpPr>
          <p:nvPr/>
        </p:nvSpPr>
        <p:spPr>
          <a:xfrm xmlns:a="http://schemas.openxmlformats.org/drawingml/2006/main">
            <a:off x="8572500" y="762000"/>
            <a:ext cx="2381250" cy="2381250"/>
          </a:xfrm>
          <a:prstGeom xmlns:a="http://schemas.openxmlformats.org/drawingml/2006/main" prst="ellipse">
            <a:avLst/>
          </a:prstGeom>
          <a:solidFill xmlns:a="http://schemas.openxmlformats.org/drawingml/2006/main">
            <a:srgbClr val="003366"/>
          </a:solidFill>
          <a:ln xmlns:a="http://schemas.openxmlformats.org/drawingml/2006/main" w="57150">
            <a:solidFill>
              <a:srgbClr val="19A7CE"/>
            </a:solidFill>
            <a:prstDash val="solid"/>
          </a:ln>
        </p:spPr>
      </p:sp>
      <p:sp>
        <p:nvSpPr>
          <p:cNvPr id="3" name="cover-ring-2">
            <a:extLst xmlns:a="http://schemas.openxmlformats.org/drawingml/2006/main">
              <a:ext uri="{FF2B5EF4-FFF2-40B4-BE49-F238E27FC236}">
                <a16:creationId xmlns:a16="http://schemas.microsoft.com/office/drawing/2014/main" id="{7649CBFB-4EBB-4316-992F-D9AB3BA794FA}"/>
              </a:ext>
            </a:extLst>
          </p:cNvPr>
          <p:cNvSpPr>
            <a:spLocks xmlns:a="http://schemas.openxmlformats.org/drawingml/2006/main" noGrp="1"/>
          </p:cNvSpPr>
          <p:nvPr/>
        </p:nvSpPr>
        <p:spPr>
          <a:xfrm xmlns:a="http://schemas.openxmlformats.org/drawingml/2006/main">
            <a:off x="9620250" y="2571750"/>
            <a:ext cx="1428750" cy="1428750"/>
          </a:xfrm>
          <a:prstGeom xmlns:a="http://schemas.openxmlformats.org/drawingml/2006/main" prst="ellipse">
            <a:avLst/>
          </a:prstGeom>
          <a:solidFill xmlns:a="http://schemas.openxmlformats.org/drawingml/2006/main">
            <a:srgbClr val="003366"/>
          </a:solidFill>
          <a:ln xmlns:a="http://schemas.openxmlformats.org/drawingml/2006/main" w="28575">
            <a:solidFill>
              <a:srgbClr val="FFFFFF"/>
            </a:solidFill>
            <a:prstDash val="solid"/>
          </a:ln>
        </p:spPr>
      </p:sp>
      <p:sp>
        <p:nvSpPr>
          <p:cNvPr id="4" name="cover-dot">
            <a:extLst xmlns:a="http://schemas.openxmlformats.org/drawingml/2006/main">
              <a:ext uri="{FF2B5EF4-FFF2-40B4-BE49-F238E27FC236}">
                <a16:creationId xmlns:a16="http://schemas.microsoft.com/office/drawing/2014/main" id="{BAED62E0-EA3F-4578-83C8-A0858A421A2D}"/>
              </a:ext>
            </a:extLst>
          </p:cNvPr>
          <p:cNvSpPr>
            <a:spLocks xmlns:a="http://schemas.openxmlformats.org/drawingml/2006/main" noGrp="1"/>
          </p:cNvSpPr>
          <p:nvPr/>
        </p:nvSpPr>
        <p:spPr>
          <a:xfrm xmlns:a="http://schemas.openxmlformats.org/drawingml/2006/main">
            <a:off x="8382000" y="3714750"/>
            <a:ext cx="514350" cy="51435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5" name="cover-brand">
            <a:extLst xmlns:a="http://schemas.openxmlformats.org/drawingml/2006/main">
              <a:ext uri="{FF2B5EF4-FFF2-40B4-BE49-F238E27FC236}">
                <a16:creationId xmlns:a16="http://schemas.microsoft.com/office/drawing/2014/main" id="{C3ED6829-A839-4E58-B5AC-769A34A4C5E4}"/>
              </a:ext>
            </a:extLst>
          </p:cNvPr>
          <p:cNvSpPr>
            <a:spLocks xmlns:a="http://schemas.openxmlformats.org/drawingml/2006/main" noGrp="1"/>
          </p:cNvSpPr>
          <p:nvPr/>
        </p:nvSpPr>
        <p:spPr>
          <a:xfrm xmlns:a="http://schemas.openxmlformats.org/drawingml/2006/main">
            <a:off x="723900" y="647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FFFFFF"/>
                </a:solidFill>
                <a:latin typeface="Aptos"/>
                <a:ea typeface="Aptos"/>
                <a:cs typeface="Aptos"/>
              </a:defRPr>
            </a:defPPr>
            <a:lvl1pPr algn="l">
              <a:defRPr sz="1125" b="1" i="0">
                <a:solidFill>
                  <a:srgbClr val="FFFFFF"/>
                </a:solidFill>
                <a:latin typeface="Aptos"/>
                <a:ea typeface="Aptos"/>
                <a:cs typeface="Aptos"/>
              </a:defRPr>
            </a:lvl1pPr>
            <a:lvl2pPr algn="l">
              <a:defRPr sz="1125" b="1" i="0">
                <a:solidFill>
                  <a:srgbClr val="FFFFFF"/>
                </a:solidFill>
                <a:latin typeface="Aptos"/>
                <a:ea typeface="Aptos"/>
                <a:cs typeface="Aptos"/>
              </a:defRPr>
            </a:lvl2pPr>
            <a:lvl3pPr algn="l">
              <a:defRPr sz="1125" b="1" i="0">
                <a:solidFill>
                  <a:srgbClr val="FFFFFF"/>
                </a:solidFill>
                <a:latin typeface="Aptos"/>
                <a:ea typeface="Aptos"/>
                <a:cs typeface="Aptos"/>
              </a:defRPr>
            </a:lvl3pPr>
            <a:lvl4pPr algn="l">
              <a:defRPr sz="1125" b="1" i="0">
                <a:solidFill>
                  <a:srgbClr val="FFFFFF"/>
                </a:solidFill>
                <a:latin typeface="Aptos"/>
                <a:ea typeface="Aptos"/>
                <a:cs typeface="Aptos"/>
              </a:defRPr>
            </a:lvl4pPr>
            <a:lvl5pPr algn="l">
              <a:defRPr sz="1125" b="1" i="0">
                <a:solidFill>
                  <a:srgbClr val="FFFFFF"/>
                </a:solidFill>
                <a:latin typeface="Aptos"/>
                <a:ea typeface="Aptos"/>
                <a:cs typeface="Aptos"/>
              </a:defRPr>
            </a:lvl5pPr>
            <a:lvl6pPr algn="l">
              <a:defRPr sz="1125" b="1" i="0">
                <a:solidFill>
                  <a:srgbClr val="FFFFFF"/>
                </a:solidFill>
                <a:latin typeface="Aptos"/>
                <a:ea typeface="Aptos"/>
                <a:cs typeface="Aptos"/>
              </a:defRPr>
            </a:lvl6pPr>
            <a:lvl7pPr algn="l">
              <a:defRPr sz="1125" b="1" i="0">
                <a:solidFill>
                  <a:srgbClr val="FFFFFF"/>
                </a:solidFill>
                <a:latin typeface="Aptos"/>
                <a:ea typeface="Aptos"/>
                <a:cs typeface="Aptos"/>
              </a:defRPr>
            </a:lvl7pPr>
            <a:lvl8pPr algn="l">
              <a:defRPr sz="1125" b="1" i="0">
                <a:solidFill>
                  <a:srgbClr val="FFFFFF"/>
                </a:solidFill>
                <a:latin typeface="Aptos"/>
                <a:ea typeface="Aptos"/>
                <a:cs typeface="Aptos"/>
              </a:defRPr>
            </a:lvl8pPr>
            <a:lvl9pPr algn="l">
              <a:defRPr sz="1125" b="1" i="0">
                <a:solidFill>
                  <a:srgbClr val="FFFFFF"/>
                </a:solidFill>
                <a:latin typeface="Aptos"/>
                <a:ea typeface="Aptos"/>
                <a:cs typeface="Aptos"/>
              </a:defRPr>
            </a:lvl9pPr>
          </a:lstStyle>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LANGUAGE CENTER CHILE</a:t>
            </a:r>
          </a:p>
        </p:txBody>
      </p:sp>
      <p:sp>
        <p:nvSpPr>
          <p:cNvPr id="6" name="cover-title">
            <a:extLst xmlns:a="http://schemas.openxmlformats.org/drawingml/2006/main">
              <a:ext uri="{FF2B5EF4-FFF2-40B4-BE49-F238E27FC236}">
                <a16:creationId xmlns:a16="http://schemas.microsoft.com/office/drawing/2014/main" id="{197418ED-A4C3-4923-960B-A1AC324E3982}"/>
              </a:ext>
            </a:extLst>
          </p:cNvPr>
          <p:cNvSpPr>
            <a:spLocks xmlns:a="http://schemas.openxmlformats.org/drawingml/2006/main" noGrp="1"/>
          </p:cNvSpPr>
          <p:nvPr/>
        </p:nvSpPr>
        <p:spPr>
          <a:xfrm xmlns:a="http://schemas.openxmlformats.org/drawingml/2006/main">
            <a:off x="723900" y="1752600"/>
            <a:ext cx="723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750" b="1" i="0">
                <a:solidFill>
                  <a:srgbClr val="FFFFFF"/>
                </a:solidFill>
                <a:latin typeface="Aptos"/>
                <a:ea typeface="Aptos"/>
                <a:cs typeface="Aptos"/>
              </a:defRPr>
            </a:defPPr>
            <a:lvl1pPr algn="l">
              <a:defRPr sz="3750" b="1" i="0">
                <a:solidFill>
                  <a:srgbClr val="FFFFFF"/>
                </a:solidFill>
                <a:latin typeface="Aptos"/>
                <a:ea typeface="Aptos"/>
                <a:cs typeface="Aptos"/>
              </a:defRPr>
            </a:lvl1pPr>
            <a:lvl2pPr algn="l">
              <a:defRPr sz="3750" b="1" i="0">
                <a:solidFill>
                  <a:srgbClr val="FFFFFF"/>
                </a:solidFill>
                <a:latin typeface="Aptos"/>
                <a:ea typeface="Aptos"/>
                <a:cs typeface="Aptos"/>
              </a:defRPr>
            </a:lvl2pPr>
            <a:lvl3pPr algn="l">
              <a:defRPr sz="3750" b="1" i="0">
                <a:solidFill>
                  <a:srgbClr val="FFFFFF"/>
                </a:solidFill>
                <a:latin typeface="Aptos"/>
                <a:ea typeface="Aptos"/>
                <a:cs typeface="Aptos"/>
              </a:defRPr>
            </a:lvl3pPr>
            <a:lvl4pPr algn="l">
              <a:defRPr sz="3750" b="1" i="0">
                <a:solidFill>
                  <a:srgbClr val="FFFFFF"/>
                </a:solidFill>
                <a:latin typeface="Aptos"/>
                <a:ea typeface="Aptos"/>
                <a:cs typeface="Aptos"/>
              </a:defRPr>
            </a:lvl4pPr>
            <a:lvl5pPr algn="l">
              <a:defRPr sz="3750" b="1" i="0">
                <a:solidFill>
                  <a:srgbClr val="FFFFFF"/>
                </a:solidFill>
                <a:latin typeface="Aptos"/>
                <a:ea typeface="Aptos"/>
                <a:cs typeface="Aptos"/>
              </a:defRPr>
            </a:lvl5pPr>
            <a:lvl6pPr algn="l">
              <a:defRPr sz="3750" b="1" i="0">
                <a:solidFill>
                  <a:srgbClr val="FFFFFF"/>
                </a:solidFill>
                <a:latin typeface="Aptos"/>
                <a:ea typeface="Aptos"/>
                <a:cs typeface="Aptos"/>
              </a:defRPr>
            </a:lvl6pPr>
            <a:lvl7pPr algn="l">
              <a:defRPr sz="3750" b="1" i="0">
                <a:solidFill>
                  <a:srgbClr val="FFFFFF"/>
                </a:solidFill>
                <a:latin typeface="Aptos"/>
                <a:ea typeface="Aptos"/>
                <a:cs typeface="Aptos"/>
              </a:defRPr>
            </a:lvl7pPr>
            <a:lvl8pPr algn="l">
              <a:defRPr sz="3750" b="1" i="0">
                <a:solidFill>
                  <a:srgbClr val="FFFFFF"/>
                </a:solidFill>
                <a:latin typeface="Aptos"/>
                <a:ea typeface="Aptos"/>
                <a:cs typeface="Aptos"/>
              </a:defRPr>
            </a:lvl8pPr>
            <a:lvl9pPr algn="l">
              <a:defRPr sz="3750" b="1" i="0">
                <a:solidFill>
                  <a:srgbClr val="FFFFFF"/>
                </a:solidFill>
                <a:latin typeface="Aptos"/>
                <a:ea typeface="Aptos"/>
                <a:cs typeface="Aptos"/>
              </a:defRPr>
            </a:lvl9pPr>
          </a:lstStyle>
          <a:p xmlns:a="http://schemas.openxmlformats.org/drawingml/2006/main">
            <a:pPr algn="l">
              <a:defRPr sz="3750" b="1" i="0">
                <a:solidFill>
                  <a:srgbClr val="FFFFFF"/>
                </a:solidFill>
                <a:latin typeface="Aptos"/>
                <a:ea typeface="Aptos"/>
                <a:cs typeface="Aptos"/>
              </a:defRPr>
            </a:pPr>
            <a:r>
              <a:rPr sz="3750" b="1" i="0">
                <a:solidFill>
                  <a:srgbClr val="FFFFFF"/>
                </a:solidFill>
                <a:latin typeface="Aptos"/>
                <a:ea typeface="Aptos"/>
                <a:cs typeface="Aptos"/>
              </a:rPr>
              <a:t>Paso 1</a:t>
            </a:r>
          </a:p>
          <a:p xmlns:a="http://schemas.openxmlformats.org/drawingml/2006/main">
            <a:pPr algn="l">
              <a:defRPr sz="3750" b="1" i="0">
                <a:solidFill>
                  <a:srgbClr val="FFFFFF"/>
                </a:solidFill>
                <a:latin typeface="Aptos"/>
                <a:ea typeface="Aptos"/>
                <a:cs typeface="Aptos"/>
              </a:defRPr>
            </a:pPr>
            <a:r>
              <a:rPr sz="3750" b="1" i="0">
                <a:solidFill>
                  <a:srgbClr val="FFFFFF"/>
                </a:solidFill>
                <a:latin typeface="Aptos"/>
                <a:ea typeface="Aptos"/>
                <a:cs typeface="Aptos"/>
              </a:rPr>
              <a:t>Diagnóstico y priorización</a:t>
            </a:r>
          </a:p>
        </p:txBody>
      </p:sp>
      <p:sp>
        <p:nvSpPr>
          <p:cNvPr id="7" name="cover-subtitle">
            <a:extLst xmlns:a="http://schemas.openxmlformats.org/drawingml/2006/main">
              <a:ext uri="{FF2B5EF4-FFF2-40B4-BE49-F238E27FC236}">
                <a16:creationId xmlns:a16="http://schemas.microsoft.com/office/drawing/2014/main" id="{CE783302-13CC-48BD-A7D1-F018965B141D}"/>
              </a:ext>
            </a:extLst>
          </p:cNvPr>
          <p:cNvSpPr>
            <a:spLocks xmlns:a="http://schemas.openxmlformats.org/drawingml/2006/main" noGrp="1"/>
          </p:cNvSpPr>
          <p:nvPr/>
        </p:nvSpPr>
        <p:spPr>
          <a:xfrm xmlns:a="http://schemas.openxmlformats.org/drawingml/2006/main">
            <a:off x="762000" y="36957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EAF4F8"/>
                </a:solidFill>
                <a:latin typeface="Aptos"/>
                <a:ea typeface="Aptos"/>
                <a:cs typeface="Aptos"/>
              </a:defRPr>
            </a:defPPr>
            <a:lvl1pPr algn="l">
              <a:defRPr sz="1800" b="0" i="0">
                <a:solidFill>
                  <a:srgbClr val="EAF4F8"/>
                </a:solidFill>
                <a:latin typeface="Aptos"/>
                <a:ea typeface="Aptos"/>
                <a:cs typeface="Aptos"/>
              </a:defRPr>
            </a:lvl1pPr>
            <a:lvl2pPr algn="l">
              <a:defRPr sz="1800" b="0" i="0">
                <a:solidFill>
                  <a:srgbClr val="EAF4F8"/>
                </a:solidFill>
                <a:latin typeface="Aptos"/>
                <a:ea typeface="Aptos"/>
                <a:cs typeface="Aptos"/>
              </a:defRPr>
            </a:lvl2pPr>
            <a:lvl3pPr algn="l">
              <a:defRPr sz="1800" b="0" i="0">
                <a:solidFill>
                  <a:srgbClr val="EAF4F8"/>
                </a:solidFill>
                <a:latin typeface="Aptos"/>
                <a:ea typeface="Aptos"/>
                <a:cs typeface="Aptos"/>
              </a:defRPr>
            </a:lvl3pPr>
            <a:lvl4pPr algn="l">
              <a:defRPr sz="1800" b="0" i="0">
                <a:solidFill>
                  <a:srgbClr val="EAF4F8"/>
                </a:solidFill>
                <a:latin typeface="Aptos"/>
                <a:ea typeface="Aptos"/>
                <a:cs typeface="Aptos"/>
              </a:defRPr>
            </a:lvl4pPr>
            <a:lvl5pPr algn="l">
              <a:defRPr sz="1800" b="0" i="0">
                <a:solidFill>
                  <a:srgbClr val="EAF4F8"/>
                </a:solidFill>
                <a:latin typeface="Aptos"/>
                <a:ea typeface="Aptos"/>
                <a:cs typeface="Aptos"/>
              </a:defRPr>
            </a:lvl5pPr>
            <a:lvl6pPr algn="l">
              <a:defRPr sz="1800" b="0" i="0">
                <a:solidFill>
                  <a:srgbClr val="EAF4F8"/>
                </a:solidFill>
                <a:latin typeface="Aptos"/>
                <a:ea typeface="Aptos"/>
                <a:cs typeface="Aptos"/>
              </a:defRPr>
            </a:lvl6pPr>
            <a:lvl7pPr algn="l">
              <a:defRPr sz="1800" b="0" i="0">
                <a:solidFill>
                  <a:srgbClr val="EAF4F8"/>
                </a:solidFill>
                <a:latin typeface="Aptos"/>
                <a:ea typeface="Aptos"/>
                <a:cs typeface="Aptos"/>
              </a:defRPr>
            </a:lvl7pPr>
            <a:lvl8pPr algn="l">
              <a:defRPr sz="1800" b="0" i="0">
                <a:solidFill>
                  <a:srgbClr val="EAF4F8"/>
                </a:solidFill>
                <a:latin typeface="Aptos"/>
                <a:ea typeface="Aptos"/>
                <a:cs typeface="Aptos"/>
              </a:defRPr>
            </a:lvl8pPr>
            <a:lvl9pPr algn="l">
              <a:defRPr sz="1800" b="0" i="0">
                <a:solidFill>
                  <a:srgbClr val="EAF4F8"/>
                </a:solidFill>
                <a:latin typeface="Aptos"/>
                <a:ea typeface="Aptos"/>
                <a:cs typeface="Aptos"/>
              </a:defRPr>
            </a:lvl9pPr>
          </a:lstStyle>
          <a:p xmlns:a="http://schemas.openxmlformats.org/drawingml/2006/main">
            <a:pPr algn="l">
              <a:defRPr sz="1800" b="0" i="0">
                <a:solidFill>
                  <a:srgbClr val="EAF4F8"/>
                </a:solidFill>
                <a:latin typeface="Aptos"/>
                <a:ea typeface="Aptos"/>
                <a:cs typeface="Aptos"/>
              </a:defRPr>
            </a:pPr>
            <a:r>
              <a:rPr sz="1800" b="0" i="0">
                <a:solidFill>
                  <a:srgbClr val="EAF4F8"/>
                </a:solidFill>
                <a:latin typeface="Aptos"/>
                <a:ea typeface="Aptos"/>
                <a:cs typeface="Aptos"/>
              </a:rPr>
              <a:t>Elegir el problema correcto antes de automatizar</a:t>
            </a:r>
          </a:p>
        </p:txBody>
      </p:sp>
      <p:sp>
        <p:nvSpPr>
          <p:cNvPr id="8" name="cover-rule">
            <a:extLst xmlns:a="http://schemas.openxmlformats.org/drawingml/2006/main">
              <a:ext uri="{FF2B5EF4-FFF2-40B4-BE49-F238E27FC236}">
                <a16:creationId xmlns:a16="http://schemas.microsoft.com/office/drawing/2014/main" id="{EB2C042E-165A-4293-B382-E2E602E4C7FE}"/>
              </a:ext>
            </a:extLst>
          </p:cNvPr>
          <p:cNvSpPr>
            <a:spLocks xmlns:a="http://schemas.openxmlformats.org/drawingml/2006/main" noGrp="1"/>
          </p:cNvSpPr>
          <p:nvPr/>
        </p:nvSpPr>
        <p:spPr>
          <a:xfrm xmlns:a="http://schemas.openxmlformats.org/drawingml/2006/main">
            <a:off x="762000" y="4324350"/>
            <a:ext cx="1428750" cy="5715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9" name="cover-meta">
            <a:extLst xmlns:a="http://schemas.openxmlformats.org/drawingml/2006/main">
              <a:ext uri="{FF2B5EF4-FFF2-40B4-BE49-F238E27FC236}">
                <a16:creationId xmlns:a16="http://schemas.microsoft.com/office/drawing/2014/main" id="{218B7DF1-4D4F-44FC-A1D4-D248BC33D002}"/>
              </a:ext>
            </a:extLst>
          </p:cNvPr>
          <p:cNvSpPr>
            <a:spLocks xmlns:a="http://schemas.openxmlformats.org/drawingml/2006/main" noGrp="1"/>
          </p:cNvSpPr>
          <p:nvPr/>
        </p:nvSpPr>
        <p:spPr>
          <a:xfrm xmlns:a="http://schemas.openxmlformats.org/drawingml/2006/main">
            <a:off x="762000" y="462915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FFFFFF"/>
                </a:solidFill>
                <a:latin typeface="Aptos"/>
                <a:ea typeface="Aptos"/>
                <a:cs typeface="Aptos"/>
              </a:defRPr>
            </a:defPPr>
            <a:lvl1pPr algn="l">
              <a:defRPr sz="1200" b="0" i="0">
                <a:solidFill>
                  <a:srgbClr val="FFFFFF"/>
                </a:solidFill>
                <a:latin typeface="Aptos"/>
                <a:ea typeface="Aptos"/>
                <a:cs typeface="Aptos"/>
              </a:defRPr>
            </a:lvl1pPr>
            <a:lvl2pPr algn="l">
              <a:defRPr sz="1200" b="0" i="0">
                <a:solidFill>
                  <a:srgbClr val="FFFFFF"/>
                </a:solidFill>
                <a:latin typeface="Aptos"/>
                <a:ea typeface="Aptos"/>
                <a:cs typeface="Aptos"/>
              </a:defRPr>
            </a:lvl2pPr>
            <a:lvl3pPr algn="l">
              <a:defRPr sz="1200" b="0" i="0">
                <a:solidFill>
                  <a:srgbClr val="FFFFFF"/>
                </a:solidFill>
                <a:latin typeface="Aptos"/>
                <a:ea typeface="Aptos"/>
                <a:cs typeface="Aptos"/>
              </a:defRPr>
            </a:lvl3pPr>
            <a:lvl4pPr algn="l">
              <a:defRPr sz="1200" b="0" i="0">
                <a:solidFill>
                  <a:srgbClr val="FFFFFF"/>
                </a:solidFill>
                <a:latin typeface="Aptos"/>
                <a:ea typeface="Aptos"/>
                <a:cs typeface="Aptos"/>
              </a:defRPr>
            </a:lvl4pPr>
            <a:lvl5pPr algn="l">
              <a:defRPr sz="1200" b="0" i="0">
                <a:solidFill>
                  <a:srgbClr val="FFFFFF"/>
                </a:solidFill>
                <a:latin typeface="Aptos"/>
                <a:ea typeface="Aptos"/>
                <a:cs typeface="Aptos"/>
              </a:defRPr>
            </a:lvl5pPr>
            <a:lvl6pPr algn="l">
              <a:defRPr sz="1200" b="0" i="0">
                <a:solidFill>
                  <a:srgbClr val="FFFFFF"/>
                </a:solidFill>
                <a:latin typeface="Aptos"/>
                <a:ea typeface="Aptos"/>
                <a:cs typeface="Aptos"/>
              </a:defRPr>
            </a:lvl6pPr>
            <a:lvl7pPr algn="l">
              <a:defRPr sz="1200" b="0" i="0">
                <a:solidFill>
                  <a:srgbClr val="FFFFFF"/>
                </a:solidFill>
                <a:latin typeface="Aptos"/>
                <a:ea typeface="Aptos"/>
                <a:cs typeface="Aptos"/>
              </a:defRPr>
            </a:lvl7pPr>
            <a:lvl8pPr algn="l">
              <a:defRPr sz="1200" b="0" i="0">
                <a:solidFill>
                  <a:srgbClr val="FFFFFF"/>
                </a:solidFill>
                <a:latin typeface="Aptos"/>
                <a:ea typeface="Aptos"/>
                <a:cs typeface="Aptos"/>
              </a:defRPr>
            </a:lvl8pPr>
            <a:lvl9pPr algn="l">
              <a:defRPr sz="1200" b="0" i="0">
                <a:solidFill>
                  <a:srgbClr val="FFFFFF"/>
                </a:solidFill>
                <a:latin typeface="Aptos"/>
                <a:ea typeface="Aptos"/>
                <a:cs typeface="Aptos"/>
              </a:defRPr>
            </a:lvl9pPr>
          </a:lstStyle>
          <a:p xmlns:a="http://schemas.openxmlformats.org/drawingml/2006/main">
            <a:pPr algn="l">
              <a:defRPr sz="1200" b="0" i="0">
                <a:solidFill>
                  <a:srgbClr val="FFFFFF"/>
                </a:solidFill>
                <a:latin typeface="Aptos"/>
                <a:ea typeface="Aptos"/>
                <a:cs typeface="Aptos"/>
              </a:defRPr>
            </a:pPr>
            <a:r>
              <a:rPr sz="1200" b="0" i="0">
                <a:solidFill>
                  <a:srgbClr val="FFFFFF"/>
                </a:solidFill>
                <a:latin typeface="Aptos"/>
                <a:ea typeface="Aptos"/>
                <a:cs typeface="Aptos"/>
              </a:rPr>
              <a:t>Video 01  ·  Presentación grabable  ·  v1</a:t>
            </a:r>
          </a:p>
        </p:txBody>
      </p:sp>
    </p:spTree>
    <p:extLst>
      <p:ext uri="{BB962C8B-B14F-4D97-AF65-F5344CB8AC3E}">
        <p14:creationId xmlns:p14="http://schemas.microsoft.com/office/powerpoint/2010/main" val="1457740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2">
            <a:extLst xmlns:a="http://schemas.openxmlformats.org/drawingml/2006/main">
              <a:ext uri="{FF2B5EF4-FFF2-40B4-BE49-F238E27FC236}">
                <a16:creationId xmlns:a16="http://schemas.microsoft.com/office/drawing/2014/main" id="{A2E1684E-F45C-4F4F-84EF-1EF62518B295}"/>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Un proceso transforma una entrada en un resultado</a:t>
            </a:r>
          </a:p>
        </p:txBody>
      </p:sp>
      <p:sp>
        <p:nvSpPr>
          <p:cNvPr id="2" name="title-rule-2">
            <a:extLst xmlns:a="http://schemas.openxmlformats.org/drawingml/2006/main">
              <a:ext uri="{FF2B5EF4-FFF2-40B4-BE49-F238E27FC236}">
                <a16:creationId xmlns:a16="http://schemas.microsoft.com/office/drawing/2014/main" id="{7E6CE679-5512-44AA-BA7D-458AD3077F9F}"/>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2">
            <a:extLst xmlns:a="http://schemas.openxmlformats.org/drawingml/2006/main">
              <a:ext uri="{FF2B5EF4-FFF2-40B4-BE49-F238E27FC236}">
                <a16:creationId xmlns:a16="http://schemas.microsoft.com/office/drawing/2014/main" id="{89082080-2549-4CCC-ABB7-19F17FD27260}"/>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Busca un inicio claro, pasos observables y un final reconocible.</a:t>
            </a:r>
          </a:p>
        </p:txBody>
      </p:sp>
      <p:sp>
        <p:nvSpPr>
          <p:cNvPr id="4" name="process-circle-0">
            <a:extLst xmlns:a="http://schemas.openxmlformats.org/drawingml/2006/main">
              <a:ext uri="{FF2B5EF4-FFF2-40B4-BE49-F238E27FC236}">
                <a16:creationId xmlns:a16="http://schemas.microsoft.com/office/drawing/2014/main" id="{82687CD1-A93E-4B7A-8952-DDD2549A4775}"/>
              </a:ext>
            </a:extLst>
          </p:cNvPr>
          <p:cNvSpPr>
            <a:spLocks xmlns:a="http://schemas.openxmlformats.org/drawingml/2006/main" noGrp="1"/>
          </p:cNvSpPr>
          <p:nvPr/>
        </p:nvSpPr>
        <p:spPr>
          <a:xfrm xmlns:a="http://schemas.openxmlformats.org/drawingml/2006/main">
            <a:off x="1009650" y="2324100"/>
            <a:ext cx="1428750" cy="142875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process-label-0">
            <a:extLst xmlns:a="http://schemas.openxmlformats.org/drawingml/2006/main">
              <a:ext uri="{FF2B5EF4-FFF2-40B4-BE49-F238E27FC236}">
                <a16:creationId xmlns:a16="http://schemas.microsoft.com/office/drawing/2014/main" id="{152FB354-054C-4343-A6E8-DD5E58EDE5B0}"/>
              </a:ext>
            </a:extLst>
          </p:cNvPr>
          <p:cNvSpPr>
            <a:spLocks xmlns:a="http://schemas.openxmlformats.org/drawingml/2006/main" noGrp="1"/>
          </p:cNvSpPr>
          <p:nvPr/>
        </p:nvSpPr>
        <p:spPr>
          <a:xfrm xmlns:a="http://schemas.openxmlformats.org/drawingml/2006/main">
            <a:off x="100965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ENTRADA</a:t>
            </a:r>
          </a:p>
        </p:txBody>
      </p:sp>
      <p:sp>
        <p:nvSpPr>
          <p:cNvPr id="6" name="process-copy-0">
            <a:extLst xmlns:a="http://schemas.openxmlformats.org/drawingml/2006/main">
              <a:ext uri="{FF2B5EF4-FFF2-40B4-BE49-F238E27FC236}">
                <a16:creationId xmlns:a16="http://schemas.microsoft.com/office/drawing/2014/main" id="{F4D34B28-40EA-4048-B45B-8F522EE2C73D}"/>
              </a:ext>
            </a:extLst>
          </p:cNvPr>
          <p:cNvSpPr>
            <a:spLocks xmlns:a="http://schemas.openxmlformats.org/drawingml/2006/main" noGrp="1"/>
          </p:cNvSpPr>
          <p:nvPr/>
        </p:nvSpPr>
        <p:spPr>
          <a:xfrm xmlns:a="http://schemas.openxmlformats.org/drawingml/2006/main">
            <a:off x="685800" y="4000500"/>
            <a:ext cx="2076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003366"/>
                </a:solidFill>
                <a:latin typeface="Aptos"/>
                <a:ea typeface="Aptos"/>
                <a:cs typeface="Aptos"/>
              </a:defRPr>
            </a:defPPr>
            <a:lvl1pPr algn="ctr">
              <a:defRPr sz="1425" b="1" i="0">
                <a:solidFill>
                  <a:srgbClr val="003366"/>
                </a:solidFill>
                <a:latin typeface="Aptos"/>
                <a:ea typeface="Aptos"/>
                <a:cs typeface="Aptos"/>
              </a:defRPr>
            </a:lvl1pPr>
            <a:lvl2pPr algn="ctr">
              <a:defRPr sz="1425" b="1" i="0">
                <a:solidFill>
                  <a:srgbClr val="003366"/>
                </a:solidFill>
                <a:latin typeface="Aptos"/>
                <a:ea typeface="Aptos"/>
                <a:cs typeface="Aptos"/>
              </a:defRPr>
            </a:lvl2pPr>
            <a:lvl3pPr algn="ctr">
              <a:defRPr sz="1425" b="1" i="0">
                <a:solidFill>
                  <a:srgbClr val="003366"/>
                </a:solidFill>
                <a:latin typeface="Aptos"/>
                <a:ea typeface="Aptos"/>
                <a:cs typeface="Aptos"/>
              </a:defRPr>
            </a:lvl3pPr>
            <a:lvl4pPr algn="ctr">
              <a:defRPr sz="1425" b="1" i="0">
                <a:solidFill>
                  <a:srgbClr val="003366"/>
                </a:solidFill>
                <a:latin typeface="Aptos"/>
                <a:ea typeface="Aptos"/>
                <a:cs typeface="Aptos"/>
              </a:defRPr>
            </a:lvl4pPr>
            <a:lvl5pPr algn="ctr">
              <a:defRPr sz="1425" b="1" i="0">
                <a:solidFill>
                  <a:srgbClr val="003366"/>
                </a:solidFill>
                <a:latin typeface="Aptos"/>
                <a:ea typeface="Aptos"/>
                <a:cs typeface="Aptos"/>
              </a:defRPr>
            </a:lvl5pPr>
            <a:lvl6pPr algn="ctr">
              <a:defRPr sz="1425" b="1" i="0">
                <a:solidFill>
                  <a:srgbClr val="003366"/>
                </a:solidFill>
                <a:latin typeface="Aptos"/>
                <a:ea typeface="Aptos"/>
                <a:cs typeface="Aptos"/>
              </a:defRPr>
            </a:lvl6pPr>
            <a:lvl7pPr algn="ctr">
              <a:defRPr sz="1425" b="1" i="0">
                <a:solidFill>
                  <a:srgbClr val="003366"/>
                </a:solidFill>
                <a:latin typeface="Aptos"/>
                <a:ea typeface="Aptos"/>
                <a:cs typeface="Aptos"/>
              </a:defRPr>
            </a:lvl7pPr>
            <a:lvl8pPr algn="ctr">
              <a:defRPr sz="1425" b="1" i="0">
                <a:solidFill>
                  <a:srgbClr val="003366"/>
                </a:solidFill>
                <a:latin typeface="Aptos"/>
                <a:ea typeface="Aptos"/>
                <a:cs typeface="Aptos"/>
              </a:defRPr>
            </a:lvl8pPr>
            <a:lvl9pPr algn="ctr">
              <a:defRPr sz="1425" b="1" i="0">
                <a:solidFill>
                  <a:srgbClr val="003366"/>
                </a:solidFill>
                <a:latin typeface="Aptos"/>
                <a:ea typeface="Aptos"/>
                <a:cs typeface="Aptos"/>
              </a:defRPr>
            </a:lvl9pPr>
          </a:lstStyle>
          <a:p xmlns:a="http://schemas.openxmlformats.org/drawingml/2006/main">
            <a:pPr algn="ctr">
              <a:defRPr sz="1425" b="1" i="0">
                <a:solidFill>
                  <a:srgbClr val="003366"/>
                </a:solidFill>
                <a:latin typeface="Aptos"/>
                <a:ea typeface="Aptos"/>
                <a:cs typeface="Aptos"/>
              </a:defRPr>
            </a:pPr>
            <a:r>
              <a:rPr sz="1425" b="1" i="0">
                <a:solidFill>
                  <a:srgbClr val="003366"/>
                </a:solidFill>
                <a:latin typeface="Aptos"/>
                <a:ea typeface="Aptos"/>
                <a:cs typeface="Aptos"/>
              </a:rPr>
              <a:t>Consulta ficticia</a:t>
            </a:r>
          </a:p>
        </p:txBody>
      </p:sp>
      <p:sp>
        <p:nvSpPr>
          <p:cNvPr id="7" name="process-line-0">
            <a:extLst xmlns:a="http://schemas.openxmlformats.org/drawingml/2006/main">
              <a:ext uri="{FF2B5EF4-FFF2-40B4-BE49-F238E27FC236}">
                <a16:creationId xmlns:a16="http://schemas.microsoft.com/office/drawing/2014/main" id="{FB988B3B-B4EB-4037-AD08-D5AA5FB3B170}"/>
              </a:ext>
            </a:extLst>
          </p:cNvPr>
          <p:cNvSpPr>
            <a:spLocks xmlns:a="http://schemas.openxmlformats.org/drawingml/2006/main" noGrp="1"/>
          </p:cNvSpPr>
          <p:nvPr/>
        </p:nvSpPr>
        <p:spPr>
          <a:xfrm xmlns:a="http://schemas.openxmlformats.org/drawingml/2006/main">
            <a:off x="2514600" y="3009900"/>
            <a:ext cx="1952625"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8" name="process-circle-1">
            <a:extLst xmlns:a="http://schemas.openxmlformats.org/drawingml/2006/main">
              <a:ext uri="{FF2B5EF4-FFF2-40B4-BE49-F238E27FC236}">
                <a16:creationId xmlns:a16="http://schemas.microsoft.com/office/drawing/2014/main" id="{D4F6465C-47E5-4031-8288-ADA894E41C68}"/>
              </a:ext>
            </a:extLst>
          </p:cNvPr>
          <p:cNvSpPr>
            <a:spLocks xmlns:a="http://schemas.openxmlformats.org/drawingml/2006/main" noGrp="1"/>
          </p:cNvSpPr>
          <p:nvPr/>
        </p:nvSpPr>
        <p:spPr>
          <a:xfrm xmlns:a="http://schemas.openxmlformats.org/drawingml/2006/main">
            <a:off x="4533900" y="2324100"/>
            <a:ext cx="1428750" cy="14287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9" name="process-label-1">
            <a:extLst xmlns:a="http://schemas.openxmlformats.org/drawingml/2006/main">
              <a:ext uri="{FF2B5EF4-FFF2-40B4-BE49-F238E27FC236}">
                <a16:creationId xmlns:a16="http://schemas.microsoft.com/office/drawing/2014/main" id="{EA400F15-0051-48B0-BA8B-E222236C4509}"/>
              </a:ext>
            </a:extLst>
          </p:cNvPr>
          <p:cNvSpPr>
            <a:spLocks xmlns:a="http://schemas.openxmlformats.org/drawingml/2006/main" noGrp="1"/>
          </p:cNvSpPr>
          <p:nvPr/>
        </p:nvSpPr>
        <p:spPr>
          <a:xfrm xmlns:a="http://schemas.openxmlformats.org/drawingml/2006/main">
            <a:off x="453390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PROCESO</a:t>
            </a:r>
          </a:p>
        </p:txBody>
      </p:sp>
      <p:sp>
        <p:nvSpPr>
          <p:cNvPr id="10" name="process-copy-1">
            <a:extLst xmlns:a="http://schemas.openxmlformats.org/drawingml/2006/main">
              <a:ext uri="{FF2B5EF4-FFF2-40B4-BE49-F238E27FC236}">
                <a16:creationId xmlns:a16="http://schemas.microsoft.com/office/drawing/2014/main" id="{B18450AB-ABCD-4D22-88BE-3BB633C64227}"/>
              </a:ext>
            </a:extLst>
          </p:cNvPr>
          <p:cNvSpPr>
            <a:spLocks xmlns:a="http://schemas.openxmlformats.org/drawingml/2006/main" noGrp="1"/>
          </p:cNvSpPr>
          <p:nvPr/>
        </p:nvSpPr>
        <p:spPr>
          <a:xfrm xmlns:a="http://schemas.openxmlformats.org/drawingml/2006/main">
            <a:off x="4210050" y="4000500"/>
            <a:ext cx="2076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003366"/>
                </a:solidFill>
                <a:latin typeface="Aptos"/>
                <a:ea typeface="Aptos"/>
                <a:cs typeface="Aptos"/>
              </a:defRPr>
            </a:defPPr>
            <a:lvl1pPr algn="ctr">
              <a:defRPr sz="1425" b="1" i="0">
                <a:solidFill>
                  <a:srgbClr val="003366"/>
                </a:solidFill>
                <a:latin typeface="Aptos"/>
                <a:ea typeface="Aptos"/>
                <a:cs typeface="Aptos"/>
              </a:defRPr>
            </a:lvl1pPr>
            <a:lvl2pPr algn="ctr">
              <a:defRPr sz="1425" b="1" i="0">
                <a:solidFill>
                  <a:srgbClr val="003366"/>
                </a:solidFill>
                <a:latin typeface="Aptos"/>
                <a:ea typeface="Aptos"/>
                <a:cs typeface="Aptos"/>
              </a:defRPr>
            </a:lvl2pPr>
            <a:lvl3pPr algn="ctr">
              <a:defRPr sz="1425" b="1" i="0">
                <a:solidFill>
                  <a:srgbClr val="003366"/>
                </a:solidFill>
                <a:latin typeface="Aptos"/>
                <a:ea typeface="Aptos"/>
                <a:cs typeface="Aptos"/>
              </a:defRPr>
            </a:lvl3pPr>
            <a:lvl4pPr algn="ctr">
              <a:defRPr sz="1425" b="1" i="0">
                <a:solidFill>
                  <a:srgbClr val="003366"/>
                </a:solidFill>
                <a:latin typeface="Aptos"/>
                <a:ea typeface="Aptos"/>
                <a:cs typeface="Aptos"/>
              </a:defRPr>
            </a:lvl4pPr>
            <a:lvl5pPr algn="ctr">
              <a:defRPr sz="1425" b="1" i="0">
                <a:solidFill>
                  <a:srgbClr val="003366"/>
                </a:solidFill>
                <a:latin typeface="Aptos"/>
                <a:ea typeface="Aptos"/>
                <a:cs typeface="Aptos"/>
              </a:defRPr>
            </a:lvl5pPr>
            <a:lvl6pPr algn="ctr">
              <a:defRPr sz="1425" b="1" i="0">
                <a:solidFill>
                  <a:srgbClr val="003366"/>
                </a:solidFill>
                <a:latin typeface="Aptos"/>
                <a:ea typeface="Aptos"/>
                <a:cs typeface="Aptos"/>
              </a:defRPr>
            </a:lvl6pPr>
            <a:lvl7pPr algn="ctr">
              <a:defRPr sz="1425" b="1" i="0">
                <a:solidFill>
                  <a:srgbClr val="003366"/>
                </a:solidFill>
                <a:latin typeface="Aptos"/>
                <a:ea typeface="Aptos"/>
                <a:cs typeface="Aptos"/>
              </a:defRPr>
            </a:lvl7pPr>
            <a:lvl8pPr algn="ctr">
              <a:defRPr sz="1425" b="1" i="0">
                <a:solidFill>
                  <a:srgbClr val="003366"/>
                </a:solidFill>
                <a:latin typeface="Aptos"/>
                <a:ea typeface="Aptos"/>
                <a:cs typeface="Aptos"/>
              </a:defRPr>
            </a:lvl8pPr>
            <a:lvl9pPr algn="ctr">
              <a:defRPr sz="1425" b="1" i="0">
                <a:solidFill>
                  <a:srgbClr val="003366"/>
                </a:solidFill>
                <a:latin typeface="Aptos"/>
                <a:ea typeface="Aptos"/>
                <a:cs typeface="Aptos"/>
              </a:defRPr>
            </a:lvl9pPr>
          </a:lstStyle>
          <a:p xmlns:a="http://schemas.openxmlformats.org/drawingml/2006/main">
            <a:pPr algn="ctr">
              <a:defRPr sz="1425" b="1" i="0">
                <a:solidFill>
                  <a:srgbClr val="003366"/>
                </a:solidFill>
                <a:latin typeface="Aptos"/>
                <a:ea typeface="Aptos"/>
                <a:cs typeface="Aptos"/>
              </a:defRPr>
            </a:pPr>
            <a:r>
              <a:rPr sz="1425" b="1" i="0">
                <a:solidFill>
                  <a:srgbClr val="003366"/>
                </a:solidFill>
                <a:latin typeface="Aptos"/>
                <a:ea typeface="Aptos"/>
                <a:cs typeface="Aptos"/>
              </a:rPr>
              <a:t>Revisar, validar y asignar</a:t>
            </a:r>
          </a:p>
        </p:txBody>
      </p:sp>
      <p:sp>
        <p:nvSpPr>
          <p:cNvPr id="11" name="process-line-1">
            <a:extLst xmlns:a="http://schemas.openxmlformats.org/drawingml/2006/main">
              <a:ext uri="{FF2B5EF4-FFF2-40B4-BE49-F238E27FC236}">
                <a16:creationId xmlns:a16="http://schemas.microsoft.com/office/drawing/2014/main" id="{69D9BCE4-01EB-4A51-B0A1-1F482068ABEB}"/>
              </a:ext>
            </a:extLst>
          </p:cNvPr>
          <p:cNvSpPr>
            <a:spLocks xmlns:a="http://schemas.openxmlformats.org/drawingml/2006/main" noGrp="1"/>
          </p:cNvSpPr>
          <p:nvPr/>
        </p:nvSpPr>
        <p:spPr>
          <a:xfrm xmlns:a="http://schemas.openxmlformats.org/drawingml/2006/main">
            <a:off x="6038850" y="3009900"/>
            <a:ext cx="1952625"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2" name="process-circle-2">
            <a:extLst xmlns:a="http://schemas.openxmlformats.org/drawingml/2006/main">
              <a:ext uri="{FF2B5EF4-FFF2-40B4-BE49-F238E27FC236}">
                <a16:creationId xmlns:a16="http://schemas.microsoft.com/office/drawing/2014/main" id="{A75A71F8-C446-4E96-A7A3-77B4335B4364}"/>
              </a:ext>
            </a:extLst>
          </p:cNvPr>
          <p:cNvSpPr>
            <a:spLocks xmlns:a="http://schemas.openxmlformats.org/drawingml/2006/main" noGrp="1"/>
          </p:cNvSpPr>
          <p:nvPr/>
        </p:nvSpPr>
        <p:spPr>
          <a:xfrm xmlns:a="http://schemas.openxmlformats.org/drawingml/2006/main">
            <a:off x="8058150" y="2324100"/>
            <a:ext cx="1428750" cy="14287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13" name="process-label-2">
            <a:extLst xmlns:a="http://schemas.openxmlformats.org/drawingml/2006/main">
              <a:ext uri="{FF2B5EF4-FFF2-40B4-BE49-F238E27FC236}">
                <a16:creationId xmlns:a16="http://schemas.microsoft.com/office/drawing/2014/main" id="{DB5B96C2-245A-462F-8D64-F7CE773B81CE}"/>
              </a:ext>
            </a:extLst>
          </p:cNvPr>
          <p:cNvSpPr>
            <a:spLocks xmlns:a="http://schemas.openxmlformats.org/drawingml/2006/main" noGrp="1"/>
          </p:cNvSpPr>
          <p:nvPr/>
        </p:nvSpPr>
        <p:spPr>
          <a:xfrm xmlns:a="http://schemas.openxmlformats.org/drawingml/2006/main">
            <a:off x="8058150" y="2647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RESULTADO</a:t>
            </a:r>
          </a:p>
        </p:txBody>
      </p:sp>
      <p:sp>
        <p:nvSpPr>
          <p:cNvPr id="14" name="process-copy-2">
            <a:extLst xmlns:a="http://schemas.openxmlformats.org/drawingml/2006/main">
              <a:ext uri="{FF2B5EF4-FFF2-40B4-BE49-F238E27FC236}">
                <a16:creationId xmlns:a16="http://schemas.microsoft.com/office/drawing/2014/main" id="{B8E7A5D6-863F-417D-8B84-667791811815}"/>
              </a:ext>
            </a:extLst>
          </p:cNvPr>
          <p:cNvSpPr>
            <a:spLocks xmlns:a="http://schemas.openxmlformats.org/drawingml/2006/main" noGrp="1"/>
          </p:cNvSpPr>
          <p:nvPr/>
        </p:nvSpPr>
        <p:spPr>
          <a:xfrm xmlns:a="http://schemas.openxmlformats.org/drawingml/2006/main">
            <a:off x="7734300" y="4000500"/>
            <a:ext cx="2076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003366"/>
                </a:solidFill>
                <a:latin typeface="Aptos"/>
                <a:ea typeface="Aptos"/>
                <a:cs typeface="Aptos"/>
              </a:defRPr>
            </a:defPPr>
            <a:lvl1pPr algn="ctr">
              <a:defRPr sz="1425" b="1" i="0">
                <a:solidFill>
                  <a:srgbClr val="003366"/>
                </a:solidFill>
                <a:latin typeface="Aptos"/>
                <a:ea typeface="Aptos"/>
                <a:cs typeface="Aptos"/>
              </a:defRPr>
            </a:lvl1pPr>
            <a:lvl2pPr algn="ctr">
              <a:defRPr sz="1425" b="1" i="0">
                <a:solidFill>
                  <a:srgbClr val="003366"/>
                </a:solidFill>
                <a:latin typeface="Aptos"/>
                <a:ea typeface="Aptos"/>
                <a:cs typeface="Aptos"/>
              </a:defRPr>
            </a:lvl2pPr>
            <a:lvl3pPr algn="ctr">
              <a:defRPr sz="1425" b="1" i="0">
                <a:solidFill>
                  <a:srgbClr val="003366"/>
                </a:solidFill>
                <a:latin typeface="Aptos"/>
                <a:ea typeface="Aptos"/>
                <a:cs typeface="Aptos"/>
              </a:defRPr>
            </a:lvl3pPr>
            <a:lvl4pPr algn="ctr">
              <a:defRPr sz="1425" b="1" i="0">
                <a:solidFill>
                  <a:srgbClr val="003366"/>
                </a:solidFill>
                <a:latin typeface="Aptos"/>
                <a:ea typeface="Aptos"/>
                <a:cs typeface="Aptos"/>
              </a:defRPr>
            </a:lvl4pPr>
            <a:lvl5pPr algn="ctr">
              <a:defRPr sz="1425" b="1" i="0">
                <a:solidFill>
                  <a:srgbClr val="003366"/>
                </a:solidFill>
                <a:latin typeface="Aptos"/>
                <a:ea typeface="Aptos"/>
                <a:cs typeface="Aptos"/>
              </a:defRPr>
            </a:lvl5pPr>
            <a:lvl6pPr algn="ctr">
              <a:defRPr sz="1425" b="1" i="0">
                <a:solidFill>
                  <a:srgbClr val="003366"/>
                </a:solidFill>
                <a:latin typeface="Aptos"/>
                <a:ea typeface="Aptos"/>
                <a:cs typeface="Aptos"/>
              </a:defRPr>
            </a:lvl6pPr>
            <a:lvl7pPr algn="ctr">
              <a:defRPr sz="1425" b="1" i="0">
                <a:solidFill>
                  <a:srgbClr val="003366"/>
                </a:solidFill>
                <a:latin typeface="Aptos"/>
                <a:ea typeface="Aptos"/>
                <a:cs typeface="Aptos"/>
              </a:defRPr>
            </a:lvl7pPr>
            <a:lvl8pPr algn="ctr">
              <a:defRPr sz="1425" b="1" i="0">
                <a:solidFill>
                  <a:srgbClr val="003366"/>
                </a:solidFill>
                <a:latin typeface="Aptos"/>
                <a:ea typeface="Aptos"/>
                <a:cs typeface="Aptos"/>
              </a:defRPr>
            </a:lvl8pPr>
            <a:lvl9pPr algn="ctr">
              <a:defRPr sz="1425" b="1" i="0">
                <a:solidFill>
                  <a:srgbClr val="003366"/>
                </a:solidFill>
                <a:latin typeface="Aptos"/>
                <a:ea typeface="Aptos"/>
                <a:cs typeface="Aptos"/>
              </a:defRPr>
            </a:lvl9pPr>
          </a:lstStyle>
          <a:p xmlns:a="http://schemas.openxmlformats.org/drawingml/2006/main">
            <a:pPr algn="ctr">
              <a:defRPr sz="1425" b="1" i="0">
                <a:solidFill>
                  <a:srgbClr val="003366"/>
                </a:solidFill>
                <a:latin typeface="Aptos"/>
                <a:ea typeface="Aptos"/>
                <a:cs typeface="Aptos"/>
              </a:defRPr>
            </a:pPr>
            <a:r>
              <a:rPr sz="1425" b="1" i="0">
                <a:solidFill>
                  <a:srgbClr val="003366"/>
                </a:solidFill>
                <a:latin typeface="Aptos"/>
                <a:ea typeface="Aptos"/>
                <a:cs typeface="Aptos"/>
              </a:rPr>
              <a:t>Tarea de seguimiento</a:t>
            </a:r>
          </a:p>
        </p:txBody>
      </p:sp>
      <p:sp>
        <p:nvSpPr>
          <p:cNvPr id="15" name="process-signals">
            <a:extLst xmlns:a="http://schemas.openxmlformats.org/drawingml/2006/main">
              <a:ext uri="{FF2B5EF4-FFF2-40B4-BE49-F238E27FC236}">
                <a16:creationId xmlns:a16="http://schemas.microsoft.com/office/drawing/2014/main" id="{E0027277-EF24-45B5-9871-02FC2633B1A4}"/>
              </a:ext>
            </a:extLst>
          </p:cNvPr>
          <p:cNvSpPr>
            <a:spLocks xmlns:a="http://schemas.openxmlformats.org/drawingml/2006/main" noGrp="1"/>
          </p:cNvSpPr>
          <p:nvPr/>
        </p:nvSpPr>
        <p:spPr>
          <a:xfrm xmlns:a="http://schemas.openxmlformats.org/drawingml/2006/main">
            <a:off x="1257300" y="5124450"/>
            <a:ext cx="967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17324D"/>
                </a:solidFill>
                <a:latin typeface="Aptos"/>
                <a:ea typeface="Aptos"/>
                <a:cs typeface="Aptos"/>
              </a:defRPr>
            </a:defPPr>
            <a:lvl1pPr algn="ctr">
              <a:defRPr sz="1650" b="1" i="0">
                <a:solidFill>
                  <a:srgbClr val="17324D"/>
                </a:solidFill>
                <a:latin typeface="Aptos"/>
                <a:ea typeface="Aptos"/>
                <a:cs typeface="Aptos"/>
              </a:defRPr>
            </a:lvl1pPr>
            <a:lvl2pPr algn="ctr">
              <a:defRPr sz="1650" b="1" i="0">
                <a:solidFill>
                  <a:srgbClr val="17324D"/>
                </a:solidFill>
                <a:latin typeface="Aptos"/>
                <a:ea typeface="Aptos"/>
                <a:cs typeface="Aptos"/>
              </a:defRPr>
            </a:lvl2pPr>
            <a:lvl3pPr algn="ctr">
              <a:defRPr sz="1650" b="1" i="0">
                <a:solidFill>
                  <a:srgbClr val="17324D"/>
                </a:solidFill>
                <a:latin typeface="Aptos"/>
                <a:ea typeface="Aptos"/>
                <a:cs typeface="Aptos"/>
              </a:defRPr>
            </a:lvl3pPr>
            <a:lvl4pPr algn="ctr">
              <a:defRPr sz="1650" b="1" i="0">
                <a:solidFill>
                  <a:srgbClr val="17324D"/>
                </a:solidFill>
                <a:latin typeface="Aptos"/>
                <a:ea typeface="Aptos"/>
                <a:cs typeface="Aptos"/>
              </a:defRPr>
            </a:lvl4pPr>
            <a:lvl5pPr algn="ctr">
              <a:defRPr sz="1650" b="1" i="0">
                <a:solidFill>
                  <a:srgbClr val="17324D"/>
                </a:solidFill>
                <a:latin typeface="Aptos"/>
                <a:ea typeface="Aptos"/>
                <a:cs typeface="Aptos"/>
              </a:defRPr>
            </a:lvl5pPr>
            <a:lvl6pPr algn="ctr">
              <a:defRPr sz="1650" b="1" i="0">
                <a:solidFill>
                  <a:srgbClr val="17324D"/>
                </a:solidFill>
                <a:latin typeface="Aptos"/>
                <a:ea typeface="Aptos"/>
                <a:cs typeface="Aptos"/>
              </a:defRPr>
            </a:lvl6pPr>
            <a:lvl7pPr algn="ctr">
              <a:defRPr sz="1650" b="1" i="0">
                <a:solidFill>
                  <a:srgbClr val="17324D"/>
                </a:solidFill>
                <a:latin typeface="Aptos"/>
                <a:ea typeface="Aptos"/>
                <a:cs typeface="Aptos"/>
              </a:defRPr>
            </a:lvl7pPr>
            <a:lvl8pPr algn="ctr">
              <a:defRPr sz="1650" b="1" i="0">
                <a:solidFill>
                  <a:srgbClr val="17324D"/>
                </a:solidFill>
                <a:latin typeface="Aptos"/>
                <a:ea typeface="Aptos"/>
                <a:cs typeface="Aptos"/>
              </a:defRPr>
            </a:lvl8pPr>
            <a:lvl9pPr algn="ctr">
              <a:defRPr sz="1650" b="1" i="0">
                <a:solidFill>
                  <a:srgbClr val="17324D"/>
                </a:solidFill>
                <a:latin typeface="Aptos"/>
                <a:ea typeface="Aptos"/>
                <a:cs typeface="Aptos"/>
              </a:defRPr>
            </a:lvl9pPr>
          </a:lstStyle>
          <a:p xmlns:a="http://schemas.openxmlformats.org/drawingml/2006/main">
            <a:pPr algn="ctr">
              <a:defRPr sz="1650" b="1" i="0">
                <a:solidFill>
                  <a:srgbClr val="17324D"/>
                </a:solidFill>
                <a:latin typeface="Aptos"/>
                <a:ea typeface="Aptos"/>
                <a:cs typeface="Aptos"/>
              </a:defRPr>
            </a:pPr>
            <a:r>
              <a:rPr sz="1650" b="1" i="0">
                <a:solidFill>
                  <a:srgbClr val="17324D"/>
                </a:solidFill>
                <a:latin typeface="Aptos"/>
                <a:ea typeface="Aptos"/>
                <a:cs typeface="Aptos"/>
              </a:rPr>
              <a:t>Señales útiles: alta frecuencia, reglas claras, tiempo repetido y errores observables</a:t>
            </a:r>
          </a:p>
        </p:txBody>
      </p:sp>
      <p:sp>
        <p:nvSpPr>
          <p:cNvPr id="16" name="process-warning-box">
            <a:extLst xmlns:a="http://schemas.openxmlformats.org/drawingml/2006/main">
              <a:ext uri="{FF2B5EF4-FFF2-40B4-BE49-F238E27FC236}">
                <a16:creationId xmlns:a16="http://schemas.microsoft.com/office/drawing/2014/main" id="{B7E5435A-8DC7-46FA-8145-95B702580F86}"/>
              </a:ext>
            </a:extLst>
          </p:cNvPr>
          <p:cNvSpPr>
            <a:spLocks xmlns:a="http://schemas.openxmlformats.org/drawingml/2006/main" noGrp="1"/>
          </p:cNvSpPr>
          <p:nvPr/>
        </p:nvSpPr>
        <p:spPr>
          <a:xfrm xmlns:a="http://schemas.openxmlformats.org/drawingml/2006/main">
            <a:off x="2571750" y="5734050"/>
            <a:ext cx="70485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17" name="process-warning-text">
            <a:extLst xmlns:a="http://schemas.openxmlformats.org/drawingml/2006/main">
              <a:ext uri="{FF2B5EF4-FFF2-40B4-BE49-F238E27FC236}">
                <a16:creationId xmlns:a16="http://schemas.microsoft.com/office/drawing/2014/main" id="{BFA190BB-7591-4073-8385-EFC8A7967A8D}"/>
              </a:ext>
            </a:extLst>
          </p:cNvPr>
          <p:cNvSpPr>
            <a:spLocks xmlns:a="http://schemas.openxmlformats.org/drawingml/2006/main" noGrp="1"/>
          </p:cNvSpPr>
          <p:nvPr/>
        </p:nvSpPr>
        <p:spPr>
          <a:xfrm xmlns:a="http://schemas.openxmlformats.org/drawingml/2006/main">
            <a:off x="2686050" y="5800725"/>
            <a:ext cx="681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Una automatización aplicada al proceso equivocado acelera el desorden</a:t>
            </a:r>
          </a:p>
        </p:txBody>
      </p:sp>
      <p:sp>
        <p:nvSpPr>
          <p:cNvPr id="18" name="brand-2">
            <a:extLst xmlns:a="http://schemas.openxmlformats.org/drawingml/2006/main">
              <a:ext uri="{FF2B5EF4-FFF2-40B4-BE49-F238E27FC236}">
                <a16:creationId xmlns:a16="http://schemas.microsoft.com/office/drawing/2014/main" id="{40483712-C613-49DA-8A75-D07CB40A1A60}"/>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9" name="page-2">
            <a:extLst xmlns:a="http://schemas.openxmlformats.org/drawingml/2006/main">
              <a:ext uri="{FF2B5EF4-FFF2-40B4-BE49-F238E27FC236}">
                <a16:creationId xmlns:a16="http://schemas.microsoft.com/office/drawing/2014/main" id="{A3DF6D1D-F7FA-4A48-8995-392711473214}"/>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02</a:t>
            </a:r>
          </a:p>
        </p:txBody>
      </p:sp>
    </p:spTree>
    <p:extLst>
      <p:ext uri="{BB962C8B-B14F-4D97-AF65-F5344CB8AC3E}">
        <p14:creationId xmlns:p14="http://schemas.microsoft.com/office/powerpoint/2010/main" val="168250770"/>
      </p:ext>
    </p:extLst>
  </p:cSld>
</p:sld>
</file>

<file path=ppt/slides/slide3.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3">
            <a:extLst xmlns:a="http://schemas.openxmlformats.org/drawingml/2006/main">
              <a:ext uri="{FF2B5EF4-FFF2-40B4-BE49-F238E27FC236}">
                <a16:creationId xmlns:a16="http://schemas.microsoft.com/office/drawing/2014/main" id="{D047EDFF-CF9F-4AC6-AD72-D9299DFF38D7}"/>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Inventario de procesos repetitivos</a:t>
            </a:r>
          </a:p>
        </p:txBody>
      </p:sp>
      <p:sp>
        <p:nvSpPr>
          <p:cNvPr id="2" name="title-rule-3">
            <a:extLst xmlns:a="http://schemas.openxmlformats.org/drawingml/2006/main">
              <a:ext uri="{FF2B5EF4-FFF2-40B4-BE49-F238E27FC236}">
                <a16:creationId xmlns:a16="http://schemas.microsoft.com/office/drawing/2014/main" id="{AC25A5ED-5D12-4741-91ED-F4B10F054278}"/>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3">
            <a:extLst xmlns:a="http://schemas.openxmlformats.org/drawingml/2006/main">
              <a:ext uri="{FF2B5EF4-FFF2-40B4-BE49-F238E27FC236}">
                <a16:creationId xmlns:a16="http://schemas.microsoft.com/office/drawing/2014/main" id="{A99249C3-F046-4DC5-8140-5673E7E23841}"/>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Registra entre tres y cinco acciones concretas con una línea base aproximada.</a:t>
            </a:r>
          </a:p>
        </p:txBody>
      </p:sp>
      <p:graphicFrame>
        <p:nvGraphicFramePr>
          <p:cNvPr id="4" name="">
            <a:extLst xmlns:a="http://schemas.openxmlformats.org/drawingml/2006/main">
              <a:ext uri="{FF2B5EF4-FFF2-40B4-BE49-F238E27FC236}">
                <a16:creationId xmlns:a16="http://schemas.microsoft.com/office/drawing/2014/main" id="{06A25868-FEAF-4416-8F6A-ABBCB197EF48}"/>
              </a:ext>
            </a:extLst>
          </p:cNvPr>
          <p:cNvGraphicFramePr/>
          <p:nvPr/>
        </p:nvGraphicFramePr>
        <p:xfrm>
          <a:off xmlns:a="http://schemas.openxmlformats.org/drawingml/2006/main" x="876300" y="2228850"/>
          <a:ext xmlns:a="http://schemas.openxmlformats.org/drawingml/2006/main" cx="10439400" cy="2667000"/>
        </p:xfrm>
        <a:graphic xmlns:a="http://schemas.openxmlformats.org/drawingml/2006/main">
          <a:graphicData uri="http://schemas.openxmlformats.org/drawingml/2006/table">
            <a:tbl>
              <a:tblPr/>
              <a:tblGrid>
                <a:gridCol w="5219700"/>
                <a:gridCol w="1676400"/>
                <a:gridCol w="1676400"/>
                <a:gridCol w="1866900"/>
              </a:tblGrid>
              <a:tr h="666750">
                <a:tc>
                  <a:txBody>
                    <a:bodyPr/>
                    <a:lstStyle/>
                    <a:p>
                      <a:r>
                        <a:rPr sz="1200" b="1">
                          <a:solidFill>
                            <a:srgbClr val="FFFFFF"/>
                          </a:solidFill>
                          <a:latin typeface="Aptos"/>
                          <a:ea typeface="Aptos"/>
                          <a:cs typeface="Aptos"/>
                        </a:rPr>
                        <a:t>Proceso ficticio</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r>
                        <a:rPr sz="1200" b="1">
                          <a:solidFill>
                            <a:srgbClr val="FFFFFF"/>
                          </a:solidFill>
                          <a:latin typeface="Aptos"/>
                          <a:ea typeface="Aptos"/>
                          <a:cs typeface="Aptos"/>
                        </a:rPr>
                        <a:t>Frecuencia/semana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r>
                        <a:rPr sz="1200" b="1">
                          <a:solidFill>
                            <a:srgbClr val="FFFFFF"/>
                          </a:solidFill>
                          <a:latin typeface="Aptos"/>
                          <a:ea typeface="Aptos"/>
                          <a:cs typeface="Aptos"/>
                        </a:rPr>
                        <a:t>Minutos/vez</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r>
                        <a:rPr sz="1200" b="1">
                          <a:solidFill>
                            <a:srgbClr val="FFFFFF"/>
                          </a:solidFill>
                          <a:latin typeface="Aptos"/>
                          <a:ea typeface="Aptos"/>
                          <a:cs typeface="Aptos"/>
                        </a:rPr>
                        <a:t>Horas/mes</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666750">
                <a:tc>
                  <a:txBody>
                    <a:bodyPr/>
                    <a:lstStyle/>
                    <a:p>
                      <a:r>
                        <a:rPr sz="1275" b="1">
                          <a:solidFill>
                            <a:srgbClr val="003366"/>
                          </a:solidFill>
                          <a:latin typeface="Aptos"/>
                          <a:ea typeface="Aptos"/>
                          <a:cs typeface="Aptos"/>
                        </a:rPr>
                        <a:t>Registrar consulta y asignar seguimiento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15</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8</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8,7</a:t>
                      </a:r>
                    </a:p>
                  </a:txBody>
                  <a:tcPr marL="91440" marR="91440" marT="45720" marB="45720">
                    <a:lnR w="9525">
                      <a:solidFill>
                        <a:srgbClr val="EAF4F8"/>
                      </a:solidFill>
                      <a:prstDash val="solid"/>
                    </a:lnR>
                    <a:lnB w="9525">
                      <a:solidFill>
                        <a:srgbClr val="EAF4F8"/>
                      </a:solidFill>
                      <a:prstDash val="solid"/>
                    </a:lnB>
                    <a:solidFill>
                      <a:srgbClr val="FFFFFF"/>
                    </a:solidFill>
                  </a:tcPr>
                </a:tc>
              </a:tr>
              <a:tr h="666750">
                <a:tc>
                  <a:txBody>
                    <a:bodyPr/>
                    <a:lstStyle/>
                    <a:p>
                      <a:r>
                        <a:rPr sz="1275" b="1">
                          <a:solidFill>
                            <a:srgbClr val="003366"/>
                          </a:solidFill>
                          <a:latin typeface="Aptos"/>
                          <a:ea typeface="Aptos"/>
                          <a:cs typeface="Aptos"/>
                        </a:rPr>
                        <a:t>Consolidar reporte mensual</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1</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90</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6,5</a:t>
                      </a:r>
                    </a:p>
                  </a:txBody>
                  <a:tcPr marL="91440" marR="91440" marT="45720" marB="45720">
                    <a:lnR w="9525">
                      <a:solidFill>
                        <a:srgbClr val="EAF4F8"/>
                      </a:solidFill>
                      <a:prstDash val="solid"/>
                    </a:lnR>
                    <a:lnB w="9525">
                      <a:solidFill>
                        <a:srgbClr val="EAF4F8"/>
                      </a:solidFill>
                      <a:prstDash val="solid"/>
                    </a:lnB>
                    <a:solidFill>
                      <a:srgbClr val="FFFFFF"/>
                    </a:solidFill>
                  </a:tcPr>
                </a:tc>
              </a:tr>
              <a:tr h="666750">
                <a:tc>
                  <a:txBody>
                    <a:bodyPr/>
                    <a:lstStyle/>
                    <a:p>
                      <a:r>
                        <a:rPr sz="1275" b="1">
                          <a:solidFill>
                            <a:srgbClr val="003366"/>
                          </a:solidFill>
                          <a:latin typeface="Aptos"/>
                          <a:ea typeface="Aptos"/>
                          <a:cs typeface="Aptos"/>
                        </a:rPr>
                        <a:t>Actualizar disponibilidad semanal</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5</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10</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a:solidFill>
                            <a:srgbClr val="17324D"/>
                          </a:solidFill>
                          <a:latin typeface="Aptos"/>
                          <a:ea typeface="Aptos"/>
                          <a:cs typeface="Aptos"/>
                        </a:rPr>
                        <a:t>3,6</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inventory-pause-box">
            <a:extLst xmlns:a="http://schemas.openxmlformats.org/drawingml/2006/main">
              <a:ext uri="{FF2B5EF4-FFF2-40B4-BE49-F238E27FC236}">
                <a16:creationId xmlns:a16="http://schemas.microsoft.com/office/drawing/2014/main" id="{DD472BB0-42B4-4172-A0B7-4F2980B0D672}"/>
              </a:ext>
            </a:extLst>
          </p:cNvPr>
          <p:cNvSpPr>
            <a:spLocks xmlns:a="http://schemas.openxmlformats.org/drawingml/2006/main" noGrp="1"/>
          </p:cNvSpPr>
          <p:nvPr/>
        </p:nvSpPr>
        <p:spPr>
          <a:xfrm xmlns:a="http://schemas.openxmlformats.org/drawingml/2006/main">
            <a:off x="3238500" y="5314950"/>
            <a:ext cx="57150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6" name="inventory-pause-text">
            <a:extLst xmlns:a="http://schemas.openxmlformats.org/drawingml/2006/main">
              <a:ext uri="{FF2B5EF4-FFF2-40B4-BE49-F238E27FC236}">
                <a16:creationId xmlns:a16="http://schemas.microsoft.com/office/drawing/2014/main" id="{E1E249D7-0E69-4129-A838-22D4AE2A29CC}"/>
              </a:ext>
            </a:extLst>
          </p:cNvPr>
          <p:cNvSpPr>
            <a:spLocks xmlns:a="http://schemas.openxmlformats.org/drawingml/2006/main" noGrp="1"/>
          </p:cNvSpPr>
          <p:nvPr/>
        </p:nvSpPr>
        <p:spPr>
          <a:xfrm xmlns:a="http://schemas.openxmlformats.org/drawingml/2006/main">
            <a:off x="3352800" y="5381625"/>
            <a:ext cx="548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PAUSA  ·  Completa ahora tus tres a cinco procesos</a:t>
            </a:r>
          </a:p>
        </p:txBody>
      </p:sp>
      <p:sp>
        <p:nvSpPr>
          <p:cNvPr id="7" name="brand-3">
            <a:extLst xmlns:a="http://schemas.openxmlformats.org/drawingml/2006/main">
              <a:ext uri="{FF2B5EF4-FFF2-40B4-BE49-F238E27FC236}">
                <a16:creationId xmlns:a16="http://schemas.microsoft.com/office/drawing/2014/main" id="{8857CB71-F755-4F18-834E-E4CB78133767}"/>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3">
            <a:extLst xmlns:a="http://schemas.openxmlformats.org/drawingml/2006/main">
              <a:ext uri="{FF2B5EF4-FFF2-40B4-BE49-F238E27FC236}">
                <a16:creationId xmlns:a16="http://schemas.microsoft.com/office/drawing/2014/main" id="{F2F3D721-35D1-4891-8769-9CA950FBCDD1}"/>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03</a:t>
            </a:r>
          </a:p>
        </p:txBody>
      </p:sp>
    </p:spTree>
    <p:extLst>
      <p:ext uri="{BB962C8B-B14F-4D97-AF65-F5344CB8AC3E}">
        <p14:creationId xmlns:p14="http://schemas.microsoft.com/office/powerpoint/2010/main" val="18842865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4">
            <a:extLst xmlns:a="http://schemas.openxmlformats.org/drawingml/2006/main">
              <a:ext uri="{FF2B5EF4-FFF2-40B4-BE49-F238E27FC236}">
                <a16:creationId xmlns:a16="http://schemas.microsoft.com/office/drawing/2014/main" id="{454223A9-5A9C-462D-AAC4-D8F8C702E175}"/>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Mapa del proceso actual</a:t>
            </a:r>
          </a:p>
        </p:txBody>
      </p:sp>
      <p:sp>
        <p:nvSpPr>
          <p:cNvPr id="2" name="title-rule-4">
            <a:extLst xmlns:a="http://schemas.openxmlformats.org/drawingml/2006/main">
              <a:ext uri="{FF2B5EF4-FFF2-40B4-BE49-F238E27FC236}">
                <a16:creationId xmlns:a16="http://schemas.microsoft.com/office/drawing/2014/main" id="{DB43A7D6-528B-40B8-978C-AD5F0FD551DE}"/>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4">
            <a:extLst xmlns:a="http://schemas.openxmlformats.org/drawingml/2006/main">
              <a:ext uri="{FF2B5EF4-FFF2-40B4-BE49-F238E27FC236}">
                <a16:creationId xmlns:a16="http://schemas.microsoft.com/office/drawing/2014/main" id="{93DA67B5-1421-40B7-8739-3F71F664452A}"/>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Describe cómo funciona hoy, incluso si tiene pasos imperfectos.</a:t>
            </a:r>
          </a:p>
        </p:txBody>
      </p:sp>
      <p:graphicFrame>
        <p:nvGraphicFramePr>
          <p:cNvPr id="4" name="">
            <a:extLst xmlns:a="http://schemas.openxmlformats.org/drawingml/2006/main">
              <a:ext uri="{FF2B5EF4-FFF2-40B4-BE49-F238E27FC236}">
                <a16:creationId xmlns:a16="http://schemas.microsoft.com/office/drawing/2014/main" id="{73C9F9A0-E8BF-4EE5-9A51-995FCD1F4BD5}"/>
              </a:ext>
            </a:extLst>
          </p:cNvPr>
          <p:cNvGraphicFramePr/>
          <p:nvPr/>
        </p:nvGraphicFramePr>
        <p:xfrm>
          <a:off xmlns:a="http://schemas.openxmlformats.org/drawingml/2006/main" x="876300" y="2095500"/>
          <a:ext xmlns:a="http://schemas.openxmlformats.org/drawingml/2006/main" cx="10439400" cy="3619500"/>
        </p:xfrm>
        <a:graphic xmlns:a="http://schemas.openxmlformats.org/drawingml/2006/main">
          <a:graphicData uri="http://schemas.openxmlformats.org/drawingml/2006/table">
            <a:tbl>
              <a:tblPr/>
              <a:tblGrid>
                <a:gridCol w="2762250"/>
                <a:gridCol w="7677150"/>
              </a:tblGrid>
              <a:tr h="723900">
                <a:tc>
                  <a:txBody>
                    <a:bodyPr/>
                    <a:lstStyle/>
                    <a:p>
                      <a:r>
                        <a:rPr sz="1350" b="1">
                          <a:solidFill>
                            <a:srgbClr val="003366"/>
                          </a:solidFill>
                          <a:latin typeface="Aptos"/>
                          <a:ea typeface="Aptos"/>
                          <a:cs typeface="Aptos"/>
                        </a:rPr>
                        <a:t>Nombre</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EAF4F8"/>
                    </a:solidFill>
                  </a:tcPr>
                </a:tc>
                <a:tc>
                  <a:txBody>
                    <a:bodyPr/>
                    <a:lstStyle/>
                    <a:p>
                      <a:r>
                        <a:rPr sz="1275">
                          <a:solidFill>
                            <a:srgbClr val="17324D"/>
                          </a:solidFill>
                          <a:latin typeface="Aptos"/>
                          <a:ea typeface="Aptos"/>
                          <a:cs typeface="Aptos"/>
                        </a:rPr>
                        <a:t>Registrar una consulta y asignar seguimiento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FFFFFF"/>
                    </a:solidFill>
                  </a:tcPr>
                </a:tc>
              </a:tr>
              <a:tr h="723900">
                <a:tc>
                  <a:txBody>
                    <a:bodyPr/>
                    <a:lstStyle/>
                    <a:p>
                      <a:r>
                        <a:rPr sz="1350" b="1">
                          <a:solidFill>
                            <a:srgbClr val="003366"/>
                          </a:solidFill>
                          <a:latin typeface="Aptos"/>
                          <a:ea typeface="Aptos"/>
                          <a:cs typeface="Aptos"/>
                        </a:rPr>
                        <a:t>Entrada</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75">
                          <a:solidFill>
                            <a:srgbClr val="17324D"/>
                          </a:solidFill>
                          <a:latin typeface="Aptos"/>
                          <a:ea typeface="Aptos"/>
                          <a:cs typeface="Aptos"/>
                        </a:rPr>
                        <a:t>Nombre ficticio, correo de prueba y motivo de contacto</a:t>
                      </a:r>
                    </a:p>
                  </a:txBody>
                  <a:tcPr marL="91440" marR="91440" marT="45720" marB="45720">
                    <a:lnR w="9525">
                      <a:solidFill>
                        <a:srgbClr val="EAF4F8"/>
                      </a:solidFill>
                      <a:prstDash val="solid"/>
                    </a:lnR>
                    <a:lnB w="9525">
                      <a:solidFill>
                        <a:srgbClr val="EAF4F8"/>
                      </a:solidFill>
                      <a:prstDash val="solid"/>
                    </a:lnB>
                    <a:solidFill>
                      <a:srgbClr val="FFFFFF"/>
                    </a:solidFill>
                  </a:tcPr>
                </a:tc>
              </a:tr>
              <a:tr h="723900">
                <a:tc>
                  <a:txBody>
                    <a:bodyPr/>
                    <a:lstStyle/>
                    <a:p>
                      <a:r>
                        <a:rPr sz="1350" b="1">
                          <a:solidFill>
                            <a:srgbClr val="003366"/>
                          </a:solidFill>
                          <a:latin typeface="Aptos"/>
                          <a:ea typeface="Aptos"/>
                          <a:cs typeface="Aptos"/>
                        </a:rPr>
                        <a:t>Pasos actuales</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75">
                          <a:solidFill>
                            <a:srgbClr val="17324D"/>
                          </a:solidFill>
                          <a:latin typeface="Aptos"/>
                          <a:ea typeface="Aptos"/>
                          <a:cs typeface="Aptos"/>
                        </a:rPr>
                        <a:t>Recibir, revisar campos, pedir datos faltantes, registrar, confirmar y asignar</a:t>
                      </a:r>
                    </a:p>
                  </a:txBody>
                  <a:tcPr marL="91440" marR="91440" marT="45720" marB="45720">
                    <a:lnR w="9525">
                      <a:solidFill>
                        <a:srgbClr val="EAF4F8"/>
                      </a:solidFill>
                      <a:prstDash val="solid"/>
                    </a:lnR>
                    <a:lnB w="9525">
                      <a:solidFill>
                        <a:srgbClr val="EAF4F8"/>
                      </a:solidFill>
                      <a:prstDash val="solid"/>
                    </a:lnB>
                    <a:solidFill>
                      <a:srgbClr val="FFFFFF"/>
                    </a:solidFill>
                  </a:tcPr>
                </a:tc>
              </a:tr>
              <a:tr h="723900">
                <a:tc>
                  <a:txBody>
                    <a:bodyPr/>
                    <a:lstStyle/>
                    <a:p>
                      <a:r>
                        <a:rPr sz="1350" b="1">
                          <a:solidFill>
                            <a:srgbClr val="003366"/>
                          </a:solidFill>
                          <a:latin typeface="Aptos"/>
                          <a:ea typeface="Aptos"/>
                          <a:cs typeface="Aptos"/>
                        </a:rPr>
                        <a:t>Resultado / salida</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75">
                          <a:solidFill>
                            <a:srgbClr val="17324D"/>
                          </a:solidFill>
                          <a:latin typeface="Aptos"/>
                          <a:ea typeface="Aptos"/>
                          <a:cs typeface="Aptos"/>
                        </a:rPr>
                        <a:t>Consulta completa y tarea asignada</a:t>
                      </a:r>
                    </a:p>
                  </a:txBody>
                  <a:tcPr marL="91440" marR="91440" marT="45720" marB="45720">
                    <a:lnR w="9525">
                      <a:solidFill>
                        <a:srgbClr val="EAF4F8"/>
                      </a:solidFill>
                      <a:prstDash val="solid"/>
                    </a:lnR>
                    <a:lnB w="9525">
                      <a:solidFill>
                        <a:srgbClr val="EAF4F8"/>
                      </a:solidFill>
                      <a:prstDash val="solid"/>
                    </a:lnB>
                    <a:solidFill>
                      <a:srgbClr val="FFFFFF"/>
                    </a:solidFill>
                  </a:tcPr>
                </a:tc>
              </a:tr>
              <a:tr h="723900">
                <a:tc>
                  <a:txBody>
                    <a:bodyPr/>
                    <a:lstStyle/>
                    <a:p>
                      <a:r>
                        <a:rPr sz="1350" b="1">
                          <a:solidFill>
                            <a:srgbClr val="003366"/>
                          </a:solidFill>
                          <a:latin typeface="Aptos"/>
                          <a:ea typeface="Aptos"/>
                          <a:cs typeface="Aptos"/>
                        </a:rPr>
                        <a:t>Responsable humano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75">
                          <a:solidFill>
                            <a:srgbClr val="17324D"/>
                          </a:solidFill>
                          <a:latin typeface="Aptos"/>
                          <a:ea typeface="Aptos"/>
                          <a:cs typeface="Aptos"/>
                        </a:rPr>
                        <a:t>Persona que revisa duplicados, dudas y excepciones</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map-note">
            <a:extLst xmlns:a="http://schemas.openxmlformats.org/drawingml/2006/main">
              <a:ext uri="{FF2B5EF4-FFF2-40B4-BE49-F238E27FC236}">
                <a16:creationId xmlns:a16="http://schemas.microsoft.com/office/drawing/2014/main" id="{799B35AE-93A0-4F61-8587-183A2AFF65E7}"/>
              </a:ext>
            </a:extLst>
          </p:cNvPr>
          <p:cNvSpPr>
            <a:spLocks xmlns:a="http://schemas.openxmlformats.org/drawingml/2006/main" noGrp="1"/>
          </p:cNvSpPr>
          <p:nvPr/>
        </p:nvSpPr>
        <p:spPr>
          <a:xfrm xmlns:a="http://schemas.openxmlformats.org/drawingml/2006/main">
            <a:off x="2266950" y="5857875"/>
            <a:ext cx="7658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878A8"/>
                </a:solidFill>
                <a:latin typeface="Aptos"/>
                <a:ea typeface="Aptos"/>
                <a:cs typeface="Aptos"/>
              </a:defRPr>
            </a:defPPr>
            <a:lvl1pPr algn="ctr">
              <a:defRPr sz="1350" b="1" i="0">
                <a:solidFill>
                  <a:srgbClr val="0878A8"/>
                </a:solidFill>
                <a:latin typeface="Aptos"/>
                <a:ea typeface="Aptos"/>
                <a:cs typeface="Aptos"/>
              </a:defRPr>
            </a:lvl1pPr>
            <a:lvl2pPr algn="ctr">
              <a:defRPr sz="1350" b="1" i="0">
                <a:solidFill>
                  <a:srgbClr val="0878A8"/>
                </a:solidFill>
                <a:latin typeface="Aptos"/>
                <a:ea typeface="Aptos"/>
                <a:cs typeface="Aptos"/>
              </a:defRPr>
            </a:lvl2pPr>
            <a:lvl3pPr algn="ctr">
              <a:defRPr sz="1350" b="1" i="0">
                <a:solidFill>
                  <a:srgbClr val="0878A8"/>
                </a:solidFill>
                <a:latin typeface="Aptos"/>
                <a:ea typeface="Aptos"/>
                <a:cs typeface="Aptos"/>
              </a:defRPr>
            </a:lvl3pPr>
            <a:lvl4pPr algn="ctr">
              <a:defRPr sz="1350" b="1" i="0">
                <a:solidFill>
                  <a:srgbClr val="0878A8"/>
                </a:solidFill>
                <a:latin typeface="Aptos"/>
                <a:ea typeface="Aptos"/>
                <a:cs typeface="Aptos"/>
              </a:defRPr>
            </a:lvl4pPr>
            <a:lvl5pPr algn="ctr">
              <a:defRPr sz="1350" b="1" i="0">
                <a:solidFill>
                  <a:srgbClr val="0878A8"/>
                </a:solidFill>
                <a:latin typeface="Aptos"/>
                <a:ea typeface="Aptos"/>
                <a:cs typeface="Aptos"/>
              </a:defRPr>
            </a:lvl5pPr>
            <a:lvl6pPr algn="ctr">
              <a:defRPr sz="1350" b="1" i="0">
                <a:solidFill>
                  <a:srgbClr val="0878A8"/>
                </a:solidFill>
                <a:latin typeface="Aptos"/>
                <a:ea typeface="Aptos"/>
                <a:cs typeface="Aptos"/>
              </a:defRPr>
            </a:lvl6pPr>
            <a:lvl7pPr algn="ctr">
              <a:defRPr sz="1350" b="1" i="0">
                <a:solidFill>
                  <a:srgbClr val="0878A8"/>
                </a:solidFill>
                <a:latin typeface="Aptos"/>
                <a:ea typeface="Aptos"/>
                <a:cs typeface="Aptos"/>
              </a:defRPr>
            </a:lvl7pPr>
            <a:lvl8pPr algn="ctr">
              <a:defRPr sz="1350" b="1" i="0">
                <a:solidFill>
                  <a:srgbClr val="0878A8"/>
                </a:solidFill>
                <a:latin typeface="Aptos"/>
                <a:ea typeface="Aptos"/>
                <a:cs typeface="Aptos"/>
              </a:defRPr>
            </a:lvl8pPr>
            <a:lvl9pPr algn="ctr">
              <a:defRPr sz="1350" b="1" i="0">
                <a:solidFill>
                  <a:srgbClr val="0878A8"/>
                </a:solidFill>
                <a:latin typeface="Aptos"/>
                <a:ea typeface="Aptos"/>
                <a:cs typeface="Aptos"/>
              </a:defRPr>
            </a:lvl9pPr>
          </a:lstStyle>
          <a:p xmlns:a="http://schemas.openxmlformats.org/drawingml/2006/main">
            <a:pPr algn="ctr">
              <a:defRPr sz="1350" b="1" i="0">
                <a:solidFill>
                  <a:srgbClr val="0878A8"/>
                </a:solidFill>
                <a:latin typeface="Aptos"/>
                <a:ea typeface="Aptos"/>
                <a:cs typeface="Aptos"/>
              </a:defRPr>
            </a:pPr>
            <a:r>
              <a:rPr sz="1350" b="1" i="0">
                <a:solidFill>
                  <a:srgbClr val="0878A8"/>
                </a:solidFill>
                <a:latin typeface="Aptos"/>
                <a:ea typeface="Aptos"/>
                <a:cs typeface="Aptos"/>
              </a:rPr>
              <a:t>Los errores frecuentes se documentan dentro de Pasos actuales.</a:t>
            </a:r>
          </a:p>
        </p:txBody>
      </p:sp>
      <p:sp>
        <p:nvSpPr>
          <p:cNvPr id="6" name="brand-4">
            <a:extLst xmlns:a="http://schemas.openxmlformats.org/drawingml/2006/main">
              <a:ext uri="{FF2B5EF4-FFF2-40B4-BE49-F238E27FC236}">
                <a16:creationId xmlns:a16="http://schemas.microsoft.com/office/drawing/2014/main" id="{D8B8FE58-1157-49FE-A1B7-D09568968E29}"/>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7" name="page-4">
            <a:extLst xmlns:a="http://schemas.openxmlformats.org/drawingml/2006/main">
              <a:ext uri="{FF2B5EF4-FFF2-40B4-BE49-F238E27FC236}">
                <a16:creationId xmlns:a16="http://schemas.microsoft.com/office/drawing/2014/main" id="{8D291785-BB89-4481-BB9D-9B9DD8E19EEE}"/>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04</a:t>
            </a:r>
          </a:p>
        </p:txBody>
      </p:sp>
    </p:spTree>
    <p:extLst>
      <p:ext uri="{BB962C8B-B14F-4D97-AF65-F5344CB8AC3E}">
        <p14:creationId xmlns:p14="http://schemas.microsoft.com/office/powerpoint/2010/main" val="1485151300"/>
      </p:ext>
    </p:extLst>
  </p:cSld>
</p:sld>
</file>

<file path=ppt/slides/slide5.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20" name="title-5">
            <a:extLst xmlns:a="http://schemas.openxmlformats.org/drawingml/2006/main">
              <a:ext uri="{FF2B5EF4-FFF2-40B4-BE49-F238E27FC236}">
                <a16:creationId xmlns:a16="http://schemas.microsoft.com/office/drawing/2014/main" id="{457FA2A5-F949-4C53-9DD7-76E4F61C7D67}"/>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Línea base mensual</a:t>
            </a:r>
          </a:p>
        </p:txBody>
      </p:sp>
      <p:sp>
        <p:nvSpPr>
          <p:cNvPr id="2" name="title-rule-5">
            <a:extLst xmlns:a="http://schemas.openxmlformats.org/drawingml/2006/main">
              <a:ext uri="{FF2B5EF4-FFF2-40B4-BE49-F238E27FC236}">
                <a16:creationId xmlns:a16="http://schemas.microsoft.com/office/drawing/2014/main" id="{99FF1B27-5698-4601-917C-5E336A058BB8}"/>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5">
            <a:extLst xmlns:a="http://schemas.openxmlformats.org/drawingml/2006/main">
              <a:ext uri="{FF2B5EF4-FFF2-40B4-BE49-F238E27FC236}">
                <a16:creationId xmlns:a16="http://schemas.microsoft.com/office/drawing/2014/main" id="{701BBA8F-133E-4BE5-B89C-D839FE1B04CF}"/>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estimación orienta la comparación. No representa ahorro garantizado.</a:t>
            </a:r>
          </a:p>
        </p:txBody>
      </p:sp>
      <p:sp>
        <p:nvSpPr>
          <p:cNvPr id="4" name="formula-surface">
            <a:extLst xmlns:a="http://schemas.openxmlformats.org/drawingml/2006/main">
              <a:ext uri="{FF2B5EF4-FFF2-40B4-BE49-F238E27FC236}">
                <a16:creationId xmlns:a16="http://schemas.microsoft.com/office/drawing/2014/main" id="{0E1334E3-214B-4F79-8807-693B864CC68D}"/>
              </a:ext>
            </a:extLst>
          </p:cNvPr>
          <p:cNvSpPr>
            <a:spLocks xmlns:a="http://schemas.openxmlformats.org/drawingml/2006/main" noGrp="1"/>
          </p:cNvSpPr>
          <p:nvPr/>
        </p:nvSpPr>
        <p:spPr>
          <a:xfrm xmlns:a="http://schemas.openxmlformats.org/drawingml/2006/main">
            <a:off x="1219200" y="2266950"/>
            <a:ext cx="975360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9050">
            <a:solidFill>
              <a:srgbClr val="EAF4F8"/>
            </a:solidFill>
            <a:prstDash val="solid"/>
          </a:ln>
        </p:spPr>
      </p:sp>
      <p:sp>
        <p:nvSpPr>
          <p:cNvPr id="5" name="formula-label">
            <a:extLst xmlns:a="http://schemas.openxmlformats.org/drawingml/2006/main">
              <a:ext uri="{FF2B5EF4-FFF2-40B4-BE49-F238E27FC236}">
                <a16:creationId xmlns:a16="http://schemas.microsoft.com/office/drawing/2014/main" id="{D792EC40-33D0-4E1C-A5A7-E2A91C5E75E0}"/>
              </a:ext>
            </a:extLst>
          </p:cNvPr>
          <p:cNvSpPr>
            <a:spLocks xmlns:a="http://schemas.openxmlformats.org/drawingml/2006/main" noGrp="1"/>
          </p:cNvSpPr>
          <p:nvPr/>
        </p:nvSpPr>
        <p:spPr>
          <a:xfrm xmlns:a="http://schemas.openxmlformats.org/drawingml/2006/main">
            <a:off x="1543050" y="25717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878A8"/>
                </a:solidFill>
                <a:latin typeface="Aptos"/>
                <a:ea typeface="Aptos"/>
                <a:cs typeface="Aptos"/>
              </a:defRPr>
            </a:defPPr>
            <a:lvl1pPr algn="l">
              <a:defRPr sz="1125" b="1" i="0">
                <a:solidFill>
                  <a:srgbClr val="0878A8"/>
                </a:solidFill>
                <a:latin typeface="Aptos"/>
                <a:ea typeface="Aptos"/>
                <a:cs typeface="Aptos"/>
              </a:defRPr>
            </a:lvl1pPr>
            <a:lvl2pPr algn="l">
              <a:defRPr sz="1125" b="1" i="0">
                <a:solidFill>
                  <a:srgbClr val="0878A8"/>
                </a:solidFill>
                <a:latin typeface="Aptos"/>
                <a:ea typeface="Aptos"/>
                <a:cs typeface="Aptos"/>
              </a:defRPr>
            </a:lvl2pPr>
            <a:lvl3pPr algn="l">
              <a:defRPr sz="1125" b="1" i="0">
                <a:solidFill>
                  <a:srgbClr val="0878A8"/>
                </a:solidFill>
                <a:latin typeface="Aptos"/>
                <a:ea typeface="Aptos"/>
                <a:cs typeface="Aptos"/>
              </a:defRPr>
            </a:lvl3pPr>
            <a:lvl4pPr algn="l">
              <a:defRPr sz="1125" b="1" i="0">
                <a:solidFill>
                  <a:srgbClr val="0878A8"/>
                </a:solidFill>
                <a:latin typeface="Aptos"/>
                <a:ea typeface="Aptos"/>
                <a:cs typeface="Aptos"/>
              </a:defRPr>
            </a:lvl4pPr>
            <a:lvl5pPr algn="l">
              <a:defRPr sz="1125" b="1" i="0">
                <a:solidFill>
                  <a:srgbClr val="0878A8"/>
                </a:solidFill>
                <a:latin typeface="Aptos"/>
                <a:ea typeface="Aptos"/>
                <a:cs typeface="Aptos"/>
              </a:defRPr>
            </a:lvl5pPr>
            <a:lvl6pPr algn="l">
              <a:defRPr sz="1125" b="1" i="0">
                <a:solidFill>
                  <a:srgbClr val="0878A8"/>
                </a:solidFill>
                <a:latin typeface="Aptos"/>
                <a:ea typeface="Aptos"/>
                <a:cs typeface="Aptos"/>
              </a:defRPr>
            </a:lvl6pPr>
            <a:lvl7pPr algn="l">
              <a:defRPr sz="1125" b="1" i="0">
                <a:solidFill>
                  <a:srgbClr val="0878A8"/>
                </a:solidFill>
                <a:latin typeface="Aptos"/>
                <a:ea typeface="Aptos"/>
                <a:cs typeface="Aptos"/>
              </a:defRPr>
            </a:lvl7pPr>
            <a:lvl8pPr algn="l">
              <a:defRPr sz="1125" b="1" i="0">
                <a:solidFill>
                  <a:srgbClr val="0878A8"/>
                </a:solidFill>
                <a:latin typeface="Aptos"/>
                <a:ea typeface="Aptos"/>
                <a:cs typeface="Aptos"/>
              </a:defRPr>
            </a:lvl8pPr>
            <a:lvl9pPr algn="l">
              <a:defRPr sz="1125" b="1" i="0">
                <a:solidFill>
                  <a:srgbClr val="0878A8"/>
                </a:solidFill>
                <a:latin typeface="Aptos"/>
                <a:ea typeface="Aptos"/>
                <a:cs typeface="Aptos"/>
              </a:defRPr>
            </a:lvl9pPr>
          </a:lstStyle>
          <a:p xmlns:a="http://schemas.openxmlformats.org/drawingml/2006/main">
            <a:pPr algn="l">
              <a:defRPr sz="1125" b="1" i="0">
                <a:solidFill>
                  <a:srgbClr val="0878A8"/>
                </a:solidFill>
                <a:latin typeface="Aptos"/>
                <a:ea typeface="Aptos"/>
                <a:cs typeface="Aptos"/>
              </a:defRPr>
            </a:pPr>
            <a:r>
              <a:rPr sz="1125" b="1" i="0">
                <a:solidFill>
                  <a:srgbClr val="0878A8"/>
                </a:solidFill>
                <a:latin typeface="Aptos"/>
                <a:ea typeface="Aptos"/>
                <a:cs typeface="Aptos"/>
              </a:rPr>
              <a:t>HORAS / MES</a:t>
            </a:r>
          </a:p>
        </p:txBody>
      </p:sp>
      <p:sp>
        <p:nvSpPr>
          <p:cNvPr id="6" name="formula">
            <a:extLst xmlns:a="http://schemas.openxmlformats.org/drawingml/2006/main">
              <a:ext uri="{FF2B5EF4-FFF2-40B4-BE49-F238E27FC236}">
                <a16:creationId xmlns:a16="http://schemas.microsoft.com/office/drawing/2014/main" id="{6F5AB00C-D37F-4920-BFD7-B7C31E8A9F37}"/>
              </a:ext>
            </a:extLst>
          </p:cNvPr>
          <p:cNvSpPr>
            <a:spLocks xmlns:a="http://schemas.openxmlformats.org/drawingml/2006/main" noGrp="1"/>
          </p:cNvSpPr>
          <p:nvPr/>
        </p:nvSpPr>
        <p:spPr>
          <a:xfrm xmlns:a="http://schemas.openxmlformats.org/drawingml/2006/main">
            <a:off x="3200400" y="2457450"/>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i="0">
                <a:solidFill>
                  <a:srgbClr val="003366"/>
                </a:solidFill>
                <a:latin typeface="Aptos"/>
                <a:ea typeface="Aptos"/>
                <a:cs typeface="Aptos"/>
              </a:defRPr>
            </a:defPPr>
            <a:lvl1pPr algn="ctr">
              <a:defRPr sz="2550" b="1" i="0">
                <a:solidFill>
                  <a:srgbClr val="003366"/>
                </a:solidFill>
                <a:latin typeface="Aptos"/>
                <a:ea typeface="Aptos"/>
                <a:cs typeface="Aptos"/>
              </a:defRPr>
            </a:lvl1pPr>
            <a:lvl2pPr algn="ctr">
              <a:defRPr sz="2550" b="1" i="0">
                <a:solidFill>
                  <a:srgbClr val="003366"/>
                </a:solidFill>
                <a:latin typeface="Aptos"/>
                <a:ea typeface="Aptos"/>
                <a:cs typeface="Aptos"/>
              </a:defRPr>
            </a:lvl2pPr>
            <a:lvl3pPr algn="ctr">
              <a:defRPr sz="2550" b="1" i="0">
                <a:solidFill>
                  <a:srgbClr val="003366"/>
                </a:solidFill>
                <a:latin typeface="Aptos"/>
                <a:ea typeface="Aptos"/>
                <a:cs typeface="Aptos"/>
              </a:defRPr>
            </a:lvl3pPr>
            <a:lvl4pPr algn="ctr">
              <a:defRPr sz="2550" b="1" i="0">
                <a:solidFill>
                  <a:srgbClr val="003366"/>
                </a:solidFill>
                <a:latin typeface="Aptos"/>
                <a:ea typeface="Aptos"/>
                <a:cs typeface="Aptos"/>
              </a:defRPr>
            </a:lvl4pPr>
            <a:lvl5pPr algn="ctr">
              <a:defRPr sz="2550" b="1" i="0">
                <a:solidFill>
                  <a:srgbClr val="003366"/>
                </a:solidFill>
                <a:latin typeface="Aptos"/>
                <a:ea typeface="Aptos"/>
                <a:cs typeface="Aptos"/>
              </a:defRPr>
            </a:lvl5pPr>
            <a:lvl6pPr algn="ctr">
              <a:defRPr sz="2550" b="1" i="0">
                <a:solidFill>
                  <a:srgbClr val="003366"/>
                </a:solidFill>
                <a:latin typeface="Aptos"/>
                <a:ea typeface="Aptos"/>
                <a:cs typeface="Aptos"/>
              </a:defRPr>
            </a:lvl6pPr>
            <a:lvl7pPr algn="ctr">
              <a:defRPr sz="2550" b="1" i="0">
                <a:solidFill>
                  <a:srgbClr val="003366"/>
                </a:solidFill>
                <a:latin typeface="Aptos"/>
                <a:ea typeface="Aptos"/>
                <a:cs typeface="Aptos"/>
              </a:defRPr>
            </a:lvl7pPr>
            <a:lvl8pPr algn="ctr">
              <a:defRPr sz="2550" b="1" i="0">
                <a:solidFill>
                  <a:srgbClr val="003366"/>
                </a:solidFill>
                <a:latin typeface="Aptos"/>
                <a:ea typeface="Aptos"/>
                <a:cs typeface="Aptos"/>
              </a:defRPr>
            </a:lvl8pPr>
            <a:lvl9pPr algn="ctr">
              <a:defRPr sz="2550" b="1" i="0">
                <a:solidFill>
                  <a:srgbClr val="003366"/>
                </a:solidFill>
                <a:latin typeface="Aptos"/>
                <a:ea typeface="Aptos"/>
                <a:cs typeface="Aptos"/>
              </a:defRPr>
            </a:lvl9pPr>
          </a:lstStyle>
          <a:p xmlns:a="http://schemas.openxmlformats.org/drawingml/2006/main">
            <a:pPr algn="ctr">
              <a:defRPr sz="2550" b="1" i="0">
                <a:solidFill>
                  <a:srgbClr val="003366"/>
                </a:solidFill>
                <a:latin typeface="Aptos"/>
                <a:ea typeface="Aptos"/>
                <a:cs typeface="Aptos"/>
              </a:defRPr>
            </a:pPr>
            <a:r>
              <a:rPr sz="2550" b="1" i="0">
                <a:solidFill>
                  <a:srgbClr val="003366"/>
                </a:solidFill>
                <a:latin typeface="Aptos"/>
                <a:ea typeface="Aptos"/>
                <a:cs typeface="Aptos"/>
              </a:rPr>
              <a:t>frecuencia semanal × minutos × 4,33 ÷ 60</a:t>
            </a:r>
          </a:p>
        </p:txBody>
      </p:sp>
      <p:sp>
        <p:nvSpPr>
          <p:cNvPr id="7" name="calc-circle-0">
            <a:extLst xmlns:a="http://schemas.openxmlformats.org/drawingml/2006/main">
              <a:ext uri="{FF2B5EF4-FFF2-40B4-BE49-F238E27FC236}">
                <a16:creationId xmlns:a16="http://schemas.microsoft.com/office/drawing/2014/main" id="{2F1A3427-4112-4A7E-AB6A-A31346E3D125}"/>
              </a:ext>
            </a:extLst>
          </p:cNvPr>
          <p:cNvSpPr>
            <a:spLocks xmlns:a="http://schemas.openxmlformats.org/drawingml/2006/main" noGrp="1"/>
          </p:cNvSpPr>
          <p:nvPr/>
        </p:nvSpPr>
        <p:spPr>
          <a:xfrm xmlns:a="http://schemas.openxmlformats.org/drawingml/2006/main">
            <a:off x="1619250" y="4095750"/>
            <a:ext cx="1047750" cy="10477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8" name="calc-value-0">
            <a:extLst xmlns:a="http://schemas.openxmlformats.org/drawingml/2006/main">
              <a:ext uri="{FF2B5EF4-FFF2-40B4-BE49-F238E27FC236}">
                <a16:creationId xmlns:a16="http://schemas.microsoft.com/office/drawing/2014/main" id="{7CA23F2A-5408-4E67-91F9-59CFECEDB54B}"/>
              </a:ext>
            </a:extLst>
          </p:cNvPr>
          <p:cNvSpPr>
            <a:spLocks xmlns:a="http://schemas.openxmlformats.org/drawingml/2006/main" noGrp="1"/>
          </p:cNvSpPr>
          <p:nvPr/>
        </p:nvSpPr>
        <p:spPr>
          <a:xfrm xmlns:a="http://schemas.openxmlformats.org/drawingml/2006/main">
            <a:off x="1619250" y="43243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i="0">
                <a:solidFill>
                  <a:srgbClr val="FFFFFF"/>
                </a:solidFill>
                <a:latin typeface="Aptos"/>
                <a:ea typeface="Aptos"/>
                <a:cs typeface="Aptos"/>
              </a:defRPr>
            </a:defPPr>
            <a:lvl1pPr algn="ctr">
              <a:defRPr sz="2250" b="1" i="0">
                <a:solidFill>
                  <a:srgbClr val="FFFFFF"/>
                </a:solidFill>
                <a:latin typeface="Aptos"/>
                <a:ea typeface="Aptos"/>
                <a:cs typeface="Aptos"/>
              </a:defRPr>
            </a:lvl1pPr>
            <a:lvl2pPr algn="ctr">
              <a:defRPr sz="2250" b="1" i="0">
                <a:solidFill>
                  <a:srgbClr val="FFFFFF"/>
                </a:solidFill>
                <a:latin typeface="Aptos"/>
                <a:ea typeface="Aptos"/>
                <a:cs typeface="Aptos"/>
              </a:defRPr>
            </a:lvl2pPr>
            <a:lvl3pPr algn="ctr">
              <a:defRPr sz="2250" b="1" i="0">
                <a:solidFill>
                  <a:srgbClr val="FFFFFF"/>
                </a:solidFill>
                <a:latin typeface="Aptos"/>
                <a:ea typeface="Aptos"/>
                <a:cs typeface="Aptos"/>
              </a:defRPr>
            </a:lvl3pPr>
            <a:lvl4pPr algn="ctr">
              <a:defRPr sz="2250" b="1" i="0">
                <a:solidFill>
                  <a:srgbClr val="FFFFFF"/>
                </a:solidFill>
                <a:latin typeface="Aptos"/>
                <a:ea typeface="Aptos"/>
                <a:cs typeface="Aptos"/>
              </a:defRPr>
            </a:lvl4pPr>
            <a:lvl5pPr algn="ctr">
              <a:defRPr sz="2250" b="1" i="0">
                <a:solidFill>
                  <a:srgbClr val="FFFFFF"/>
                </a:solidFill>
                <a:latin typeface="Aptos"/>
                <a:ea typeface="Aptos"/>
                <a:cs typeface="Aptos"/>
              </a:defRPr>
            </a:lvl5pPr>
            <a:lvl6pPr algn="ctr">
              <a:defRPr sz="2250" b="1" i="0">
                <a:solidFill>
                  <a:srgbClr val="FFFFFF"/>
                </a:solidFill>
                <a:latin typeface="Aptos"/>
                <a:ea typeface="Aptos"/>
                <a:cs typeface="Aptos"/>
              </a:defRPr>
            </a:lvl6pPr>
            <a:lvl7pPr algn="ctr">
              <a:defRPr sz="2250" b="1" i="0">
                <a:solidFill>
                  <a:srgbClr val="FFFFFF"/>
                </a:solidFill>
                <a:latin typeface="Aptos"/>
                <a:ea typeface="Aptos"/>
                <a:cs typeface="Aptos"/>
              </a:defRPr>
            </a:lvl7pPr>
            <a:lvl8pPr algn="ctr">
              <a:defRPr sz="2250" b="1" i="0">
                <a:solidFill>
                  <a:srgbClr val="FFFFFF"/>
                </a:solidFill>
                <a:latin typeface="Aptos"/>
                <a:ea typeface="Aptos"/>
                <a:cs typeface="Aptos"/>
              </a:defRPr>
            </a:lvl8pPr>
            <a:lvl9pPr algn="ctr">
              <a:defRPr sz="2250" b="1" i="0">
                <a:solidFill>
                  <a:srgbClr val="FFFFFF"/>
                </a:solidFill>
                <a:latin typeface="Aptos"/>
                <a:ea typeface="Aptos"/>
                <a:cs typeface="Aptos"/>
              </a:defRPr>
            </a:lvl9pPr>
          </a:lstStyle>
          <a:p xmlns:a="http://schemas.openxmlformats.org/drawingml/2006/main">
            <a:pPr algn="ctr">
              <a:defRPr sz="2250" b="1" i="0">
                <a:solidFill>
                  <a:srgbClr val="FFFFFF"/>
                </a:solidFill>
                <a:latin typeface="Aptos"/>
                <a:ea typeface="Aptos"/>
                <a:cs typeface="Aptos"/>
              </a:defRPr>
            </a:pPr>
            <a:r>
              <a:rPr sz="2250" b="1" i="0">
                <a:solidFill>
                  <a:srgbClr val="FFFFFF"/>
                </a:solidFill>
                <a:latin typeface="Aptos"/>
                <a:ea typeface="Aptos"/>
                <a:cs typeface="Aptos"/>
              </a:rPr>
              <a:t>15</a:t>
            </a:r>
          </a:p>
        </p:txBody>
      </p:sp>
      <p:sp>
        <p:nvSpPr>
          <p:cNvPr id="9" name="calc-copy-0">
            <a:extLst xmlns:a="http://schemas.openxmlformats.org/drawingml/2006/main">
              <a:ext uri="{FF2B5EF4-FFF2-40B4-BE49-F238E27FC236}">
                <a16:creationId xmlns:a16="http://schemas.microsoft.com/office/drawing/2014/main" id="{80098E5A-968E-49FF-A018-65396098282C}"/>
              </a:ext>
            </a:extLst>
          </p:cNvPr>
          <p:cNvSpPr>
            <a:spLocks xmlns:a="http://schemas.openxmlformats.org/drawingml/2006/main" noGrp="1"/>
          </p:cNvSpPr>
          <p:nvPr/>
        </p:nvSpPr>
        <p:spPr>
          <a:xfrm xmlns:a="http://schemas.openxmlformats.org/drawingml/2006/main">
            <a:off x="1219200" y="53149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7324D"/>
                </a:solidFill>
                <a:latin typeface="Aptos"/>
                <a:ea typeface="Aptos"/>
                <a:cs typeface="Aptos"/>
              </a:defRPr>
            </a:defPPr>
            <a:lvl1pPr algn="ctr">
              <a:defRPr sz="1275" b="1" i="0">
                <a:solidFill>
                  <a:srgbClr val="17324D"/>
                </a:solidFill>
                <a:latin typeface="Aptos"/>
                <a:ea typeface="Aptos"/>
                <a:cs typeface="Aptos"/>
              </a:defRPr>
            </a:lvl1pPr>
            <a:lvl2pPr algn="ctr">
              <a:defRPr sz="1275" b="1" i="0">
                <a:solidFill>
                  <a:srgbClr val="17324D"/>
                </a:solidFill>
                <a:latin typeface="Aptos"/>
                <a:ea typeface="Aptos"/>
                <a:cs typeface="Aptos"/>
              </a:defRPr>
            </a:lvl2pPr>
            <a:lvl3pPr algn="ctr">
              <a:defRPr sz="1275" b="1" i="0">
                <a:solidFill>
                  <a:srgbClr val="17324D"/>
                </a:solidFill>
                <a:latin typeface="Aptos"/>
                <a:ea typeface="Aptos"/>
                <a:cs typeface="Aptos"/>
              </a:defRPr>
            </a:lvl3pPr>
            <a:lvl4pPr algn="ctr">
              <a:defRPr sz="1275" b="1" i="0">
                <a:solidFill>
                  <a:srgbClr val="17324D"/>
                </a:solidFill>
                <a:latin typeface="Aptos"/>
                <a:ea typeface="Aptos"/>
                <a:cs typeface="Aptos"/>
              </a:defRPr>
            </a:lvl4pPr>
            <a:lvl5pPr algn="ctr">
              <a:defRPr sz="1275" b="1" i="0">
                <a:solidFill>
                  <a:srgbClr val="17324D"/>
                </a:solidFill>
                <a:latin typeface="Aptos"/>
                <a:ea typeface="Aptos"/>
                <a:cs typeface="Aptos"/>
              </a:defRPr>
            </a:lvl5pPr>
            <a:lvl6pPr algn="ctr">
              <a:defRPr sz="1275" b="1" i="0">
                <a:solidFill>
                  <a:srgbClr val="17324D"/>
                </a:solidFill>
                <a:latin typeface="Aptos"/>
                <a:ea typeface="Aptos"/>
                <a:cs typeface="Aptos"/>
              </a:defRPr>
            </a:lvl6pPr>
            <a:lvl7pPr algn="ctr">
              <a:defRPr sz="1275" b="1" i="0">
                <a:solidFill>
                  <a:srgbClr val="17324D"/>
                </a:solidFill>
                <a:latin typeface="Aptos"/>
                <a:ea typeface="Aptos"/>
                <a:cs typeface="Aptos"/>
              </a:defRPr>
            </a:lvl7pPr>
            <a:lvl8pPr algn="ctr">
              <a:defRPr sz="1275" b="1" i="0">
                <a:solidFill>
                  <a:srgbClr val="17324D"/>
                </a:solidFill>
                <a:latin typeface="Aptos"/>
                <a:ea typeface="Aptos"/>
                <a:cs typeface="Aptos"/>
              </a:defRPr>
            </a:lvl8pPr>
            <a:lvl9pPr algn="ctr">
              <a:defRPr sz="1275" b="1" i="0">
                <a:solidFill>
                  <a:srgbClr val="17324D"/>
                </a:solidFill>
                <a:latin typeface="Aptos"/>
                <a:ea typeface="Aptos"/>
                <a:cs typeface="Aptos"/>
              </a:defRPr>
            </a:lvl9pPr>
          </a:lstStyle>
          <a:p xmlns:a="http://schemas.openxmlformats.org/drawingml/2006/main">
            <a:pPr algn="ctr">
              <a:defRPr sz="1275" b="1" i="0">
                <a:solidFill>
                  <a:srgbClr val="17324D"/>
                </a:solidFill>
                <a:latin typeface="Aptos"/>
                <a:ea typeface="Aptos"/>
                <a:cs typeface="Aptos"/>
              </a:defRPr>
            </a:pPr>
            <a:r>
              <a:rPr sz="1275" b="1" i="0">
                <a:solidFill>
                  <a:srgbClr val="17324D"/>
                </a:solidFill>
                <a:latin typeface="Aptos"/>
                <a:ea typeface="Aptos"/>
                <a:cs typeface="Aptos"/>
              </a:rPr>
              <a:t>veces por semana</a:t>
            </a:r>
          </a:p>
        </p:txBody>
      </p:sp>
      <p:sp>
        <p:nvSpPr>
          <p:cNvPr id="10" name="calc-op-0">
            <a:extLst xmlns:a="http://schemas.openxmlformats.org/drawingml/2006/main">
              <a:ext uri="{FF2B5EF4-FFF2-40B4-BE49-F238E27FC236}">
                <a16:creationId xmlns:a16="http://schemas.microsoft.com/office/drawing/2014/main" id="{73AF82C1-6BBB-4F3E-A083-16954AB01028}"/>
              </a:ext>
            </a:extLst>
          </p:cNvPr>
          <p:cNvSpPr>
            <a:spLocks xmlns:a="http://schemas.openxmlformats.org/drawingml/2006/main" noGrp="1"/>
          </p:cNvSpPr>
          <p:nvPr/>
        </p:nvSpPr>
        <p:spPr>
          <a:xfrm xmlns:a="http://schemas.openxmlformats.org/drawingml/2006/main">
            <a:off x="3086100" y="440055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0">
                <a:solidFill>
                  <a:srgbClr val="526B7F"/>
                </a:solidFill>
                <a:latin typeface="Aptos"/>
                <a:ea typeface="Aptos"/>
                <a:cs typeface="Aptos"/>
              </a:defRPr>
            </a:defPPr>
            <a:lvl1pPr algn="ctr">
              <a:defRPr sz="2100" b="1" i="0">
                <a:solidFill>
                  <a:srgbClr val="526B7F"/>
                </a:solidFill>
                <a:latin typeface="Aptos"/>
                <a:ea typeface="Aptos"/>
                <a:cs typeface="Aptos"/>
              </a:defRPr>
            </a:lvl1pPr>
            <a:lvl2pPr algn="ctr">
              <a:defRPr sz="2100" b="1" i="0">
                <a:solidFill>
                  <a:srgbClr val="526B7F"/>
                </a:solidFill>
                <a:latin typeface="Aptos"/>
                <a:ea typeface="Aptos"/>
                <a:cs typeface="Aptos"/>
              </a:defRPr>
            </a:lvl2pPr>
            <a:lvl3pPr algn="ctr">
              <a:defRPr sz="2100" b="1" i="0">
                <a:solidFill>
                  <a:srgbClr val="526B7F"/>
                </a:solidFill>
                <a:latin typeface="Aptos"/>
                <a:ea typeface="Aptos"/>
                <a:cs typeface="Aptos"/>
              </a:defRPr>
            </a:lvl3pPr>
            <a:lvl4pPr algn="ctr">
              <a:defRPr sz="2100" b="1" i="0">
                <a:solidFill>
                  <a:srgbClr val="526B7F"/>
                </a:solidFill>
                <a:latin typeface="Aptos"/>
                <a:ea typeface="Aptos"/>
                <a:cs typeface="Aptos"/>
              </a:defRPr>
            </a:lvl4pPr>
            <a:lvl5pPr algn="ctr">
              <a:defRPr sz="2100" b="1" i="0">
                <a:solidFill>
                  <a:srgbClr val="526B7F"/>
                </a:solidFill>
                <a:latin typeface="Aptos"/>
                <a:ea typeface="Aptos"/>
                <a:cs typeface="Aptos"/>
              </a:defRPr>
            </a:lvl5pPr>
            <a:lvl6pPr algn="ctr">
              <a:defRPr sz="2100" b="1" i="0">
                <a:solidFill>
                  <a:srgbClr val="526B7F"/>
                </a:solidFill>
                <a:latin typeface="Aptos"/>
                <a:ea typeface="Aptos"/>
                <a:cs typeface="Aptos"/>
              </a:defRPr>
            </a:lvl6pPr>
            <a:lvl7pPr algn="ctr">
              <a:defRPr sz="2100" b="1" i="0">
                <a:solidFill>
                  <a:srgbClr val="526B7F"/>
                </a:solidFill>
                <a:latin typeface="Aptos"/>
                <a:ea typeface="Aptos"/>
                <a:cs typeface="Aptos"/>
              </a:defRPr>
            </a:lvl7pPr>
            <a:lvl8pPr algn="ctr">
              <a:defRPr sz="2100" b="1" i="0">
                <a:solidFill>
                  <a:srgbClr val="526B7F"/>
                </a:solidFill>
                <a:latin typeface="Aptos"/>
                <a:ea typeface="Aptos"/>
                <a:cs typeface="Aptos"/>
              </a:defRPr>
            </a:lvl8pPr>
            <a:lvl9pPr algn="ctr">
              <a:defRPr sz="2100" b="1" i="0">
                <a:solidFill>
                  <a:srgbClr val="526B7F"/>
                </a:solidFill>
                <a:latin typeface="Aptos"/>
                <a:ea typeface="Aptos"/>
                <a:cs typeface="Aptos"/>
              </a:defRPr>
            </a:lvl9pPr>
          </a:lstStyle>
          <a:p xmlns:a="http://schemas.openxmlformats.org/drawingml/2006/main">
            <a:pPr algn="ctr">
              <a:defRPr sz="2100" b="1" i="0">
                <a:solidFill>
                  <a:srgbClr val="526B7F"/>
                </a:solidFill>
                <a:latin typeface="Aptos"/>
                <a:ea typeface="Aptos"/>
                <a:cs typeface="Aptos"/>
              </a:defRPr>
            </a:pPr>
            <a:r>
              <a:rPr sz="2100" b="1" i="0">
                <a:solidFill>
                  <a:srgbClr val="526B7F"/>
                </a:solidFill>
                <a:latin typeface="Aptos"/>
                <a:ea typeface="Aptos"/>
                <a:cs typeface="Aptos"/>
              </a:rPr>
              <a:t>×</a:t>
            </a:r>
          </a:p>
        </p:txBody>
      </p:sp>
      <p:sp>
        <p:nvSpPr>
          <p:cNvPr id="11" name="calc-circle-1">
            <a:extLst xmlns:a="http://schemas.openxmlformats.org/drawingml/2006/main">
              <a:ext uri="{FF2B5EF4-FFF2-40B4-BE49-F238E27FC236}">
                <a16:creationId xmlns:a16="http://schemas.microsoft.com/office/drawing/2014/main" id="{66E18E02-3A21-4E7A-BAA5-122C9C2F2477}"/>
              </a:ext>
            </a:extLst>
          </p:cNvPr>
          <p:cNvSpPr>
            <a:spLocks xmlns:a="http://schemas.openxmlformats.org/drawingml/2006/main" noGrp="1"/>
          </p:cNvSpPr>
          <p:nvPr/>
        </p:nvSpPr>
        <p:spPr>
          <a:xfrm xmlns:a="http://schemas.openxmlformats.org/drawingml/2006/main">
            <a:off x="4953000" y="4095750"/>
            <a:ext cx="1047750" cy="10477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2" name="calc-value-1">
            <a:extLst xmlns:a="http://schemas.openxmlformats.org/drawingml/2006/main">
              <a:ext uri="{FF2B5EF4-FFF2-40B4-BE49-F238E27FC236}">
                <a16:creationId xmlns:a16="http://schemas.microsoft.com/office/drawing/2014/main" id="{55CA3E86-9AC8-4392-8FD6-A7AE6A040486}"/>
              </a:ext>
            </a:extLst>
          </p:cNvPr>
          <p:cNvSpPr>
            <a:spLocks xmlns:a="http://schemas.openxmlformats.org/drawingml/2006/main" noGrp="1"/>
          </p:cNvSpPr>
          <p:nvPr/>
        </p:nvSpPr>
        <p:spPr>
          <a:xfrm xmlns:a="http://schemas.openxmlformats.org/drawingml/2006/main">
            <a:off x="4953000" y="43243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i="0">
                <a:solidFill>
                  <a:srgbClr val="FFFFFF"/>
                </a:solidFill>
                <a:latin typeface="Aptos"/>
                <a:ea typeface="Aptos"/>
                <a:cs typeface="Aptos"/>
              </a:defRPr>
            </a:defPPr>
            <a:lvl1pPr algn="ctr">
              <a:defRPr sz="2250" b="1" i="0">
                <a:solidFill>
                  <a:srgbClr val="FFFFFF"/>
                </a:solidFill>
                <a:latin typeface="Aptos"/>
                <a:ea typeface="Aptos"/>
                <a:cs typeface="Aptos"/>
              </a:defRPr>
            </a:lvl1pPr>
            <a:lvl2pPr algn="ctr">
              <a:defRPr sz="2250" b="1" i="0">
                <a:solidFill>
                  <a:srgbClr val="FFFFFF"/>
                </a:solidFill>
                <a:latin typeface="Aptos"/>
                <a:ea typeface="Aptos"/>
                <a:cs typeface="Aptos"/>
              </a:defRPr>
            </a:lvl2pPr>
            <a:lvl3pPr algn="ctr">
              <a:defRPr sz="2250" b="1" i="0">
                <a:solidFill>
                  <a:srgbClr val="FFFFFF"/>
                </a:solidFill>
                <a:latin typeface="Aptos"/>
                <a:ea typeface="Aptos"/>
                <a:cs typeface="Aptos"/>
              </a:defRPr>
            </a:lvl3pPr>
            <a:lvl4pPr algn="ctr">
              <a:defRPr sz="2250" b="1" i="0">
                <a:solidFill>
                  <a:srgbClr val="FFFFFF"/>
                </a:solidFill>
                <a:latin typeface="Aptos"/>
                <a:ea typeface="Aptos"/>
                <a:cs typeface="Aptos"/>
              </a:defRPr>
            </a:lvl4pPr>
            <a:lvl5pPr algn="ctr">
              <a:defRPr sz="2250" b="1" i="0">
                <a:solidFill>
                  <a:srgbClr val="FFFFFF"/>
                </a:solidFill>
                <a:latin typeface="Aptos"/>
                <a:ea typeface="Aptos"/>
                <a:cs typeface="Aptos"/>
              </a:defRPr>
            </a:lvl5pPr>
            <a:lvl6pPr algn="ctr">
              <a:defRPr sz="2250" b="1" i="0">
                <a:solidFill>
                  <a:srgbClr val="FFFFFF"/>
                </a:solidFill>
                <a:latin typeface="Aptos"/>
                <a:ea typeface="Aptos"/>
                <a:cs typeface="Aptos"/>
              </a:defRPr>
            </a:lvl6pPr>
            <a:lvl7pPr algn="ctr">
              <a:defRPr sz="2250" b="1" i="0">
                <a:solidFill>
                  <a:srgbClr val="FFFFFF"/>
                </a:solidFill>
                <a:latin typeface="Aptos"/>
                <a:ea typeface="Aptos"/>
                <a:cs typeface="Aptos"/>
              </a:defRPr>
            </a:lvl7pPr>
            <a:lvl8pPr algn="ctr">
              <a:defRPr sz="2250" b="1" i="0">
                <a:solidFill>
                  <a:srgbClr val="FFFFFF"/>
                </a:solidFill>
                <a:latin typeface="Aptos"/>
                <a:ea typeface="Aptos"/>
                <a:cs typeface="Aptos"/>
              </a:defRPr>
            </a:lvl8pPr>
            <a:lvl9pPr algn="ctr">
              <a:defRPr sz="2250" b="1" i="0">
                <a:solidFill>
                  <a:srgbClr val="FFFFFF"/>
                </a:solidFill>
                <a:latin typeface="Aptos"/>
                <a:ea typeface="Aptos"/>
                <a:cs typeface="Aptos"/>
              </a:defRPr>
            </a:lvl9pPr>
          </a:lstStyle>
          <a:p xmlns:a="http://schemas.openxmlformats.org/drawingml/2006/main">
            <a:pPr algn="ctr">
              <a:defRPr sz="2250" b="1" i="0">
                <a:solidFill>
                  <a:srgbClr val="FFFFFF"/>
                </a:solidFill>
                <a:latin typeface="Aptos"/>
                <a:ea typeface="Aptos"/>
                <a:cs typeface="Aptos"/>
              </a:defRPr>
            </a:pPr>
            <a:r>
              <a:rPr sz="2250" b="1" i="0">
                <a:solidFill>
                  <a:srgbClr val="FFFFFF"/>
                </a:solidFill>
                <a:latin typeface="Aptos"/>
                <a:ea typeface="Aptos"/>
                <a:cs typeface="Aptos"/>
              </a:rPr>
              <a:t>8</a:t>
            </a:r>
          </a:p>
        </p:txBody>
      </p:sp>
      <p:sp>
        <p:nvSpPr>
          <p:cNvPr id="13" name="calc-copy-1">
            <a:extLst xmlns:a="http://schemas.openxmlformats.org/drawingml/2006/main">
              <a:ext uri="{FF2B5EF4-FFF2-40B4-BE49-F238E27FC236}">
                <a16:creationId xmlns:a16="http://schemas.microsoft.com/office/drawing/2014/main" id="{7FEBBD58-1C19-44B7-A822-50370EE7D5BD}"/>
              </a:ext>
            </a:extLst>
          </p:cNvPr>
          <p:cNvSpPr>
            <a:spLocks xmlns:a="http://schemas.openxmlformats.org/drawingml/2006/main" noGrp="1"/>
          </p:cNvSpPr>
          <p:nvPr/>
        </p:nvSpPr>
        <p:spPr>
          <a:xfrm xmlns:a="http://schemas.openxmlformats.org/drawingml/2006/main">
            <a:off x="4552950" y="53149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7324D"/>
                </a:solidFill>
                <a:latin typeface="Aptos"/>
                <a:ea typeface="Aptos"/>
                <a:cs typeface="Aptos"/>
              </a:defRPr>
            </a:defPPr>
            <a:lvl1pPr algn="ctr">
              <a:defRPr sz="1275" b="1" i="0">
                <a:solidFill>
                  <a:srgbClr val="17324D"/>
                </a:solidFill>
                <a:latin typeface="Aptos"/>
                <a:ea typeface="Aptos"/>
                <a:cs typeface="Aptos"/>
              </a:defRPr>
            </a:lvl1pPr>
            <a:lvl2pPr algn="ctr">
              <a:defRPr sz="1275" b="1" i="0">
                <a:solidFill>
                  <a:srgbClr val="17324D"/>
                </a:solidFill>
                <a:latin typeface="Aptos"/>
                <a:ea typeface="Aptos"/>
                <a:cs typeface="Aptos"/>
              </a:defRPr>
            </a:lvl2pPr>
            <a:lvl3pPr algn="ctr">
              <a:defRPr sz="1275" b="1" i="0">
                <a:solidFill>
                  <a:srgbClr val="17324D"/>
                </a:solidFill>
                <a:latin typeface="Aptos"/>
                <a:ea typeface="Aptos"/>
                <a:cs typeface="Aptos"/>
              </a:defRPr>
            </a:lvl3pPr>
            <a:lvl4pPr algn="ctr">
              <a:defRPr sz="1275" b="1" i="0">
                <a:solidFill>
                  <a:srgbClr val="17324D"/>
                </a:solidFill>
                <a:latin typeface="Aptos"/>
                <a:ea typeface="Aptos"/>
                <a:cs typeface="Aptos"/>
              </a:defRPr>
            </a:lvl4pPr>
            <a:lvl5pPr algn="ctr">
              <a:defRPr sz="1275" b="1" i="0">
                <a:solidFill>
                  <a:srgbClr val="17324D"/>
                </a:solidFill>
                <a:latin typeface="Aptos"/>
                <a:ea typeface="Aptos"/>
                <a:cs typeface="Aptos"/>
              </a:defRPr>
            </a:lvl5pPr>
            <a:lvl6pPr algn="ctr">
              <a:defRPr sz="1275" b="1" i="0">
                <a:solidFill>
                  <a:srgbClr val="17324D"/>
                </a:solidFill>
                <a:latin typeface="Aptos"/>
                <a:ea typeface="Aptos"/>
                <a:cs typeface="Aptos"/>
              </a:defRPr>
            </a:lvl6pPr>
            <a:lvl7pPr algn="ctr">
              <a:defRPr sz="1275" b="1" i="0">
                <a:solidFill>
                  <a:srgbClr val="17324D"/>
                </a:solidFill>
                <a:latin typeface="Aptos"/>
                <a:ea typeface="Aptos"/>
                <a:cs typeface="Aptos"/>
              </a:defRPr>
            </a:lvl7pPr>
            <a:lvl8pPr algn="ctr">
              <a:defRPr sz="1275" b="1" i="0">
                <a:solidFill>
                  <a:srgbClr val="17324D"/>
                </a:solidFill>
                <a:latin typeface="Aptos"/>
                <a:ea typeface="Aptos"/>
                <a:cs typeface="Aptos"/>
              </a:defRPr>
            </a:lvl8pPr>
            <a:lvl9pPr algn="ctr">
              <a:defRPr sz="1275" b="1" i="0">
                <a:solidFill>
                  <a:srgbClr val="17324D"/>
                </a:solidFill>
                <a:latin typeface="Aptos"/>
                <a:ea typeface="Aptos"/>
                <a:cs typeface="Aptos"/>
              </a:defRPr>
            </a:lvl9pPr>
          </a:lstStyle>
          <a:p xmlns:a="http://schemas.openxmlformats.org/drawingml/2006/main">
            <a:pPr algn="ctr">
              <a:defRPr sz="1275" b="1" i="0">
                <a:solidFill>
                  <a:srgbClr val="17324D"/>
                </a:solidFill>
                <a:latin typeface="Aptos"/>
                <a:ea typeface="Aptos"/>
                <a:cs typeface="Aptos"/>
              </a:defRPr>
            </a:pPr>
            <a:r>
              <a:rPr sz="1275" b="1" i="0">
                <a:solidFill>
                  <a:srgbClr val="17324D"/>
                </a:solidFill>
                <a:latin typeface="Aptos"/>
                <a:ea typeface="Aptos"/>
                <a:cs typeface="Aptos"/>
              </a:rPr>
              <a:t>minutos por vez</a:t>
            </a:r>
          </a:p>
        </p:txBody>
      </p:sp>
      <p:sp>
        <p:nvSpPr>
          <p:cNvPr id="14" name="calc-op-1">
            <a:extLst xmlns:a="http://schemas.openxmlformats.org/drawingml/2006/main">
              <a:ext uri="{FF2B5EF4-FFF2-40B4-BE49-F238E27FC236}">
                <a16:creationId xmlns:a16="http://schemas.microsoft.com/office/drawing/2014/main" id="{59045C66-B02F-42A4-B626-D58F26043E1B}"/>
              </a:ext>
            </a:extLst>
          </p:cNvPr>
          <p:cNvSpPr>
            <a:spLocks xmlns:a="http://schemas.openxmlformats.org/drawingml/2006/main" noGrp="1"/>
          </p:cNvSpPr>
          <p:nvPr/>
        </p:nvSpPr>
        <p:spPr>
          <a:xfrm xmlns:a="http://schemas.openxmlformats.org/drawingml/2006/main">
            <a:off x="6419850" y="44005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526B7F"/>
                </a:solidFill>
                <a:latin typeface="Aptos"/>
                <a:ea typeface="Aptos"/>
                <a:cs typeface="Aptos"/>
              </a:defRPr>
            </a:defPPr>
            <a:lvl1pPr algn="ctr">
              <a:defRPr sz="1425" b="1" i="0">
                <a:solidFill>
                  <a:srgbClr val="526B7F"/>
                </a:solidFill>
                <a:latin typeface="Aptos"/>
                <a:ea typeface="Aptos"/>
                <a:cs typeface="Aptos"/>
              </a:defRPr>
            </a:lvl1pPr>
            <a:lvl2pPr algn="ctr">
              <a:defRPr sz="1425" b="1" i="0">
                <a:solidFill>
                  <a:srgbClr val="526B7F"/>
                </a:solidFill>
                <a:latin typeface="Aptos"/>
                <a:ea typeface="Aptos"/>
                <a:cs typeface="Aptos"/>
              </a:defRPr>
            </a:lvl2pPr>
            <a:lvl3pPr algn="ctr">
              <a:defRPr sz="1425" b="1" i="0">
                <a:solidFill>
                  <a:srgbClr val="526B7F"/>
                </a:solidFill>
                <a:latin typeface="Aptos"/>
                <a:ea typeface="Aptos"/>
                <a:cs typeface="Aptos"/>
              </a:defRPr>
            </a:lvl3pPr>
            <a:lvl4pPr algn="ctr">
              <a:defRPr sz="1425" b="1" i="0">
                <a:solidFill>
                  <a:srgbClr val="526B7F"/>
                </a:solidFill>
                <a:latin typeface="Aptos"/>
                <a:ea typeface="Aptos"/>
                <a:cs typeface="Aptos"/>
              </a:defRPr>
            </a:lvl4pPr>
            <a:lvl5pPr algn="ctr">
              <a:defRPr sz="1425" b="1" i="0">
                <a:solidFill>
                  <a:srgbClr val="526B7F"/>
                </a:solidFill>
                <a:latin typeface="Aptos"/>
                <a:ea typeface="Aptos"/>
                <a:cs typeface="Aptos"/>
              </a:defRPr>
            </a:lvl5pPr>
            <a:lvl6pPr algn="ctr">
              <a:defRPr sz="1425" b="1" i="0">
                <a:solidFill>
                  <a:srgbClr val="526B7F"/>
                </a:solidFill>
                <a:latin typeface="Aptos"/>
                <a:ea typeface="Aptos"/>
                <a:cs typeface="Aptos"/>
              </a:defRPr>
            </a:lvl6pPr>
            <a:lvl7pPr algn="ctr">
              <a:defRPr sz="1425" b="1" i="0">
                <a:solidFill>
                  <a:srgbClr val="526B7F"/>
                </a:solidFill>
                <a:latin typeface="Aptos"/>
                <a:ea typeface="Aptos"/>
                <a:cs typeface="Aptos"/>
              </a:defRPr>
            </a:lvl7pPr>
            <a:lvl8pPr algn="ctr">
              <a:defRPr sz="1425" b="1" i="0">
                <a:solidFill>
                  <a:srgbClr val="526B7F"/>
                </a:solidFill>
                <a:latin typeface="Aptos"/>
                <a:ea typeface="Aptos"/>
                <a:cs typeface="Aptos"/>
              </a:defRPr>
            </a:lvl8pPr>
            <a:lvl9pPr algn="ctr">
              <a:defRPr sz="1425" b="1" i="0">
                <a:solidFill>
                  <a:srgbClr val="526B7F"/>
                </a:solidFill>
                <a:latin typeface="Aptos"/>
                <a:ea typeface="Aptos"/>
                <a:cs typeface="Aptos"/>
              </a:defRPr>
            </a:lvl9pPr>
          </a:lstStyle>
          <a:p xmlns:a="http://schemas.openxmlformats.org/drawingml/2006/main">
            <a:pPr algn="ctr">
              <a:defRPr sz="1425" b="1" i="0">
                <a:solidFill>
                  <a:srgbClr val="526B7F"/>
                </a:solidFill>
                <a:latin typeface="Aptos"/>
                <a:ea typeface="Aptos"/>
                <a:cs typeface="Aptos"/>
              </a:defRPr>
            </a:pPr>
            <a:r>
              <a:rPr sz="1425" b="1" i="0">
                <a:solidFill>
                  <a:srgbClr val="526B7F"/>
                </a:solidFill>
                <a:latin typeface="Aptos"/>
                <a:ea typeface="Aptos"/>
                <a:cs typeface="Aptos"/>
              </a:rPr>
              <a:t>× 4,33 ÷ 60 =</a:t>
            </a:r>
          </a:p>
        </p:txBody>
      </p:sp>
      <p:sp>
        <p:nvSpPr>
          <p:cNvPr id="15" name="calc-circle-2">
            <a:extLst xmlns:a="http://schemas.openxmlformats.org/drawingml/2006/main">
              <a:ext uri="{FF2B5EF4-FFF2-40B4-BE49-F238E27FC236}">
                <a16:creationId xmlns:a16="http://schemas.microsoft.com/office/drawing/2014/main" id="{7BC940EB-DE93-4392-999C-DC04BCA0AC77}"/>
              </a:ext>
            </a:extLst>
          </p:cNvPr>
          <p:cNvSpPr>
            <a:spLocks xmlns:a="http://schemas.openxmlformats.org/drawingml/2006/main" noGrp="1"/>
          </p:cNvSpPr>
          <p:nvPr/>
        </p:nvSpPr>
        <p:spPr>
          <a:xfrm xmlns:a="http://schemas.openxmlformats.org/drawingml/2006/main">
            <a:off x="8286750" y="4095750"/>
            <a:ext cx="1047750" cy="10477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16" name="calc-value-2">
            <a:extLst xmlns:a="http://schemas.openxmlformats.org/drawingml/2006/main">
              <a:ext uri="{FF2B5EF4-FFF2-40B4-BE49-F238E27FC236}">
                <a16:creationId xmlns:a16="http://schemas.microsoft.com/office/drawing/2014/main" id="{040C7314-9BB1-4AEB-8B34-D56B80F4E68B}"/>
              </a:ext>
            </a:extLst>
          </p:cNvPr>
          <p:cNvSpPr>
            <a:spLocks xmlns:a="http://schemas.openxmlformats.org/drawingml/2006/main" noGrp="1"/>
          </p:cNvSpPr>
          <p:nvPr/>
        </p:nvSpPr>
        <p:spPr>
          <a:xfrm xmlns:a="http://schemas.openxmlformats.org/drawingml/2006/main">
            <a:off x="8286750" y="43243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i="0">
                <a:solidFill>
                  <a:srgbClr val="FFFFFF"/>
                </a:solidFill>
                <a:latin typeface="Aptos"/>
                <a:ea typeface="Aptos"/>
                <a:cs typeface="Aptos"/>
              </a:defRPr>
            </a:defPPr>
            <a:lvl1pPr algn="ctr">
              <a:defRPr sz="2250" b="1" i="0">
                <a:solidFill>
                  <a:srgbClr val="FFFFFF"/>
                </a:solidFill>
                <a:latin typeface="Aptos"/>
                <a:ea typeface="Aptos"/>
                <a:cs typeface="Aptos"/>
              </a:defRPr>
            </a:lvl1pPr>
            <a:lvl2pPr algn="ctr">
              <a:defRPr sz="2250" b="1" i="0">
                <a:solidFill>
                  <a:srgbClr val="FFFFFF"/>
                </a:solidFill>
                <a:latin typeface="Aptos"/>
                <a:ea typeface="Aptos"/>
                <a:cs typeface="Aptos"/>
              </a:defRPr>
            </a:lvl2pPr>
            <a:lvl3pPr algn="ctr">
              <a:defRPr sz="2250" b="1" i="0">
                <a:solidFill>
                  <a:srgbClr val="FFFFFF"/>
                </a:solidFill>
                <a:latin typeface="Aptos"/>
                <a:ea typeface="Aptos"/>
                <a:cs typeface="Aptos"/>
              </a:defRPr>
            </a:lvl3pPr>
            <a:lvl4pPr algn="ctr">
              <a:defRPr sz="2250" b="1" i="0">
                <a:solidFill>
                  <a:srgbClr val="FFFFFF"/>
                </a:solidFill>
                <a:latin typeface="Aptos"/>
                <a:ea typeface="Aptos"/>
                <a:cs typeface="Aptos"/>
              </a:defRPr>
            </a:lvl4pPr>
            <a:lvl5pPr algn="ctr">
              <a:defRPr sz="2250" b="1" i="0">
                <a:solidFill>
                  <a:srgbClr val="FFFFFF"/>
                </a:solidFill>
                <a:latin typeface="Aptos"/>
                <a:ea typeface="Aptos"/>
                <a:cs typeface="Aptos"/>
              </a:defRPr>
            </a:lvl5pPr>
            <a:lvl6pPr algn="ctr">
              <a:defRPr sz="2250" b="1" i="0">
                <a:solidFill>
                  <a:srgbClr val="FFFFFF"/>
                </a:solidFill>
                <a:latin typeface="Aptos"/>
                <a:ea typeface="Aptos"/>
                <a:cs typeface="Aptos"/>
              </a:defRPr>
            </a:lvl6pPr>
            <a:lvl7pPr algn="ctr">
              <a:defRPr sz="2250" b="1" i="0">
                <a:solidFill>
                  <a:srgbClr val="FFFFFF"/>
                </a:solidFill>
                <a:latin typeface="Aptos"/>
                <a:ea typeface="Aptos"/>
                <a:cs typeface="Aptos"/>
              </a:defRPr>
            </a:lvl7pPr>
            <a:lvl8pPr algn="ctr">
              <a:defRPr sz="2250" b="1" i="0">
                <a:solidFill>
                  <a:srgbClr val="FFFFFF"/>
                </a:solidFill>
                <a:latin typeface="Aptos"/>
                <a:ea typeface="Aptos"/>
                <a:cs typeface="Aptos"/>
              </a:defRPr>
            </a:lvl8pPr>
            <a:lvl9pPr algn="ctr">
              <a:defRPr sz="2250" b="1" i="0">
                <a:solidFill>
                  <a:srgbClr val="FFFFFF"/>
                </a:solidFill>
                <a:latin typeface="Aptos"/>
                <a:ea typeface="Aptos"/>
                <a:cs typeface="Aptos"/>
              </a:defRPr>
            </a:lvl9pPr>
          </a:lstStyle>
          <a:p xmlns:a="http://schemas.openxmlformats.org/drawingml/2006/main">
            <a:pPr algn="ctr">
              <a:defRPr sz="2250" b="1" i="0">
                <a:solidFill>
                  <a:srgbClr val="FFFFFF"/>
                </a:solidFill>
                <a:latin typeface="Aptos"/>
                <a:ea typeface="Aptos"/>
                <a:cs typeface="Aptos"/>
              </a:defRPr>
            </a:pPr>
            <a:r>
              <a:rPr sz="2250" b="1" i="0">
                <a:solidFill>
                  <a:srgbClr val="FFFFFF"/>
                </a:solidFill>
                <a:latin typeface="Aptos"/>
                <a:ea typeface="Aptos"/>
                <a:cs typeface="Aptos"/>
              </a:rPr>
              <a:t>8,7</a:t>
            </a:r>
          </a:p>
        </p:txBody>
      </p:sp>
      <p:sp>
        <p:nvSpPr>
          <p:cNvPr id="17" name="calc-copy-2">
            <a:extLst xmlns:a="http://schemas.openxmlformats.org/drawingml/2006/main">
              <a:ext uri="{FF2B5EF4-FFF2-40B4-BE49-F238E27FC236}">
                <a16:creationId xmlns:a16="http://schemas.microsoft.com/office/drawing/2014/main" id="{BDB0675A-4381-496D-9EF8-20CD04F53918}"/>
              </a:ext>
            </a:extLst>
          </p:cNvPr>
          <p:cNvSpPr>
            <a:spLocks xmlns:a="http://schemas.openxmlformats.org/drawingml/2006/main" noGrp="1"/>
          </p:cNvSpPr>
          <p:nvPr/>
        </p:nvSpPr>
        <p:spPr>
          <a:xfrm xmlns:a="http://schemas.openxmlformats.org/drawingml/2006/main">
            <a:off x="7886700" y="53149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7324D"/>
                </a:solidFill>
                <a:latin typeface="Aptos"/>
                <a:ea typeface="Aptos"/>
                <a:cs typeface="Aptos"/>
              </a:defRPr>
            </a:defPPr>
            <a:lvl1pPr algn="ctr">
              <a:defRPr sz="1275" b="1" i="0">
                <a:solidFill>
                  <a:srgbClr val="17324D"/>
                </a:solidFill>
                <a:latin typeface="Aptos"/>
                <a:ea typeface="Aptos"/>
                <a:cs typeface="Aptos"/>
              </a:defRPr>
            </a:lvl1pPr>
            <a:lvl2pPr algn="ctr">
              <a:defRPr sz="1275" b="1" i="0">
                <a:solidFill>
                  <a:srgbClr val="17324D"/>
                </a:solidFill>
                <a:latin typeface="Aptos"/>
                <a:ea typeface="Aptos"/>
                <a:cs typeface="Aptos"/>
              </a:defRPr>
            </a:lvl2pPr>
            <a:lvl3pPr algn="ctr">
              <a:defRPr sz="1275" b="1" i="0">
                <a:solidFill>
                  <a:srgbClr val="17324D"/>
                </a:solidFill>
                <a:latin typeface="Aptos"/>
                <a:ea typeface="Aptos"/>
                <a:cs typeface="Aptos"/>
              </a:defRPr>
            </a:lvl3pPr>
            <a:lvl4pPr algn="ctr">
              <a:defRPr sz="1275" b="1" i="0">
                <a:solidFill>
                  <a:srgbClr val="17324D"/>
                </a:solidFill>
                <a:latin typeface="Aptos"/>
                <a:ea typeface="Aptos"/>
                <a:cs typeface="Aptos"/>
              </a:defRPr>
            </a:lvl4pPr>
            <a:lvl5pPr algn="ctr">
              <a:defRPr sz="1275" b="1" i="0">
                <a:solidFill>
                  <a:srgbClr val="17324D"/>
                </a:solidFill>
                <a:latin typeface="Aptos"/>
                <a:ea typeface="Aptos"/>
                <a:cs typeface="Aptos"/>
              </a:defRPr>
            </a:lvl5pPr>
            <a:lvl6pPr algn="ctr">
              <a:defRPr sz="1275" b="1" i="0">
                <a:solidFill>
                  <a:srgbClr val="17324D"/>
                </a:solidFill>
                <a:latin typeface="Aptos"/>
                <a:ea typeface="Aptos"/>
                <a:cs typeface="Aptos"/>
              </a:defRPr>
            </a:lvl6pPr>
            <a:lvl7pPr algn="ctr">
              <a:defRPr sz="1275" b="1" i="0">
                <a:solidFill>
                  <a:srgbClr val="17324D"/>
                </a:solidFill>
                <a:latin typeface="Aptos"/>
                <a:ea typeface="Aptos"/>
                <a:cs typeface="Aptos"/>
              </a:defRPr>
            </a:lvl7pPr>
            <a:lvl8pPr algn="ctr">
              <a:defRPr sz="1275" b="1" i="0">
                <a:solidFill>
                  <a:srgbClr val="17324D"/>
                </a:solidFill>
                <a:latin typeface="Aptos"/>
                <a:ea typeface="Aptos"/>
                <a:cs typeface="Aptos"/>
              </a:defRPr>
            </a:lvl8pPr>
            <a:lvl9pPr algn="ctr">
              <a:defRPr sz="1275" b="1" i="0">
                <a:solidFill>
                  <a:srgbClr val="17324D"/>
                </a:solidFill>
                <a:latin typeface="Aptos"/>
                <a:ea typeface="Aptos"/>
                <a:cs typeface="Aptos"/>
              </a:defRPr>
            </a:lvl9pPr>
          </a:lstStyle>
          <a:p xmlns:a="http://schemas.openxmlformats.org/drawingml/2006/main">
            <a:pPr algn="ctr">
              <a:defRPr sz="1275" b="1" i="0">
                <a:solidFill>
                  <a:srgbClr val="17324D"/>
                </a:solidFill>
                <a:latin typeface="Aptos"/>
                <a:ea typeface="Aptos"/>
                <a:cs typeface="Aptos"/>
              </a:defRPr>
            </a:pPr>
            <a:r>
              <a:rPr sz="1275" b="1" i="0">
                <a:solidFill>
                  <a:srgbClr val="17324D"/>
                </a:solidFill>
                <a:latin typeface="Aptos"/>
                <a:ea typeface="Aptos"/>
                <a:cs typeface="Aptos"/>
              </a:rPr>
              <a:t>horas al mes</a:t>
            </a:r>
          </a:p>
        </p:txBody>
      </p:sp>
      <p:sp>
        <p:nvSpPr>
          <p:cNvPr id="18" name="brand-5">
            <a:extLst xmlns:a="http://schemas.openxmlformats.org/drawingml/2006/main">
              <a:ext uri="{FF2B5EF4-FFF2-40B4-BE49-F238E27FC236}">
                <a16:creationId xmlns:a16="http://schemas.microsoft.com/office/drawing/2014/main" id="{7BC07352-22AD-4AD7-9506-616F4CEC84F5}"/>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9" name="page-5">
            <a:extLst xmlns:a="http://schemas.openxmlformats.org/drawingml/2006/main">
              <a:ext uri="{FF2B5EF4-FFF2-40B4-BE49-F238E27FC236}">
                <a16:creationId xmlns:a16="http://schemas.microsoft.com/office/drawing/2014/main" id="{980CD528-AE7E-4BEA-9C01-E869BC07C43D}"/>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05</a:t>
            </a:r>
          </a:p>
        </p:txBody>
      </p:sp>
    </p:spTree>
    <p:extLst>
      <p:ext uri="{BB962C8B-B14F-4D97-AF65-F5344CB8AC3E}">
        <p14:creationId xmlns:p14="http://schemas.microsoft.com/office/powerpoint/2010/main" val="17119295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itle-6">
            <a:extLst xmlns:a="http://schemas.openxmlformats.org/drawingml/2006/main">
              <a:ext uri="{FF2B5EF4-FFF2-40B4-BE49-F238E27FC236}">
                <a16:creationId xmlns:a16="http://schemas.microsoft.com/office/drawing/2014/main" id="{7C0F3EA2-E8D1-418B-95FB-36AACCBE8BC9}"/>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Puntaje de prioridad</a:t>
            </a:r>
          </a:p>
        </p:txBody>
      </p:sp>
      <p:sp>
        <p:nvSpPr>
          <p:cNvPr id="2" name="title-rule-6">
            <a:extLst xmlns:a="http://schemas.openxmlformats.org/drawingml/2006/main">
              <a:ext uri="{FF2B5EF4-FFF2-40B4-BE49-F238E27FC236}">
                <a16:creationId xmlns:a16="http://schemas.microsoft.com/office/drawing/2014/main" id="{71C0C763-4EF7-4007-8D0D-6CF2B7F0845E}"/>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6">
            <a:extLst xmlns:a="http://schemas.openxmlformats.org/drawingml/2006/main">
              <a:ext uri="{FF2B5EF4-FFF2-40B4-BE49-F238E27FC236}">
                <a16:creationId xmlns:a16="http://schemas.microsoft.com/office/drawing/2014/main" id="{3DC64F1D-4D0C-4CDE-A299-90A91666A713}"/>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El cálculo ayuda a comparar. La decisión final requiere revisión humana.</a:t>
            </a:r>
          </a:p>
        </p:txBody>
      </p:sp>
      <p:sp>
        <p:nvSpPr>
          <p:cNvPr id="4" name="priority-circle-0">
            <a:extLst xmlns:a="http://schemas.openxmlformats.org/drawingml/2006/main">
              <a:ext uri="{FF2B5EF4-FFF2-40B4-BE49-F238E27FC236}">
                <a16:creationId xmlns:a16="http://schemas.microsoft.com/office/drawing/2014/main" id="{4EDFC144-0D99-44C1-A4BB-1E32F55FE259}"/>
              </a:ext>
            </a:extLst>
          </p:cNvPr>
          <p:cNvSpPr>
            <a:spLocks xmlns:a="http://schemas.openxmlformats.org/drawingml/2006/main" noGrp="1"/>
          </p:cNvSpPr>
          <p:nvPr/>
        </p:nvSpPr>
        <p:spPr>
          <a:xfrm xmlns:a="http://schemas.openxmlformats.org/drawingml/2006/main">
            <a:off x="1028700" y="2152650"/>
            <a:ext cx="1066800" cy="106680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priority-scale-0">
            <a:extLst xmlns:a="http://schemas.openxmlformats.org/drawingml/2006/main">
              <a:ext uri="{FF2B5EF4-FFF2-40B4-BE49-F238E27FC236}">
                <a16:creationId xmlns:a16="http://schemas.microsoft.com/office/drawing/2014/main" id="{E5E1454C-26BC-46CD-83EA-B83E55383EE4}"/>
              </a:ext>
            </a:extLst>
          </p:cNvPr>
          <p:cNvSpPr>
            <a:spLocks xmlns:a="http://schemas.openxmlformats.org/drawingml/2006/main" noGrp="1"/>
          </p:cNvSpPr>
          <p:nvPr/>
        </p:nvSpPr>
        <p:spPr>
          <a:xfrm xmlns:a="http://schemas.openxmlformats.org/drawingml/2006/main">
            <a:off x="1028700" y="24193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i="0">
                <a:solidFill>
                  <a:srgbClr val="FFFFFF"/>
                </a:solidFill>
                <a:latin typeface="Aptos"/>
                <a:ea typeface="Aptos"/>
                <a:cs typeface="Aptos"/>
              </a:defRPr>
            </a:defPPr>
            <a:lvl1pPr algn="ctr">
              <a:defRPr sz="2025" b="1" i="0">
                <a:solidFill>
                  <a:srgbClr val="FFFFFF"/>
                </a:solidFill>
                <a:latin typeface="Aptos"/>
                <a:ea typeface="Aptos"/>
                <a:cs typeface="Aptos"/>
              </a:defRPr>
            </a:lvl1pPr>
            <a:lvl2pPr algn="ctr">
              <a:defRPr sz="2025" b="1" i="0">
                <a:solidFill>
                  <a:srgbClr val="FFFFFF"/>
                </a:solidFill>
                <a:latin typeface="Aptos"/>
                <a:ea typeface="Aptos"/>
                <a:cs typeface="Aptos"/>
              </a:defRPr>
            </a:lvl2pPr>
            <a:lvl3pPr algn="ctr">
              <a:defRPr sz="2025" b="1" i="0">
                <a:solidFill>
                  <a:srgbClr val="FFFFFF"/>
                </a:solidFill>
                <a:latin typeface="Aptos"/>
                <a:ea typeface="Aptos"/>
                <a:cs typeface="Aptos"/>
              </a:defRPr>
            </a:lvl3pPr>
            <a:lvl4pPr algn="ctr">
              <a:defRPr sz="2025" b="1" i="0">
                <a:solidFill>
                  <a:srgbClr val="FFFFFF"/>
                </a:solidFill>
                <a:latin typeface="Aptos"/>
                <a:ea typeface="Aptos"/>
                <a:cs typeface="Aptos"/>
              </a:defRPr>
            </a:lvl4pPr>
            <a:lvl5pPr algn="ctr">
              <a:defRPr sz="2025" b="1" i="0">
                <a:solidFill>
                  <a:srgbClr val="FFFFFF"/>
                </a:solidFill>
                <a:latin typeface="Aptos"/>
                <a:ea typeface="Aptos"/>
                <a:cs typeface="Aptos"/>
              </a:defRPr>
            </a:lvl5pPr>
            <a:lvl6pPr algn="ctr">
              <a:defRPr sz="2025" b="1" i="0">
                <a:solidFill>
                  <a:srgbClr val="FFFFFF"/>
                </a:solidFill>
                <a:latin typeface="Aptos"/>
                <a:ea typeface="Aptos"/>
                <a:cs typeface="Aptos"/>
              </a:defRPr>
            </a:lvl6pPr>
            <a:lvl7pPr algn="ctr">
              <a:defRPr sz="2025" b="1" i="0">
                <a:solidFill>
                  <a:srgbClr val="FFFFFF"/>
                </a:solidFill>
                <a:latin typeface="Aptos"/>
                <a:ea typeface="Aptos"/>
                <a:cs typeface="Aptos"/>
              </a:defRPr>
            </a:lvl7pPr>
            <a:lvl8pPr algn="ctr">
              <a:defRPr sz="2025" b="1" i="0">
                <a:solidFill>
                  <a:srgbClr val="FFFFFF"/>
                </a:solidFill>
                <a:latin typeface="Aptos"/>
                <a:ea typeface="Aptos"/>
                <a:cs typeface="Aptos"/>
              </a:defRPr>
            </a:lvl8pPr>
            <a:lvl9pPr algn="ctr">
              <a:defRPr sz="2025" b="1" i="0">
                <a:solidFill>
                  <a:srgbClr val="FFFFFF"/>
                </a:solidFill>
                <a:latin typeface="Aptos"/>
                <a:ea typeface="Aptos"/>
                <a:cs typeface="Aptos"/>
              </a:defRPr>
            </a:lvl9pPr>
          </a:lstStyle>
          <a:p xmlns:a="http://schemas.openxmlformats.org/drawingml/2006/main">
            <a:pPr algn="ctr">
              <a:defRPr sz="2025" b="1" i="0">
                <a:solidFill>
                  <a:srgbClr val="FFFFFF"/>
                </a:solidFill>
                <a:latin typeface="Aptos"/>
                <a:ea typeface="Aptos"/>
                <a:cs typeface="Aptos"/>
              </a:defRPr>
            </a:pPr>
            <a:r>
              <a:rPr sz="2025" b="1" i="0">
                <a:solidFill>
                  <a:srgbClr val="FFFFFF"/>
                </a:solidFill>
                <a:latin typeface="Aptos"/>
                <a:ea typeface="Aptos"/>
                <a:cs typeface="Aptos"/>
              </a:rPr>
              <a:t>1–5</a:t>
            </a:r>
          </a:p>
        </p:txBody>
      </p:sp>
      <p:sp>
        <p:nvSpPr>
          <p:cNvPr id="6" name="priority-label-0">
            <a:extLst xmlns:a="http://schemas.openxmlformats.org/drawingml/2006/main">
              <a:ext uri="{FF2B5EF4-FFF2-40B4-BE49-F238E27FC236}">
                <a16:creationId xmlns:a16="http://schemas.microsoft.com/office/drawing/2014/main" id="{157B6698-D3FD-4A91-AF5B-17BFEB1529C5}"/>
              </a:ext>
            </a:extLst>
          </p:cNvPr>
          <p:cNvSpPr>
            <a:spLocks xmlns:a="http://schemas.openxmlformats.org/drawingml/2006/main" noGrp="1"/>
          </p:cNvSpPr>
          <p:nvPr/>
        </p:nvSpPr>
        <p:spPr>
          <a:xfrm xmlns:a="http://schemas.openxmlformats.org/drawingml/2006/main">
            <a:off x="666750" y="33337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03366"/>
                </a:solidFill>
                <a:latin typeface="Aptos"/>
                <a:ea typeface="Aptos"/>
                <a:cs typeface="Aptos"/>
              </a:defRPr>
            </a:defPPr>
            <a:lvl1pPr algn="ctr">
              <a:defRPr sz="1200" b="1" i="0">
                <a:solidFill>
                  <a:srgbClr val="003366"/>
                </a:solidFill>
                <a:latin typeface="Aptos"/>
                <a:ea typeface="Aptos"/>
                <a:cs typeface="Aptos"/>
              </a:defRPr>
            </a:lvl1pPr>
            <a:lvl2pPr algn="ctr">
              <a:defRPr sz="1200" b="1" i="0">
                <a:solidFill>
                  <a:srgbClr val="003366"/>
                </a:solidFill>
                <a:latin typeface="Aptos"/>
                <a:ea typeface="Aptos"/>
                <a:cs typeface="Aptos"/>
              </a:defRPr>
            </a:lvl2pPr>
            <a:lvl3pPr algn="ctr">
              <a:defRPr sz="1200" b="1" i="0">
                <a:solidFill>
                  <a:srgbClr val="003366"/>
                </a:solidFill>
                <a:latin typeface="Aptos"/>
                <a:ea typeface="Aptos"/>
                <a:cs typeface="Aptos"/>
              </a:defRPr>
            </a:lvl3pPr>
            <a:lvl4pPr algn="ctr">
              <a:defRPr sz="1200" b="1" i="0">
                <a:solidFill>
                  <a:srgbClr val="003366"/>
                </a:solidFill>
                <a:latin typeface="Aptos"/>
                <a:ea typeface="Aptos"/>
                <a:cs typeface="Aptos"/>
              </a:defRPr>
            </a:lvl4pPr>
            <a:lvl5pPr algn="ctr">
              <a:defRPr sz="1200" b="1" i="0">
                <a:solidFill>
                  <a:srgbClr val="003366"/>
                </a:solidFill>
                <a:latin typeface="Aptos"/>
                <a:ea typeface="Aptos"/>
                <a:cs typeface="Aptos"/>
              </a:defRPr>
            </a:lvl5pPr>
            <a:lvl6pPr algn="ctr">
              <a:defRPr sz="1200" b="1" i="0">
                <a:solidFill>
                  <a:srgbClr val="003366"/>
                </a:solidFill>
                <a:latin typeface="Aptos"/>
                <a:ea typeface="Aptos"/>
                <a:cs typeface="Aptos"/>
              </a:defRPr>
            </a:lvl6pPr>
            <a:lvl7pPr algn="ctr">
              <a:defRPr sz="1200" b="1" i="0">
                <a:solidFill>
                  <a:srgbClr val="003366"/>
                </a:solidFill>
                <a:latin typeface="Aptos"/>
                <a:ea typeface="Aptos"/>
                <a:cs typeface="Aptos"/>
              </a:defRPr>
            </a:lvl7pPr>
            <a:lvl8pPr algn="ctr">
              <a:defRPr sz="1200" b="1" i="0">
                <a:solidFill>
                  <a:srgbClr val="003366"/>
                </a:solidFill>
                <a:latin typeface="Aptos"/>
                <a:ea typeface="Aptos"/>
                <a:cs typeface="Aptos"/>
              </a:defRPr>
            </a:lvl8pPr>
            <a:lvl9pPr algn="ctr">
              <a:defRPr sz="1200" b="1" i="0">
                <a:solidFill>
                  <a:srgbClr val="003366"/>
                </a:solidFill>
                <a:latin typeface="Aptos"/>
                <a:ea typeface="Aptos"/>
                <a:cs typeface="Aptos"/>
              </a:defRPr>
            </a:lvl9pPr>
          </a:lstStyle>
          <a:p xmlns:a="http://schemas.openxmlformats.org/drawingml/2006/main">
            <a:pPr algn="ctr">
              <a:defRPr sz="1200" b="1" i="0">
                <a:solidFill>
                  <a:srgbClr val="003366"/>
                </a:solidFill>
                <a:latin typeface="Aptos"/>
                <a:ea typeface="Aptos"/>
                <a:cs typeface="Aptos"/>
              </a:defRPr>
            </a:pPr>
            <a:r>
              <a:rPr sz="1200" b="1" i="0">
                <a:solidFill>
                  <a:srgbClr val="003366"/>
                </a:solidFill>
                <a:latin typeface="Aptos"/>
                <a:ea typeface="Aptos"/>
                <a:cs typeface="Aptos"/>
              </a:rPr>
              <a:t>IMPACTO</a:t>
            </a:r>
          </a:p>
        </p:txBody>
      </p:sp>
      <p:sp>
        <p:nvSpPr>
          <p:cNvPr id="7" name="priority-circle-1">
            <a:extLst xmlns:a="http://schemas.openxmlformats.org/drawingml/2006/main">
              <a:ext uri="{FF2B5EF4-FFF2-40B4-BE49-F238E27FC236}">
                <a16:creationId xmlns:a16="http://schemas.microsoft.com/office/drawing/2014/main" id="{59D49B47-984E-4E41-A0EB-3B66C0337323}"/>
              </a:ext>
            </a:extLst>
          </p:cNvPr>
          <p:cNvSpPr>
            <a:spLocks xmlns:a="http://schemas.openxmlformats.org/drawingml/2006/main" noGrp="1"/>
          </p:cNvSpPr>
          <p:nvPr/>
        </p:nvSpPr>
        <p:spPr>
          <a:xfrm xmlns:a="http://schemas.openxmlformats.org/drawingml/2006/main">
            <a:off x="3886200" y="2152650"/>
            <a:ext cx="1066800" cy="10668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8" name="priority-scale-1">
            <a:extLst xmlns:a="http://schemas.openxmlformats.org/drawingml/2006/main">
              <a:ext uri="{FF2B5EF4-FFF2-40B4-BE49-F238E27FC236}">
                <a16:creationId xmlns:a16="http://schemas.microsoft.com/office/drawing/2014/main" id="{2B9F1F99-5395-4F54-B7CE-50216879B5BB}"/>
              </a:ext>
            </a:extLst>
          </p:cNvPr>
          <p:cNvSpPr>
            <a:spLocks xmlns:a="http://schemas.openxmlformats.org/drawingml/2006/main" noGrp="1"/>
          </p:cNvSpPr>
          <p:nvPr/>
        </p:nvSpPr>
        <p:spPr>
          <a:xfrm xmlns:a="http://schemas.openxmlformats.org/drawingml/2006/main">
            <a:off x="3886200" y="24193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i="0">
                <a:solidFill>
                  <a:srgbClr val="FFFFFF"/>
                </a:solidFill>
                <a:latin typeface="Aptos"/>
                <a:ea typeface="Aptos"/>
                <a:cs typeface="Aptos"/>
              </a:defRPr>
            </a:defPPr>
            <a:lvl1pPr algn="ctr">
              <a:defRPr sz="2025" b="1" i="0">
                <a:solidFill>
                  <a:srgbClr val="FFFFFF"/>
                </a:solidFill>
                <a:latin typeface="Aptos"/>
                <a:ea typeface="Aptos"/>
                <a:cs typeface="Aptos"/>
              </a:defRPr>
            </a:lvl1pPr>
            <a:lvl2pPr algn="ctr">
              <a:defRPr sz="2025" b="1" i="0">
                <a:solidFill>
                  <a:srgbClr val="FFFFFF"/>
                </a:solidFill>
                <a:latin typeface="Aptos"/>
                <a:ea typeface="Aptos"/>
                <a:cs typeface="Aptos"/>
              </a:defRPr>
            </a:lvl2pPr>
            <a:lvl3pPr algn="ctr">
              <a:defRPr sz="2025" b="1" i="0">
                <a:solidFill>
                  <a:srgbClr val="FFFFFF"/>
                </a:solidFill>
                <a:latin typeface="Aptos"/>
                <a:ea typeface="Aptos"/>
                <a:cs typeface="Aptos"/>
              </a:defRPr>
            </a:lvl3pPr>
            <a:lvl4pPr algn="ctr">
              <a:defRPr sz="2025" b="1" i="0">
                <a:solidFill>
                  <a:srgbClr val="FFFFFF"/>
                </a:solidFill>
                <a:latin typeface="Aptos"/>
                <a:ea typeface="Aptos"/>
                <a:cs typeface="Aptos"/>
              </a:defRPr>
            </a:lvl4pPr>
            <a:lvl5pPr algn="ctr">
              <a:defRPr sz="2025" b="1" i="0">
                <a:solidFill>
                  <a:srgbClr val="FFFFFF"/>
                </a:solidFill>
                <a:latin typeface="Aptos"/>
                <a:ea typeface="Aptos"/>
                <a:cs typeface="Aptos"/>
              </a:defRPr>
            </a:lvl5pPr>
            <a:lvl6pPr algn="ctr">
              <a:defRPr sz="2025" b="1" i="0">
                <a:solidFill>
                  <a:srgbClr val="FFFFFF"/>
                </a:solidFill>
                <a:latin typeface="Aptos"/>
                <a:ea typeface="Aptos"/>
                <a:cs typeface="Aptos"/>
              </a:defRPr>
            </a:lvl6pPr>
            <a:lvl7pPr algn="ctr">
              <a:defRPr sz="2025" b="1" i="0">
                <a:solidFill>
                  <a:srgbClr val="FFFFFF"/>
                </a:solidFill>
                <a:latin typeface="Aptos"/>
                <a:ea typeface="Aptos"/>
                <a:cs typeface="Aptos"/>
              </a:defRPr>
            </a:lvl7pPr>
            <a:lvl8pPr algn="ctr">
              <a:defRPr sz="2025" b="1" i="0">
                <a:solidFill>
                  <a:srgbClr val="FFFFFF"/>
                </a:solidFill>
                <a:latin typeface="Aptos"/>
                <a:ea typeface="Aptos"/>
                <a:cs typeface="Aptos"/>
              </a:defRPr>
            </a:lvl8pPr>
            <a:lvl9pPr algn="ctr">
              <a:defRPr sz="2025" b="1" i="0">
                <a:solidFill>
                  <a:srgbClr val="FFFFFF"/>
                </a:solidFill>
                <a:latin typeface="Aptos"/>
                <a:ea typeface="Aptos"/>
                <a:cs typeface="Aptos"/>
              </a:defRPr>
            </a:lvl9pPr>
          </a:lstStyle>
          <a:p xmlns:a="http://schemas.openxmlformats.org/drawingml/2006/main">
            <a:pPr algn="ctr">
              <a:defRPr sz="2025" b="1" i="0">
                <a:solidFill>
                  <a:srgbClr val="FFFFFF"/>
                </a:solidFill>
                <a:latin typeface="Aptos"/>
                <a:ea typeface="Aptos"/>
                <a:cs typeface="Aptos"/>
              </a:defRPr>
            </a:pPr>
            <a:r>
              <a:rPr sz="2025" b="1" i="0">
                <a:solidFill>
                  <a:srgbClr val="FFFFFF"/>
                </a:solidFill>
                <a:latin typeface="Aptos"/>
                <a:ea typeface="Aptos"/>
                <a:cs typeface="Aptos"/>
              </a:rPr>
              <a:t>1–5</a:t>
            </a:r>
          </a:p>
        </p:txBody>
      </p:sp>
      <p:sp>
        <p:nvSpPr>
          <p:cNvPr id="9" name="priority-label-1">
            <a:extLst xmlns:a="http://schemas.openxmlformats.org/drawingml/2006/main">
              <a:ext uri="{FF2B5EF4-FFF2-40B4-BE49-F238E27FC236}">
                <a16:creationId xmlns:a16="http://schemas.microsoft.com/office/drawing/2014/main" id="{DCD22AB3-7361-4C62-B22E-205B3F7B481D}"/>
              </a:ext>
            </a:extLst>
          </p:cNvPr>
          <p:cNvSpPr>
            <a:spLocks xmlns:a="http://schemas.openxmlformats.org/drawingml/2006/main" noGrp="1"/>
          </p:cNvSpPr>
          <p:nvPr/>
        </p:nvSpPr>
        <p:spPr>
          <a:xfrm xmlns:a="http://schemas.openxmlformats.org/drawingml/2006/main">
            <a:off x="3524250" y="33337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03366"/>
                </a:solidFill>
                <a:latin typeface="Aptos"/>
                <a:ea typeface="Aptos"/>
                <a:cs typeface="Aptos"/>
              </a:defRPr>
            </a:defPPr>
            <a:lvl1pPr algn="ctr">
              <a:defRPr sz="1200" b="1" i="0">
                <a:solidFill>
                  <a:srgbClr val="003366"/>
                </a:solidFill>
                <a:latin typeface="Aptos"/>
                <a:ea typeface="Aptos"/>
                <a:cs typeface="Aptos"/>
              </a:defRPr>
            </a:lvl1pPr>
            <a:lvl2pPr algn="ctr">
              <a:defRPr sz="1200" b="1" i="0">
                <a:solidFill>
                  <a:srgbClr val="003366"/>
                </a:solidFill>
                <a:latin typeface="Aptos"/>
                <a:ea typeface="Aptos"/>
                <a:cs typeface="Aptos"/>
              </a:defRPr>
            </a:lvl2pPr>
            <a:lvl3pPr algn="ctr">
              <a:defRPr sz="1200" b="1" i="0">
                <a:solidFill>
                  <a:srgbClr val="003366"/>
                </a:solidFill>
                <a:latin typeface="Aptos"/>
                <a:ea typeface="Aptos"/>
                <a:cs typeface="Aptos"/>
              </a:defRPr>
            </a:lvl3pPr>
            <a:lvl4pPr algn="ctr">
              <a:defRPr sz="1200" b="1" i="0">
                <a:solidFill>
                  <a:srgbClr val="003366"/>
                </a:solidFill>
                <a:latin typeface="Aptos"/>
                <a:ea typeface="Aptos"/>
                <a:cs typeface="Aptos"/>
              </a:defRPr>
            </a:lvl4pPr>
            <a:lvl5pPr algn="ctr">
              <a:defRPr sz="1200" b="1" i="0">
                <a:solidFill>
                  <a:srgbClr val="003366"/>
                </a:solidFill>
                <a:latin typeface="Aptos"/>
                <a:ea typeface="Aptos"/>
                <a:cs typeface="Aptos"/>
              </a:defRPr>
            </a:lvl5pPr>
            <a:lvl6pPr algn="ctr">
              <a:defRPr sz="1200" b="1" i="0">
                <a:solidFill>
                  <a:srgbClr val="003366"/>
                </a:solidFill>
                <a:latin typeface="Aptos"/>
                <a:ea typeface="Aptos"/>
                <a:cs typeface="Aptos"/>
              </a:defRPr>
            </a:lvl6pPr>
            <a:lvl7pPr algn="ctr">
              <a:defRPr sz="1200" b="1" i="0">
                <a:solidFill>
                  <a:srgbClr val="003366"/>
                </a:solidFill>
                <a:latin typeface="Aptos"/>
                <a:ea typeface="Aptos"/>
                <a:cs typeface="Aptos"/>
              </a:defRPr>
            </a:lvl7pPr>
            <a:lvl8pPr algn="ctr">
              <a:defRPr sz="1200" b="1" i="0">
                <a:solidFill>
                  <a:srgbClr val="003366"/>
                </a:solidFill>
                <a:latin typeface="Aptos"/>
                <a:ea typeface="Aptos"/>
                <a:cs typeface="Aptos"/>
              </a:defRPr>
            </a:lvl8pPr>
            <a:lvl9pPr algn="ctr">
              <a:defRPr sz="1200" b="1" i="0">
                <a:solidFill>
                  <a:srgbClr val="003366"/>
                </a:solidFill>
                <a:latin typeface="Aptos"/>
                <a:ea typeface="Aptos"/>
                <a:cs typeface="Aptos"/>
              </a:defRPr>
            </a:lvl9pPr>
          </a:lstStyle>
          <a:p xmlns:a="http://schemas.openxmlformats.org/drawingml/2006/main">
            <a:pPr algn="ctr">
              <a:defRPr sz="1200" b="1" i="0">
                <a:solidFill>
                  <a:srgbClr val="003366"/>
                </a:solidFill>
                <a:latin typeface="Aptos"/>
                <a:ea typeface="Aptos"/>
                <a:cs typeface="Aptos"/>
              </a:defRPr>
            </a:pPr>
            <a:r>
              <a:rPr sz="1200" b="1" i="0">
                <a:solidFill>
                  <a:srgbClr val="003366"/>
                </a:solidFill>
                <a:latin typeface="Aptos"/>
                <a:ea typeface="Aptos"/>
                <a:cs typeface="Aptos"/>
              </a:rPr>
              <a:t>RIESGO DE ERROR</a:t>
            </a:r>
          </a:p>
        </p:txBody>
      </p:sp>
      <p:sp>
        <p:nvSpPr>
          <p:cNvPr id="10" name="priority-circle-2">
            <a:extLst xmlns:a="http://schemas.openxmlformats.org/drawingml/2006/main">
              <a:ext uri="{FF2B5EF4-FFF2-40B4-BE49-F238E27FC236}">
                <a16:creationId xmlns:a16="http://schemas.microsoft.com/office/drawing/2014/main" id="{1952BDDC-5BF9-4097-84C4-251CBD58B834}"/>
              </a:ext>
            </a:extLst>
          </p:cNvPr>
          <p:cNvSpPr>
            <a:spLocks xmlns:a="http://schemas.openxmlformats.org/drawingml/2006/main" noGrp="1"/>
          </p:cNvSpPr>
          <p:nvPr/>
        </p:nvSpPr>
        <p:spPr>
          <a:xfrm xmlns:a="http://schemas.openxmlformats.org/drawingml/2006/main">
            <a:off x="6743700" y="2152650"/>
            <a:ext cx="1066800" cy="106680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11" name="priority-scale-2">
            <a:extLst xmlns:a="http://schemas.openxmlformats.org/drawingml/2006/main">
              <a:ext uri="{FF2B5EF4-FFF2-40B4-BE49-F238E27FC236}">
                <a16:creationId xmlns:a16="http://schemas.microsoft.com/office/drawing/2014/main" id="{E3CA8E73-8702-4735-9DEE-C2BCAE316646}"/>
              </a:ext>
            </a:extLst>
          </p:cNvPr>
          <p:cNvSpPr>
            <a:spLocks xmlns:a="http://schemas.openxmlformats.org/drawingml/2006/main" noGrp="1"/>
          </p:cNvSpPr>
          <p:nvPr/>
        </p:nvSpPr>
        <p:spPr>
          <a:xfrm xmlns:a="http://schemas.openxmlformats.org/drawingml/2006/main">
            <a:off x="6743700" y="2419350"/>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i="0">
                <a:solidFill>
                  <a:srgbClr val="FFFFFF"/>
                </a:solidFill>
                <a:latin typeface="Aptos"/>
                <a:ea typeface="Aptos"/>
                <a:cs typeface="Aptos"/>
              </a:defRPr>
            </a:defPPr>
            <a:lvl1pPr algn="ctr">
              <a:defRPr sz="2025" b="1" i="0">
                <a:solidFill>
                  <a:srgbClr val="FFFFFF"/>
                </a:solidFill>
                <a:latin typeface="Aptos"/>
                <a:ea typeface="Aptos"/>
                <a:cs typeface="Aptos"/>
              </a:defRPr>
            </a:lvl1pPr>
            <a:lvl2pPr algn="ctr">
              <a:defRPr sz="2025" b="1" i="0">
                <a:solidFill>
                  <a:srgbClr val="FFFFFF"/>
                </a:solidFill>
                <a:latin typeface="Aptos"/>
                <a:ea typeface="Aptos"/>
                <a:cs typeface="Aptos"/>
              </a:defRPr>
            </a:lvl2pPr>
            <a:lvl3pPr algn="ctr">
              <a:defRPr sz="2025" b="1" i="0">
                <a:solidFill>
                  <a:srgbClr val="FFFFFF"/>
                </a:solidFill>
                <a:latin typeface="Aptos"/>
                <a:ea typeface="Aptos"/>
                <a:cs typeface="Aptos"/>
              </a:defRPr>
            </a:lvl3pPr>
            <a:lvl4pPr algn="ctr">
              <a:defRPr sz="2025" b="1" i="0">
                <a:solidFill>
                  <a:srgbClr val="FFFFFF"/>
                </a:solidFill>
                <a:latin typeface="Aptos"/>
                <a:ea typeface="Aptos"/>
                <a:cs typeface="Aptos"/>
              </a:defRPr>
            </a:lvl4pPr>
            <a:lvl5pPr algn="ctr">
              <a:defRPr sz="2025" b="1" i="0">
                <a:solidFill>
                  <a:srgbClr val="FFFFFF"/>
                </a:solidFill>
                <a:latin typeface="Aptos"/>
                <a:ea typeface="Aptos"/>
                <a:cs typeface="Aptos"/>
              </a:defRPr>
            </a:lvl5pPr>
            <a:lvl6pPr algn="ctr">
              <a:defRPr sz="2025" b="1" i="0">
                <a:solidFill>
                  <a:srgbClr val="FFFFFF"/>
                </a:solidFill>
                <a:latin typeface="Aptos"/>
                <a:ea typeface="Aptos"/>
                <a:cs typeface="Aptos"/>
              </a:defRPr>
            </a:lvl6pPr>
            <a:lvl7pPr algn="ctr">
              <a:defRPr sz="2025" b="1" i="0">
                <a:solidFill>
                  <a:srgbClr val="FFFFFF"/>
                </a:solidFill>
                <a:latin typeface="Aptos"/>
                <a:ea typeface="Aptos"/>
                <a:cs typeface="Aptos"/>
              </a:defRPr>
            </a:lvl7pPr>
            <a:lvl8pPr algn="ctr">
              <a:defRPr sz="2025" b="1" i="0">
                <a:solidFill>
                  <a:srgbClr val="FFFFFF"/>
                </a:solidFill>
                <a:latin typeface="Aptos"/>
                <a:ea typeface="Aptos"/>
                <a:cs typeface="Aptos"/>
              </a:defRPr>
            </a:lvl8pPr>
            <a:lvl9pPr algn="ctr">
              <a:defRPr sz="2025" b="1" i="0">
                <a:solidFill>
                  <a:srgbClr val="FFFFFF"/>
                </a:solidFill>
                <a:latin typeface="Aptos"/>
                <a:ea typeface="Aptos"/>
                <a:cs typeface="Aptos"/>
              </a:defRPr>
            </a:lvl9pPr>
          </a:lstStyle>
          <a:p xmlns:a="http://schemas.openxmlformats.org/drawingml/2006/main">
            <a:pPr algn="ctr">
              <a:defRPr sz="2025" b="1" i="0">
                <a:solidFill>
                  <a:srgbClr val="FFFFFF"/>
                </a:solidFill>
                <a:latin typeface="Aptos"/>
                <a:ea typeface="Aptos"/>
                <a:cs typeface="Aptos"/>
              </a:defRPr>
            </a:pPr>
            <a:r>
              <a:rPr sz="2025" b="1" i="0">
                <a:solidFill>
                  <a:srgbClr val="FFFFFF"/>
                </a:solidFill>
                <a:latin typeface="Aptos"/>
                <a:ea typeface="Aptos"/>
                <a:cs typeface="Aptos"/>
              </a:rPr>
              <a:t>1–5</a:t>
            </a:r>
          </a:p>
        </p:txBody>
      </p:sp>
      <p:sp>
        <p:nvSpPr>
          <p:cNvPr id="12" name="priority-label-2">
            <a:extLst xmlns:a="http://schemas.openxmlformats.org/drawingml/2006/main">
              <a:ext uri="{FF2B5EF4-FFF2-40B4-BE49-F238E27FC236}">
                <a16:creationId xmlns:a16="http://schemas.microsoft.com/office/drawing/2014/main" id="{F936D383-D3BE-423E-AB4C-057DEDF3D63B}"/>
              </a:ext>
            </a:extLst>
          </p:cNvPr>
          <p:cNvSpPr>
            <a:spLocks xmlns:a="http://schemas.openxmlformats.org/drawingml/2006/main" noGrp="1"/>
          </p:cNvSpPr>
          <p:nvPr/>
        </p:nvSpPr>
        <p:spPr>
          <a:xfrm xmlns:a="http://schemas.openxmlformats.org/drawingml/2006/main">
            <a:off x="6381750" y="33337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03366"/>
                </a:solidFill>
                <a:latin typeface="Aptos"/>
                <a:ea typeface="Aptos"/>
                <a:cs typeface="Aptos"/>
              </a:defRPr>
            </a:defPPr>
            <a:lvl1pPr algn="ctr">
              <a:defRPr sz="1200" b="1" i="0">
                <a:solidFill>
                  <a:srgbClr val="003366"/>
                </a:solidFill>
                <a:latin typeface="Aptos"/>
                <a:ea typeface="Aptos"/>
                <a:cs typeface="Aptos"/>
              </a:defRPr>
            </a:lvl1pPr>
            <a:lvl2pPr algn="ctr">
              <a:defRPr sz="1200" b="1" i="0">
                <a:solidFill>
                  <a:srgbClr val="003366"/>
                </a:solidFill>
                <a:latin typeface="Aptos"/>
                <a:ea typeface="Aptos"/>
                <a:cs typeface="Aptos"/>
              </a:defRPr>
            </a:lvl2pPr>
            <a:lvl3pPr algn="ctr">
              <a:defRPr sz="1200" b="1" i="0">
                <a:solidFill>
                  <a:srgbClr val="003366"/>
                </a:solidFill>
                <a:latin typeface="Aptos"/>
                <a:ea typeface="Aptos"/>
                <a:cs typeface="Aptos"/>
              </a:defRPr>
            </a:lvl3pPr>
            <a:lvl4pPr algn="ctr">
              <a:defRPr sz="1200" b="1" i="0">
                <a:solidFill>
                  <a:srgbClr val="003366"/>
                </a:solidFill>
                <a:latin typeface="Aptos"/>
                <a:ea typeface="Aptos"/>
                <a:cs typeface="Aptos"/>
              </a:defRPr>
            </a:lvl4pPr>
            <a:lvl5pPr algn="ctr">
              <a:defRPr sz="1200" b="1" i="0">
                <a:solidFill>
                  <a:srgbClr val="003366"/>
                </a:solidFill>
                <a:latin typeface="Aptos"/>
                <a:ea typeface="Aptos"/>
                <a:cs typeface="Aptos"/>
              </a:defRPr>
            </a:lvl5pPr>
            <a:lvl6pPr algn="ctr">
              <a:defRPr sz="1200" b="1" i="0">
                <a:solidFill>
                  <a:srgbClr val="003366"/>
                </a:solidFill>
                <a:latin typeface="Aptos"/>
                <a:ea typeface="Aptos"/>
                <a:cs typeface="Aptos"/>
              </a:defRPr>
            </a:lvl6pPr>
            <a:lvl7pPr algn="ctr">
              <a:defRPr sz="1200" b="1" i="0">
                <a:solidFill>
                  <a:srgbClr val="003366"/>
                </a:solidFill>
                <a:latin typeface="Aptos"/>
                <a:ea typeface="Aptos"/>
                <a:cs typeface="Aptos"/>
              </a:defRPr>
            </a:lvl7pPr>
            <a:lvl8pPr algn="ctr">
              <a:defRPr sz="1200" b="1" i="0">
                <a:solidFill>
                  <a:srgbClr val="003366"/>
                </a:solidFill>
                <a:latin typeface="Aptos"/>
                <a:ea typeface="Aptos"/>
                <a:cs typeface="Aptos"/>
              </a:defRPr>
            </a:lvl8pPr>
            <a:lvl9pPr algn="ctr">
              <a:defRPr sz="1200" b="1" i="0">
                <a:solidFill>
                  <a:srgbClr val="003366"/>
                </a:solidFill>
                <a:latin typeface="Aptos"/>
                <a:ea typeface="Aptos"/>
                <a:cs typeface="Aptos"/>
              </a:defRPr>
            </a:lvl9pPr>
          </a:lstStyle>
          <a:p xmlns:a="http://schemas.openxmlformats.org/drawingml/2006/main">
            <a:pPr algn="ctr">
              <a:defRPr sz="1200" b="1" i="0">
                <a:solidFill>
                  <a:srgbClr val="003366"/>
                </a:solidFill>
                <a:latin typeface="Aptos"/>
                <a:ea typeface="Aptos"/>
                <a:cs typeface="Aptos"/>
              </a:defRPr>
            </a:pPr>
            <a:r>
              <a:rPr sz="1200" b="1" i="0">
                <a:solidFill>
                  <a:srgbClr val="003366"/>
                </a:solidFill>
                <a:latin typeface="Aptos"/>
                <a:ea typeface="Aptos"/>
                <a:cs typeface="Aptos"/>
              </a:rPr>
              <a:t>ESFUERZO</a:t>
            </a:r>
          </a:p>
        </p:txBody>
      </p:sp>
      <p:sp>
        <p:nvSpPr>
          <p:cNvPr id="13" name="priority-formula-box">
            <a:extLst xmlns:a="http://schemas.openxmlformats.org/drawingml/2006/main">
              <a:ext uri="{FF2B5EF4-FFF2-40B4-BE49-F238E27FC236}">
                <a16:creationId xmlns:a16="http://schemas.microsoft.com/office/drawing/2014/main" id="{2DB79EAA-6BEE-49CF-A070-A33EE0B5CFF7}"/>
              </a:ext>
            </a:extLst>
          </p:cNvPr>
          <p:cNvSpPr>
            <a:spLocks xmlns:a="http://schemas.openxmlformats.org/drawingml/2006/main" noGrp="1"/>
          </p:cNvSpPr>
          <p:nvPr/>
        </p:nvSpPr>
        <p:spPr>
          <a:xfrm xmlns:a="http://schemas.openxmlformats.org/drawingml/2006/main">
            <a:off x="9220200" y="2209800"/>
            <a:ext cx="2152650" cy="1371600"/>
          </a:xfrm>
          <a:prstGeom xmlns:a="http://schemas.openxmlformats.org/drawingml/2006/main" prst="roundRect">
            <a:avLst>
              <a:gd name="adj" fmla="val 5556"/>
            </a:avLst>
          </a:prstGeom>
          <a:solidFill xmlns:a="http://schemas.openxmlformats.org/drawingml/2006/main">
            <a:srgbClr val="EAF4F8"/>
          </a:solidFill>
          <a:ln xmlns:a="http://schemas.openxmlformats.org/drawingml/2006/main" w="0">
            <a:noFill/>
            <a:prstDash val="solid"/>
          </a:ln>
        </p:spPr>
      </p:sp>
      <p:sp>
        <p:nvSpPr>
          <p:cNvPr id="14" name="priority-formula-label">
            <a:extLst xmlns:a="http://schemas.openxmlformats.org/drawingml/2006/main">
              <a:ext uri="{FF2B5EF4-FFF2-40B4-BE49-F238E27FC236}">
                <a16:creationId xmlns:a16="http://schemas.microsoft.com/office/drawing/2014/main" id="{4C94C711-F1C0-46E0-82EE-56E38D649E3A}"/>
              </a:ext>
            </a:extLst>
          </p:cNvPr>
          <p:cNvSpPr>
            <a:spLocks xmlns:a="http://schemas.openxmlformats.org/drawingml/2006/main" noGrp="1"/>
          </p:cNvSpPr>
          <p:nvPr/>
        </p:nvSpPr>
        <p:spPr>
          <a:xfrm xmlns:a="http://schemas.openxmlformats.org/drawingml/2006/main">
            <a:off x="9448800" y="24003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0878A8"/>
                </a:solidFill>
                <a:latin typeface="Aptos"/>
                <a:ea typeface="Aptos"/>
                <a:cs typeface="Aptos"/>
              </a:defRPr>
            </a:defPPr>
            <a:lvl1pPr algn="ctr">
              <a:defRPr sz="1050" b="1" i="0">
                <a:solidFill>
                  <a:srgbClr val="0878A8"/>
                </a:solidFill>
                <a:latin typeface="Aptos"/>
                <a:ea typeface="Aptos"/>
                <a:cs typeface="Aptos"/>
              </a:defRPr>
            </a:lvl1pPr>
            <a:lvl2pPr algn="ctr">
              <a:defRPr sz="1050" b="1" i="0">
                <a:solidFill>
                  <a:srgbClr val="0878A8"/>
                </a:solidFill>
                <a:latin typeface="Aptos"/>
                <a:ea typeface="Aptos"/>
                <a:cs typeface="Aptos"/>
              </a:defRPr>
            </a:lvl2pPr>
            <a:lvl3pPr algn="ctr">
              <a:defRPr sz="1050" b="1" i="0">
                <a:solidFill>
                  <a:srgbClr val="0878A8"/>
                </a:solidFill>
                <a:latin typeface="Aptos"/>
                <a:ea typeface="Aptos"/>
                <a:cs typeface="Aptos"/>
              </a:defRPr>
            </a:lvl3pPr>
            <a:lvl4pPr algn="ctr">
              <a:defRPr sz="1050" b="1" i="0">
                <a:solidFill>
                  <a:srgbClr val="0878A8"/>
                </a:solidFill>
                <a:latin typeface="Aptos"/>
                <a:ea typeface="Aptos"/>
                <a:cs typeface="Aptos"/>
              </a:defRPr>
            </a:lvl4pPr>
            <a:lvl5pPr algn="ctr">
              <a:defRPr sz="1050" b="1" i="0">
                <a:solidFill>
                  <a:srgbClr val="0878A8"/>
                </a:solidFill>
                <a:latin typeface="Aptos"/>
                <a:ea typeface="Aptos"/>
                <a:cs typeface="Aptos"/>
              </a:defRPr>
            </a:lvl5pPr>
            <a:lvl6pPr algn="ctr">
              <a:defRPr sz="1050" b="1" i="0">
                <a:solidFill>
                  <a:srgbClr val="0878A8"/>
                </a:solidFill>
                <a:latin typeface="Aptos"/>
                <a:ea typeface="Aptos"/>
                <a:cs typeface="Aptos"/>
              </a:defRPr>
            </a:lvl6pPr>
            <a:lvl7pPr algn="ctr">
              <a:defRPr sz="1050" b="1" i="0">
                <a:solidFill>
                  <a:srgbClr val="0878A8"/>
                </a:solidFill>
                <a:latin typeface="Aptos"/>
                <a:ea typeface="Aptos"/>
                <a:cs typeface="Aptos"/>
              </a:defRPr>
            </a:lvl7pPr>
            <a:lvl8pPr algn="ctr">
              <a:defRPr sz="1050" b="1" i="0">
                <a:solidFill>
                  <a:srgbClr val="0878A8"/>
                </a:solidFill>
                <a:latin typeface="Aptos"/>
                <a:ea typeface="Aptos"/>
                <a:cs typeface="Aptos"/>
              </a:defRPr>
            </a:lvl8pPr>
            <a:lvl9pPr algn="ctr">
              <a:defRPr sz="1050" b="1" i="0">
                <a:solidFill>
                  <a:srgbClr val="0878A8"/>
                </a:solidFill>
                <a:latin typeface="Aptos"/>
                <a:ea typeface="Aptos"/>
                <a:cs typeface="Aptos"/>
              </a:defRPr>
            </a:lvl9pPr>
          </a:lstStyle>
          <a:p xmlns:a="http://schemas.openxmlformats.org/drawingml/2006/main">
            <a:pPr algn="ctr">
              <a:defRPr sz="1050" b="1" i="0">
                <a:solidFill>
                  <a:srgbClr val="0878A8"/>
                </a:solidFill>
                <a:latin typeface="Aptos"/>
                <a:ea typeface="Aptos"/>
                <a:cs typeface="Aptos"/>
              </a:defRPr>
            </a:pPr>
            <a:r>
              <a:rPr sz="1050" b="1" i="0">
                <a:solidFill>
                  <a:srgbClr val="0878A8"/>
                </a:solidFill>
                <a:latin typeface="Aptos"/>
                <a:ea typeface="Aptos"/>
                <a:cs typeface="Aptos"/>
              </a:rPr>
              <a:t>PUNTAJE</a:t>
            </a:r>
          </a:p>
        </p:txBody>
      </p:sp>
      <p:sp>
        <p:nvSpPr>
          <p:cNvPr id="15" name="priority-formula">
            <a:extLst xmlns:a="http://schemas.openxmlformats.org/drawingml/2006/main">
              <a:ext uri="{FF2B5EF4-FFF2-40B4-BE49-F238E27FC236}">
                <a16:creationId xmlns:a16="http://schemas.microsoft.com/office/drawing/2014/main" id="{EB2444F9-78F7-41E4-A475-63718AA0EE56}"/>
              </a:ext>
            </a:extLst>
          </p:cNvPr>
          <p:cNvSpPr>
            <a:spLocks xmlns:a="http://schemas.openxmlformats.org/drawingml/2006/main" noGrp="1"/>
          </p:cNvSpPr>
          <p:nvPr/>
        </p:nvSpPr>
        <p:spPr>
          <a:xfrm xmlns:a="http://schemas.openxmlformats.org/drawingml/2006/main">
            <a:off x="9391650" y="272415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(impacto + riesgo)</a:t>
            </a:r>
          </a:p>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 máx. (horas, 0,5)</a:t>
            </a:r>
          </a:p>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 esfuerzo</a:t>
            </a:r>
          </a:p>
        </p:txBody>
      </p:sp>
      <p:sp>
        <p:nvSpPr>
          <p:cNvPr id="16" name="questions-line">
            <a:extLst xmlns:a="http://schemas.openxmlformats.org/drawingml/2006/main">
              <a:ext uri="{FF2B5EF4-FFF2-40B4-BE49-F238E27FC236}">
                <a16:creationId xmlns:a16="http://schemas.microsoft.com/office/drawing/2014/main" id="{AB1C911B-CEBC-47E3-9683-75CCB991310B}"/>
              </a:ext>
            </a:extLst>
          </p:cNvPr>
          <p:cNvSpPr>
            <a:spLocks xmlns:a="http://schemas.openxmlformats.org/drawingml/2006/main" noGrp="1"/>
          </p:cNvSpPr>
          <p:nvPr/>
        </p:nvSpPr>
        <p:spPr>
          <a:xfrm xmlns:a="http://schemas.openxmlformats.org/drawingml/2006/main">
            <a:off x="876300" y="3943350"/>
            <a:ext cx="1043940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7" name="question-circle-0">
            <a:extLst xmlns:a="http://schemas.openxmlformats.org/drawingml/2006/main">
              <a:ext uri="{FF2B5EF4-FFF2-40B4-BE49-F238E27FC236}">
                <a16:creationId xmlns:a16="http://schemas.microsoft.com/office/drawing/2014/main" id="{A42A80DE-D697-4686-B144-34F240EF67B0}"/>
              </a:ext>
            </a:extLst>
          </p:cNvPr>
          <p:cNvSpPr>
            <a:spLocks xmlns:a="http://schemas.openxmlformats.org/drawingml/2006/main" noGrp="1"/>
          </p:cNvSpPr>
          <p:nvPr/>
        </p:nvSpPr>
        <p:spPr>
          <a:xfrm xmlns:a="http://schemas.openxmlformats.org/drawingml/2006/main">
            <a:off x="1162050" y="4343400"/>
            <a:ext cx="361950" cy="3619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8" name="question-check-0">
            <a:extLst xmlns:a="http://schemas.openxmlformats.org/drawingml/2006/main">
              <a:ext uri="{FF2B5EF4-FFF2-40B4-BE49-F238E27FC236}">
                <a16:creationId xmlns:a16="http://schemas.microsoft.com/office/drawing/2014/main" id="{98200208-89F3-4558-9451-A11E85961E8B}"/>
              </a:ext>
            </a:extLst>
          </p:cNvPr>
          <p:cNvSpPr>
            <a:spLocks xmlns:a="http://schemas.openxmlformats.org/drawingml/2006/main" noGrp="1"/>
          </p:cNvSpPr>
          <p:nvPr/>
        </p:nvSpPr>
        <p:spPr>
          <a:xfrm xmlns:a="http://schemas.openxmlformats.org/drawingml/2006/main">
            <a:off x="1162050" y="43815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19" name="question-text-0">
            <a:extLst xmlns:a="http://schemas.openxmlformats.org/drawingml/2006/main">
              <a:ext uri="{FF2B5EF4-FFF2-40B4-BE49-F238E27FC236}">
                <a16:creationId xmlns:a16="http://schemas.microsoft.com/office/drawing/2014/main" id="{72DFDB1F-BFCE-4DC8-B169-516E9798C0A7}"/>
              </a:ext>
            </a:extLst>
          </p:cNvPr>
          <p:cNvSpPr>
            <a:spLocks xmlns:a="http://schemas.openxmlformats.org/drawingml/2006/main" noGrp="1"/>
          </p:cNvSpPr>
          <p:nvPr/>
        </p:nvSpPr>
        <p:spPr>
          <a:xfrm xmlns:a="http://schemas.openxmlformats.org/drawingml/2006/main">
            <a:off x="1695450" y="4371975"/>
            <a:ext cx="417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17324D"/>
                </a:solidFill>
                <a:latin typeface="Aptos"/>
                <a:ea typeface="Aptos"/>
                <a:cs typeface="Aptos"/>
              </a:defRPr>
            </a:defPPr>
            <a:lvl1pPr algn="l">
              <a:defRPr sz="1425" b="1" i="0">
                <a:solidFill>
                  <a:srgbClr val="17324D"/>
                </a:solidFill>
                <a:latin typeface="Aptos"/>
                <a:ea typeface="Aptos"/>
                <a:cs typeface="Aptos"/>
              </a:defRPr>
            </a:lvl1pPr>
            <a:lvl2pPr algn="l">
              <a:defRPr sz="1425" b="1" i="0">
                <a:solidFill>
                  <a:srgbClr val="17324D"/>
                </a:solidFill>
                <a:latin typeface="Aptos"/>
                <a:ea typeface="Aptos"/>
                <a:cs typeface="Aptos"/>
              </a:defRPr>
            </a:lvl2pPr>
            <a:lvl3pPr algn="l">
              <a:defRPr sz="1425" b="1" i="0">
                <a:solidFill>
                  <a:srgbClr val="17324D"/>
                </a:solidFill>
                <a:latin typeface="Aptos"/>
                <a:ea typeface="Aptos"/>
                <a:cs typeface="Aptos"/>
              </a:defRPr>
            </a:lvl3pPr>
            <a:lvl4pPr algn="l">
              <a:defRPr sz="1425" b="1" i="0">
                <a:solidFill>
                  <a:srgbClr val="17324D"/>
                </a:solidFill>
                <a:latin typeface="Aptos"/>
                <a:ea typeface="Aptos"/>
                <a:cs typeface="Aptos"/>
              </a:defRPr>
            </a:lvl4pPr>
            <a:lvl5pPr algn="l">
              <a:defRPr sz="1425" b="1" i="0">
                <a:solidFill>
                  <a:srgbClr val="17324D"/>
                </a:solidFill>
                <a:latin typeface="Aptos"/>
                <a:ea typeface="Aptos"/>
                <a:cs typeface="Aptos"/>
              </a:defRPr>
            </a:lvl5pPr>
            <a:lvl6pPr algn="l">
              <a:defRPr sz="1425" b="1" i="0">
                <a:solidFill>
                  <a:srgbClr val="17324D"/>
                </a:solidFill>
                <a:latin typeface="Aptos"/>
                <a:ea typeface="Aptos"/>
                <a:cs typeface="Aptos"/>
              </a:defRPr>
            </a:lvl6pPr>
            <a:lvl7pPr algn="l">
              <a:defRPr sz="1425" b="1" i="0">
                <a:solidFill>
                  <a:srgbClr val="17324D"/>
                </a:solidFill>
                <a:latin typeface="Aptos"/>
                <a:ea typeface="Aptos"/>
                <a:cs typeface="Aptos"/>
              </a:defRPr>
            </a:lvl7pPr>
            <a:lvl8pPr algn="l">
              <a:defRPr sz="1425" b="1" i="0">
                <a:solidFill>
                  <a:srgbClr val="17324D"/>
                </a:solidFill>
                <a:latin typeface="Aptos"/>
                <a:ea typeface="Aptos"/>
                <a:cs typeface="Aptos"/>
              </a:defRPr>
            </a:lvl8pPr>
            <a:lvl9pPr algn="l">
              <a:defRPr sz="1425" b="1" i="0">
                <a:solidFill>
                  <a:srgbClr val="17324D"/>
                </a:solidFill>
                <a:latin typeface="Aptos"/>
                <a:ea typeface="Aptos"/>
                <a:cs typeface="Aptos"/>
              </a:defRPr>
            </a:lvl9pPr>
          </a:lstStyle>
          <a:p xmlns:a="http://schemas.openxmlformats.org/drawingml/2006/main">
            <a:pPr algn="l">
              <a:defRPr sz="1425" b="1" i="0">
                <a:solidFill>
                  <a:srgbClr val="17324D"/>
                </a:solidFill>
                <a:latin typeface="Aptos"/>
                <a:ea typeface="Aptos"/>
                <a:cs typeface="Aptos"/>
              </a:defRPr>
            </a:pPr>
            <a:r>
              <a:rPr sz="1425" b="1" i="0">
                <a:solidFill>
                  <a:srgbClr val="17324D"/>
                </a:solidFill>
                <a:latin typeface="Aptos"/>
                <a:ea typeface="Aptos"/>
                <a:cs typeface="Aptos"/>
              </a:rPr>
              <a:t>¿Las reglas son claras?</a:t>
            </a:r>
          </a:p>
        </p:txBody>
      </p:sp>
      <p:sp>
        <p:nvSpPr>
          <p:cNvPr id="20" name="question-circle-1">
            <a:extLst xmlns:a="http://schemas.openxmlformats.org/drawingml/2006/main">
              <a:ext uri="{FF2B5EF4-FFF2-40B4-BE49-F238E27FC236}">
                <a16:creationId xmlns:a16="http://schemas.microsoft.com/office/drawing/2014/main" id="{227F6A64-E170-48F8-87BC-E40A74C3F37B}"/>
              </a:ext>
            </a:extLst>
          </p:cNvPr>
          <p:cNvSpPr>
            <a:spLocks xmlns:a="http://schemas.openxmlformats.org/drawingml/2006/main" noGrp="1"/>
          </p:cNvSpPr>
          <p:nvPr/>
        </p:nvSpPr>
        <p:spPr>
          <a:xfrm xmlns:a="http://schemas.openxmlformats.org/drawingml/2006/main">
            <a:off x="6381750" y="4343400"/>
            <a:ext cx="361950" cy="3619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21" name="question-check-1">
            <a:extLst xmlns:a="http://schemas.openxmlformats.org/drawingml/2006/main">
              <a:ext uri="{FF2B5EF4-FFF2-40B4-BE49-F238E27FC236}">
                <a16:creationId xmlns:a16="http://schemas.microsoft.com/office/drawing/2014/main" id="{7551263F-6812-4BB6-9253-696CCBDB3710}"/>
              </a:ext>
            </a:extLst>
          </p:cNvPr>
          <p:cNvSpPr>
            <a:spLocks xmlns:a="http://schemas.openxmlformats.org/drawingml/2006/main" noGrp="1"/>
          </p:cNvSpPr>
          <p:nvPr/>
        </p:nvSpPr>
        <p:spPr>
          <a:xfrm xmlns:a="http://schemas.openxmlformats.org/drawingml/2006/main">
            <a:off x="6381750" y="43815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22" name="question-text-1">
            <a:extLst xmlns:a="http://schemas.openxmlformats.org/drawingml/2006/main">
              <a:ext uri="{FF2B5EF4-FFF2-40B4-BE49-F238E27FC236}">
                <a16:creationId xmlns:a16="http://schemas.microsoft.com/office/drawing/2014/main" id="{19955BD1-9B08-43D4-87BD-E7CB066F78AE}"/>
              </a:ext>
            </a:extLst>
          </p:cNvPr>
          <p:cNvSpPr>
            <a:spLocks xmlns:a="http://schemas.openxmlformats.org/drawingml/2006/main" noGrp="1"/>
          </p:cNvSpPr>
          <p:nvPr/>
        </p:nvSpPr>
        <p:spPr>
          <a:xfrm xmlns:a="http://schemas.openxmlformats.org/drawingml/2006/main">
            <a:off x="6915150" y="4371975"/>
            <a:ext cx="417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17324D"/>
                </a:solidFill>
                <a:latin typeface="Aptos"/>
                <a:ea typeface="Aptos"/>
                <a:cs typeface="Aptos"/>
              </a:defRPr>
            </a:defPPr>
            <a:lvl1pPr algn="l">
              <a:defRPr sz="1425" b="1" i="0">
                <a:solidFill>
                  <a:srgbClr val="17324D"/>
                </a:solidFill>
                <a:latin typeface="Aptos"/>
                <a:ea typeface="Aptos"/>
                <a:cs typeface="Aptos"/>
              </a:defRPr>
            </a:lvl1pPr>
            <a:lvl2pPr algn="l">
              <a:defRPr sz="1425" b="1" i="0">
                <a:solidFill>
                  <a:srgbClr val="17324D"/>
                </a:solidFill>
                <a:latin typeface="Aptos"/>
                <a:ea typeface="Aptos"/>
                <a:cs typeface="Aptos"/>
              </a:defRPr>
            </a:lvl2pPr>
            <a:lvl3pPr algn="l">
              <a:defRPr sz="1425" b="1" i="0">
                <a:solidFill>
                  <a:srgbClr val="17324D"/>
                </a:solidFill>
                <a:latin typeface="Aptos"/>
                <a:ea typeface="Aptos"/>
                <a:cs typeface="Aptos"/>
              </a:defRPr>
            </a:lvl3pPr>
            <a:lvl4pPr algn="l">
              <a:defRPr sz="1425" b="1" i="0">
                <a:solidFill>
                  <a:srgbClr val="17324D"/>
                </a:solidFill>
                <a:latin typeface="Aptos"/>
                <a:ea typeface="Aptos"/>
                <a:cs typeface="Aptos"/>
              </a:defRPr>
            </a:lvl4pPr>
            <a:lvl5pPr algn="l">
              <a:defRPr sz="1425" b="1" i="0">
                <a:solidFill>
                  <a:srgbClr val="17324D"/>
                </a:solidFill>
                <a:latin typeface="Aptos"/>
                <a:ea typeface="Aptos"/>
                <a:cs typeface="Aptos"/>
              </a:defRPr>
            </a:lvl5pPr>
            <a:lvl6pPr algn="l">
              <a:defRPr sz="1425" b="1" i="0">
                <a:solidFill>
                  <a:srgbClr val="17324D"/>
                </a:solidFill>
                <a:latin typeface="Aptos"/>
                <a:ea typeface="Aptos"/>
                <a:cs typeface="Aptos"/>
              </a:defRPr>
            </a:lvl6pPr>
            <a:lvl7pPr algn="l">
              <a:defRPr sz="1425" b="1" i="0">
                <a:solidFill>
                  <a:srgbClr val="17324D"/>
                </a:solidFill>
                <a:latin typeface="Aptos"/>
                <a:ea typeface="Aptos"/>
                <a:cs typeface="Aptos"/>
              </a:defRPr>
            </a:lvl7pPr>
            <a:lvl8pPr algn="l">
              <a:defRPr sz="1425" b="1" i="0">
                <a:solidFill>
                  <a:srgbClr val="17324D"/>
                </a:solidFill>
                <a:latin typeface="Aptos"/>
                <a:ea typeface="Aptos"/>
                <a:cs typeface="Aptos"/>
              </a:defRPr>
            </a:lvl8pPr>
            <a:lvl9pPr algn="l">
              <a:defRPr sz="1425" b="1" i="0">
                <a:solidFill>
                  <a:srgbClr val="17324D"/>
                </a:solidFill>
                <a:latin typeface="Aptos"/>
                <a:ea typeface="Aptos"/>
                <a:cs typeface="Aptos"/>
              </a:defRPr>
            </a:lvl9pPr>
          </a:lstStyle>
          <a:p xmlns:a="http://schemas.openxmlformats.org/drawingml/2006/main">
            <a:pPr algn="l">
              <a:defRPr sz="1425" b="1" i="0">
                <a:solidFill>
                  <a:srgbClr val="17324D"/>
                </a:solidFill>
                <a:latin typeface="Aptos"/>
                <a:ea typeface="Aptos"/>
                <a:cs typeface="Aptos"/>
              </a:defRPr>
            </a:pPr>
            <a:r>
              <a:rPr sz="1425" b="1" i="0">
                <a:solidFill>
                  <a:srgbClr val="17324D"/>
                </a:solidFill>
                <a:latin typeface="Aptos"/>
                <a:ea typeface="Aptos"/>
                <a:cs typeface="Aptos"/>
              </a:rPr>
              <a:t>¿Puedo usar datos ficticios?</a:t>
            </a:r>
          </a:p>
        </p:txBody>
      </p:sp>
      <p:sp>
        <p:nvSpPr>
          <p:cNvPr id="23" name="question-circle-2">
            <a:extLst xmlns:a="http://schemas.openxmlformats.org/drawingml/2006/main">
              <a:ext uri="{FF2B5EF4-FFF2-40B4-BE49-F238E27FC236}">
                <a16:creationId xmlns:a16="http://schemas.microsoft.com/office/drawing/2014/main" id="{0E7DA2FC-CA8A-40C2-AA1A-8354E0DF7EE6}"/>
              </a:ext>
            </a:extLst>
          </p:cNvPr>
          <p:cNvSpPr>
            <a:spLocks xmlns:a="http://schemas.openxmlformats.org/drawingml/2006/main" noGrp="1"/>
          </p:cNvSpPr>
          <p:nvPr/>
        </p:nvSpPr>
        <p:spPr>
          <a:xfrm xmlns:a="http://schemas.openxmlformats.org/drawingml/2006/main">
            <a:off x="1162050" y="5067300"/>
            <a:ext cx="361950" cy="3619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24" name="question-check-2">
            <a:extLst xmlns:a="http://schemas.openxmlformats.org/drawingml/2006/main">
              <a:ext uri="{FF2B5EF4-FFF2-40B4-BE49-F238E27FC236}">
                <a16:creationId xmlns:a16="http://schemas.microsoft.com/office/drawing/2014/main" id="{36F26F99-850D-4EBD-BBE7-BC11B68A260E}"/>
              </a:ext>
            </a:extLst>
          </p:cNvPr>
          <p:cNvSpPr>
            <a:spLocks xmlns:a="http://schemas.openxmlformats.org/drawingml/2006/main" noGrp="1"/>
          </p:cNvSpPr>
          <p:nvPr/>
        </p:nvSpPr>
        <p:spPr>
          <a:xfrm xmlns:a="http://schemas.openxmlformats.org/drawingml/2006/main">
            <a:off x="1162050" y="5105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25" name="question-text-2">
            <a:extLst xmlns:a="http://schemas.openxmlformats.org/drawingml/2006/main">
              <a:ext uri="{FF2B5EF4-FFF2-40B4-BE49-F238E27FC236}">
                <a16:creationId xmlns:a16="http://schemas.microsoft.com/office/drawing/2014/main" id="{900979D5-AB28-4EA3-8AE8-1D50FFD9E656}"/>
              </a:ext>
            </a:extLst>
          </p:cNvPr>
          <p:cNvSpPr>
            <a:spLocks xmlns:a="http://schemas.openxmlformats.org/drawingml/2006/main" noGrp="1"/>
          </p:cNvSpPr>
          <p:nvPr/>
        </p:nvSpPr>
        <p:spPr>
          <a:xfrm xmlns:a="http://schemas.openxmlformats.org/drawingml/2006/main">
            <a:off x="1695450" y="5095875"/>
            <a:ext cx="417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17324D"/>
                </a:solidFill>
                <a:latin typeface="Aptos"/>
                <a:ea typeface="Aptos"/>
                <a:cs typeface="Aptos"/>
              </a:defRPr>
            </a:defPPr>
            <a:lvl1pPr algn="l">
              <a:defRPr sz="1425" b="1" i="0">
                <a:solidFill>
                  <a:srgbClr val="17324D"/>
                </a:solidFill>
                <a:latin typeface="Aptos"/>
                <a:ea typeface="Aptos"/>
                <a:cs typeface="Aptos"/>
              </a:defRPr>
            </a:lvl1pPr>
            <a:lvl2pPr algn="l">
              <a:defRPr sz="1425" b="1" i="0">
                <a:solidFill>
                  <a:srgbClr val="17324D"/>
                </a:solidFill>
                <a:latin typeface="Aptos"/>
                <a:ea typeface="Aptos"/>
                <a:cs typeface="Aptos"/>
              </a:defRPr>
            </a:lvl2pPr>
            <a:lvl3pPr algn="l">
              <a:defRPr sz="1425" b="1" i="0">
                <a:solidFill>
                  <a:srgbClr val="17324D"/>
                </a:solidFill>
                <a:latin typeface="Aptos"/>
                <a:ea typeface="Aptos"/>
                <a:cs typeface="Aptos"/>
              </a:defRPr>
            </a:lvl3pPr>
            <a:lvl4pPr algn="l">
              <a:defRPr sz="1425" b="1" i="0">
                <a:solidFill>
                  <a:srgbClr val="17324D"/>
                </a:solidFill>
                <a:latin typeface="Aptos"/>
                <a:ea typeface="Aptos"/>
                <a:cs typeface="Aptos"/>
              </a:defRPr>
            </a:lvl4pPr>
            <a:lvl5pPr algn="l">
              <a:defRPr sz="1425" b="1" i="0">
                <a:solidFill>
                  <a:srgbClr val="17324D"/>
                </a:solidFill>
                <a:latin typeface="Aptos"/>
                <a:ea typeface="Aptos"/>
                <a:cs typeface="Aptos"/>
              </a:defRPr>
            </a:lvl5pPr>
            <a:lvl6pPr algn="l">
              <a:defRPr sz="1425" b="1" i="0">
                <a:solidFill>
                  <a:srgbClr val="17324D"/>
                </a:solidFill>
                <a:latin typeface="Aptos"/>
                <a:ea typeface="Aptos"/>
                <a:cs typeface="Aptos"/>
              </a:defRPr>
            </a:lvl6pPr>
            <a:lvl7pPr algn="l">
              <a:defRPr sz="1425" b="1" i="0">
                <a:solidFill>
                  <a:srgbClr val="17324D"/>
                </a:solidFill>
                <a:latin typeface="Aptos"/>
                <a:ea typeface="Aptos"/>
                <a:cs typeface="Aptos"/>
              </a:defRPr>
            </a:lvl7pPr>
            <a:lvl8pPr algn="l">
              <a:defRPr sz="1425" b="1" i="0">
                <a:solidFill>
                  <a:srgbClr val="17324D"/>
                </a:solidFill>
                <a:latin typeface="Aptos"/>
                <a:ea typeface="Aptos"/>
                <a:cs typeface="Aptos"/>
              </a:defRPr>
            </a:lvl8pPr>
            <a:lvl9pPr algn="l">
              <a:defRPr sz="1425" b="1" i="0">
                <a:solidFill>
                  <a:srgbClr val="17324D"/>
                </a:solidFill>
                <a:latin typeface="Aptos"/>
                <a:ea typeface="Aptos"/>
                <a:cs typeface="Aptos"/>
              </a:defRPr>
            </a:lvl9pPr>
          </a:lstStyle>
          <a:p xmlns:a="http://schemas.openxmlformats.org/drawingml/2006/main">
            <a:pPr algn="l">
              <a:defRPr sz="1425" b="1" i="0">
                <a:solidFill>
                  <a:srgbClr val="17324D"/>
                </a:solidFill>
                <a:latin typeface="Aptos"/>
                <a:ea typeface="Aptos"/>
                <a:cs typeface="Aptos"/>
              </a:defRPr>
            </a:pPr>
            <a:r>
              <a:rPr sz="1425" b="1" i="0">
                <a:solidFill>
                  <a:srgbClr val="17324D"/>
                </a:solidFill>
                <a:latin typeface="Aptos"/>
                <a:ea typeface="Aptos"/>
                <a:cs typeface="Aptos"/>
              </a:rPr>
              <a:t>¿Existe una persona responsable?</a:t>
            </a:r>
          </a:p>
        </p:txBody>
      </p:sp>
      <p:sp>
        <p:nvSpPr>
          <p:cNvPr id="26" name="question-circle-3">
            <a:extLst xmlns:a="http://schemas.openxmlformats.org/drawingml/2006/main">
              <a:ext uri="{FF2B5EF4-FFF2-40B4-BE49-F238E27FC236}">
                <a16:creationId xmlns:a16="http://schemas.microsoft.com/office/drawing/2014/main" id="{5F380581-E3AA-4BCC-A75B-D2CD2C8E3493}"/>
              </a:ext>
            </a:extLst>
          </p:cNvPr>
          <p:cNvSpPr>
            <a:spLocks xmlns:a="http://schemas.openxmlformats.org/drawingml/2006/main" noGrp="1"/>
          </p:cNvSpPr>
          <p:nvPr/>
        </p:nvSpPr>
        <p:spPr>
          <a:xfrm xmlns:a="http://schemas.openxmlformats.org/drawingml/2006/main">
            <a:off x="6381750" y="5067300"/>
            <a:ext cx="361950" cy="3619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7" name="question-check-3">
            <a:extLst xmlns:a="http://schemas.openxmlformats.org/drawingml/2006/main">
              <a:ext uri="{FF2B5EF4-FFF2-40B4-BE49-F238E27FC236}">
                <a16:creationId xmlns:a16="http://schemas.microsoft.com/office/drawing/2014/main" id="{E439605A-C80E-41B4-9C8E-EFD401FE25BA}"/>
              </a:ext>
            </a:extLst>
          </p:cNvPr>
          <p:cNvSpPr>
            <a:spLocks xmlns:a="http://schemas.openxmlformats.org/drawingml/2006/main" noGrp="1"/>
          </p:cNvSpPr>
          <p:nvPr/>
        </p:nvSpPr>
        <p:spPr>
          <a:xfrm xmlns:a="http://schemas.openxmlformats.org/drawingml/2006/main">
            <a:off x="6381750" y="5105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28" name="question-text-3">
            <a:extLst xmlns:a="http://schemas.openxmlformats.org/drawingml/2006/main">
              <a:ext uri="{FF2B5EF4-FFF2-40B4-BE49-F238E27FC236}">
                <a16:creationId xmlns:a16="http://schemas.microsoft.com/office/drawing/2014/main" id="{4AA93BD7-B5B8-4909-B23B-070C9D8598A3}"/>
              </a:ext>
            </a:extLst>
          </p:cNvPr>
          <p:cNvSpPr>
            <a:spLocks xmlns:a="http://schemas.openxmlformats.org/drawingml/2006/main" noGrp="1"/>
          </p:cNvSpPr>
          <p:nvPr/>
        </p:nvSpPr>
        <p:spPr>
          <a:xfrm xmlns:a="http://schemas.openxmlformats.org/drawingml/2006/main">
            <a:off x="6915150" y="5095875"/>
            <a:ext cx="417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17324D"/>
                </a:solidFill>
                <a:latin typeface="Aptos"/>
                <a:ea typeface="Aptos"/>
                <a:cs typeface="Aptos"/>
              </a:defRPr>
            </a:defPPr>
            <a:lvl1pPr algn="l">
              <a:defRPr sz="1425" b="1" i="0">
                <a:solidFill>
                  <a:srgbClr val="17324D"/>
                </a:solidFill>
                <a:latin typeface="Aptos"/>
                <a:ea typeface="Aptos"/>
                <a:cs typeface="Aptos"/>
              </a:defRPr>
            </a:lvl1pPr>
            <a:lvl2pPr algn="l">
              <a:defRPr sz="1425" b="1" i="0">
                <a:solidFill>
                  <a:srgbClr val="17324D"/>
                </a:solidFill>
                <a:latin typeface="Aptos"/>
                <a:ea typeface="Aptos"/>
                <a:cs typeface="Aptos"/>
              </a:defRPr>
            </a:lvl2pPr>
            <a:lvl3pPr algn="l">
              <a:defRPr sz="1425" b="1" i="0">
                <a:solidFill>
                  <a:srgbClr val="17324D"/>
                </a:solidFill>
                <a:latin typeface="Aptos"/>
                <a:ea typeface="Aptos"/>
                <a:cs typeface="Aptos"/>
              </a:defRPr>
            </a:lvl3pPr>
            <a:lvl4pPr algn="l">
              <a:defRPr sz="1425" b="1" i="0">
                <a:solidFill>
                  <a:srgbClr val="17324D"/>
                </a:solidFill>
                <a:latin typeface="Aptos"/>
                <a:ea typeface="Aptos"/>
                <a:cs typeface="Aptos"/>
              </a:defRPr>
            </a:lvl4pPr>
            <a:lvl5pPr algn="l">
              <a:defRPr sz="1425" b="1" i="0">
                <a:solidFill>
                  <a:srgbClr val="17324D"/>
                </a:solidFill>
                <a:latin typeface="Aptos"/>
                <a:ea typeface="Aptos"/>
                <a:cs typeface="Aptos"/>
              </a:defRPr>
            </a:lvl5pPr>
            <a:lvl6pPr algn="l">
              <a:defRPr sz="1425" b="1" i="0">
                <a:solidFill>
                  <a:srgbClr val="17324D"/>
                </a:solidFill>
                <a:latin typeface="Aptos"/>
                <a:ea typeface="Aptos"/>
                <a:cs typeface="Aptos"/>
              </a:defRPr>
            </a:lvl6pPr>
            <a:lvl7pPr algn="l">
              <a:defRPr sz="1425" b="1" i="0">
                <a:solidFill>
                  <a:srgbClr val="17324D"/>
                </a:solidFill>
                <a:latin typeface="Aptos"/>
                <a:ea typeface="Aptos"/>
                <a:cs typeface="Aptos"/>
              </a:defRPr>
            </a:lvl7pPr>
            <a:lvl8pPr algn="l">
              <a:defRPr sz="1425" b="1" i="0">
                <a:solidFill>
                  <a:srgbClr val="17324D"/>
                </a:solidFill>
                <a:latin typeface="Aptos"/>
                <a:ea typeface="Aptos"/>
                <a:cs typeface="Aptos"/>
              </a:defRPr>
            </a:lvl8pPr>
            <a:lvl9pPr algn="l">
              <a:defRPr sz="1425" b="1" i="0">
                <a:solidFill>
                  <a:srgbClr val="17324D"/>
                </a:solidFill>
                <a:latin typeface="Aptos"/>
                <a:ea typeface="Aptos"/>
                <a:cs typeface="Aptos"/>
              </a:defRPr>
            </a:lvl9pPr>
          </a:lstStyle>
          <a:p xmlns:a="http://schemas.openxmlformats.org/drawingml/2006/main">
            <a:pPr algn="l">
              <a:defRPr sz="1425" b="1" i="0">
                <a:solidFill>
                  <a:srgbClr val="17324D"/>
                </a:solidFill>
                <a:latin typeface="Aptos"/>
                <a:ea typeface="Aptos"/>
                <a:cs typeface="Aptos"/>
              </a:defRPr>
            </a:pPr>
            <a:r>
              <a:rPr sz="1425" b="1" i="0">
                <a:solidFill>
                  <a:srgbClr val="17324D"/>
                </a:solidFill>
                <a:latin typeface="Aptos"/>
                <a:ea typeface="Aptos"/>
                <a:cs typeface="Aptos"/>
              </a:rPr>
              <a:t>¿Puedo medir antes y después?</a:t>
            </a:r>
          </a:p>
        </p:txBody>
      </p:sp>
      <p:sp>
        <p:nvSpPr>
          <p:cNvPr id="29" name="brand-6">
            <a:extLst xmlns:a="http://schemas.openxmlformats.org/drawingml/2006/main">
              <a:ext uri="{FF2B5EF4-FFF2-40B4-BE49-F238E27FC236}">
                <a16:creationId xmlns:a16="http://schemas.microsoft.com/office/drawing/2014/main" id="{E02AAC74-60A2-435C-9D4E-14084928ED4E}"/>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30" name="page-6">
            <a:extLst xmlns:a="http://schemas.openxmlformats.org/drawingml/2006/main">
              <a:ext uri="{FF2B5EF4-FFF2-40B4-BE49-F238E27FC236}">
                <a16:creationId xmlns:a16="http://schemas.microsoft.com/office/drawing/2014/main" id="{61B15B0C-2B87-4E0B-A628-649FE34D9A80}"/>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06</a:t>
            </a:r>
          </a:p>
        </p:txBody>
      </p:sp>
    </p:spTree>
    <p:extLst>
      <p:ext uri="{BB962C8B-B14F-4D97-AF65-F5344CB8AC3E}">
        <p14:creationId xmlns:p14="http://schemas.microsoft.com/office/powerpoint/2010/main" val="580393271"/>
      </p:ext>
    </p:extLst>
  </p:cSld>
</p:sld>
</file>

<file path=ppt/slides/slide7.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18" name="title-7">
            <a:extLst xmlns:a="http://schemas.openxmlformats.org/drawingml/2006/main">
              <a:ext uri="{FF2B5EF4-FFF2-40B4-BE49-F238E27FC236}">
                <a16:creationId xmlns:a16="http://schemas.microsoft.com/office/drawing/2014/main" id="{E2BFFA0C-10B8-4FAD-B185-BC4C1940A50C}"/>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Alcance del primer piloto</a:t>
            </a:r>
          </a:p>
        </p:txBody>
      </p:sp>
      <p:sp>
        <p:nvSpPr>
          <p:cNvPr id="2" name="title-rule-7">
            <a:extLst xmlns:a="http://schemas.openxmlformats.org/drawingml/2006/main">
              <a:ext uri="{FF2B5EF4-FFF2-40B4-BE49-F238E27FC236}">
                <a16:creationId xmlns:a16="http://schemas.microsoft.com/office/drawing/2014/main" id="{9AC634F4-C2D2-4BDB-A9BE-8A8FBF8CCF7D}"/>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7">
            <a:extLst xmlns:a="http://schemas.openxmlformats.org/drawingml/2006/main">
              <a:ext uri="{FF2B5EF4-FFF2-40B4-BE49-F238E27FC236}">
                <a16:creationId xmlns:a16="http://schemas.microsoft.com/office/drawing/2014/main" id="{A74DB30B-0F89-4FEB-9284-5B7353A87A85}"/>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Escribe una decisión acotada antes de diseñar la solución.</a:t>
            </a:r>
          </a:p>
        </p:txBody>
      </p:sp>
      <p:sp>
        <p:nvSpPr>
          <p:cNvPr id="4" name="scope-quote">
            <a:extLst xmlns:a="http://schemas.openxmlformats.org/drawingml/2006/main">
              <a:ext uri="{FF2B5EF4-FFF2-40B4-BE49-F238E27FC236}">
                <a16:creationId xmlns:a16="http://schemas.microsoft.com/office/drawing/2014/main" id="{54AE6547-D87D-4DC7-9DCE-C11C5550AEA1}"/>
              </a:ext>
            </a:extLst>
          </p:cNvPr>
          <p:cNvSpPr>
            <a:spLocks xmlns:a="http://schemas.openxmlformats.org/drawingml/2006/main" noGrp="1"/>
          </p:cNvSpPr>
          <p:nvPr/>
        </p:nvSpPr>
        <p:spPr>
          <a:xfrm xmlns:a="http://schemas.openxmlformats.org/drawingml/2006/main">
            <a:off x="952500" y="2133600"/>
            <a:ext cx="10287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9050">
            <a:solidFill>
              <a:srgbClr val="EAF4F8"/>
            </a:solidFill>
            <a:prstDash val="solid"/>
          </a:ln>
        </p:spPr>
      </p:sp>
      <p:sp>
        <p:nvSpPr>
          <p:cNvPr id="5" name="scope-copy">
            <a:extLst xmlns:a="http://schemas.openxmlformats.org/drawingml/2006/main">
              <a:ext uri="{FF2B5EF4-FFF2-40B4-BE49-F238E27FC236}">
                <a16:creationId xmlns:a16="http://schemas.microsoft.com/office/drawing/2014/main" id="{663DBB4B-0B14-4651-AEC6-841B6486B164}"/>
              </a:ext>
            </a:extLst>
          </p:cNvPr>
          <p:cNvSpPr>
            <a:spLocks xmlns:a="http://schemas.openxmlformats.org/drawingml/2006/main" noGrp="1"/>
          </p:cNvSpPr>
          <p:nvPr/>
        </p:nvSpPr>
        <p:spPr>
          <a:xfrm xmlns:a="http://schemas.openxmlformats.org/drawingml/2006/main">
            <a:off x="1352550" y="2495550"/>
            <a:ext cx="94869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0">
                <a:solidFill>
                  <a:srgbClr val="003366"/>
                </a:solidFill>
                <a:latin typeface="Aptos"/>
                <a:ea typeface="Aptos"/>
                <a:cs typeface="Aptos"/>
              </a:defRPr>
            </a:defPPr>
            <a:lvl1pPr algn="ctr">
              <a:defRPr sz="2100" b="1" i="0">
                <a:solidFill>
                  <a:srgbClr val="003366"/>
                </a:solidFill>
                <a:latin typeface="Aptos"/>
                <a:ea typeface="Aptos"/>
                <a:cs typeface="Aptos"/>
              </a:defRPr>
            </a:lvl1pPr>
            <a:lvl2pPr algn="ctr">
              <a:defRPr sz="2100" b="1" i="0">
                <a:solidFill>
                  <a:srgbClr val="003366"/>
                </a:solidFill>
                <a:latin typeface="Aptos"/>
                <a:ea typeface="Aptos"/>
                <a:cs typeface="Aptos"/>
              </a:defRPr>
            </a:lvl2pPr>
            <a:lvl3pPr algn="ctr">
              <a:defRPr sz="2100" b="1" i="0">
                <a:solidFill>
                  <a:srgbClr val="003366"/>
                </a:solidFill>
                <a:latin typeface="Aptos"/>
                <a:ea typeface="Aptos"/>
                <a:cs typeface="Aptos"/>
              </a:defRPr>
            </a:lvl3pPr>
            <a:lvl4pPr algn="ctr">
              <a:defRPr sz="2100" b="1" i="0">
                <a:solidFill>
                  <a:srgbClr val="003366"/>
                </a:solidFill>
                <a:latin typeface="Aptos"/>
                <a:ea typeface="Aptos"/>
                <a:cs typeface="Aptos"/>
              </a:defRPr>
            </a:lvl4pPr>
            <a:lvl5pPr algn="ctr">
              <a:defRPr sz="2100" b="1" i="0">
                <a:solidFill>
                  <a:srgbClr val="003366"/>
                </a:solidFill>
                <a:latin typeface="Aptos"/>
                <a:ea typeface="Aptos"/>
                <a:cs typeface="Aptos"/>
              </a:defRPr>
            </a:lvl5pPr>
            <a:lvl6pPr algn="ctr">
              <a:defRPr sz="2100" b="1" i="0">
                <a:solidFill>
                  <a:srgbClr val="003366"/>
                </a:solidFill>
                <a:latin typeface="Aptos"/>
                <a:ea typeface="Aptos"/>
                <a:cs typeface="Aptos"/>
              </a:defRPr>
            </a:lvl6pPr>
            <a:lvl7pPr algn="ctr">
              <a:defRPr sz="2100" b="1" i="0">
                <a:solidFill>
                  <a:srgbClr val="003366"/>
                </a:solidFill>
                <a:latin typeface="Aptos"/>
                <a:ea typeface="Aptos"/>
                <a:cs typeface="Aptos"/>
              </a:defRPr>
            </a:lvl7pPr>
            <a:lvl8pPr algn="ctr">
              <a:defRPr sz="2100" b="1" i="0">
                <a:solidFill>
                  <a:srgbClr val="003366"/>
                </a:solidFill>
                <a:latin typeface="Aptos"/>
                <a:ea typeface="Aptos"/>
                <a:cs typeface="Aptos"/>
              </a:defRPr>
            </a:lvl8pPr>
            <a:lvl9pPr algn="ctr">
              <a:defRPr sz="2100" b="1" i="0">
                <a:solidFill>
                  <a:srgbClr val="003366"/>
                </a:solidFill>
                <a:latin typeface="Aptos"/>
                <a:ea typeface="Aptos"/>
                <a:cs typeface="Aptos"/>
              </a:defRPr>
            </a:lvl9pPr>
          </a:lstStyle>
          <a:p xmlns:a="http://schemas.openxmlformats.org/drawingml/2006/main">
            <a:pPr algn="ctr">
              <a:defRPr sz="2100" b="1" i="0">
                <a:solidFill>
                  <a:srgbClr val="003366"/>
                </a:solidFill>
                <a:latin typeface="Aptos"/>
                <a:ea typeface="Aptos"/>
                <a:cs typeface="Aptos"/>
              </a:defRPr>
            </a:pPr>
            <a:r>
              <a:rPr sz="2100" b="1" i="0">
                <a:solidFill>
                  <a:srgbClr val="003366"/>
                </a:solidFill>
                <a:latin typeface="Aptos"/>
                <a:ea typeface="Aptos"/>
                <a:cs typeface="Aptos"/>
              </a:rPr>
              <a:t>Quiero mejorar [proceso] desde [disparador] hasta [resultado], manteniendo revisión humana en [decisión o excepción].</a:t>
            </a:r>
          </a:p>
        </p:txBody>
      </p:sp>
      <p:sp>
        <p:nvSpPr>
          <p:cNvPr id="6" name="evidence-0-box">
            <a:extLst xmlns:a="http://schemas.openxmlformats.org/drawingml/2006/main">
              <a:ext uri="{FF2B5EF4-FFF2-40B4-BE49-F238E27FC236}">
                <a16:creationId xmlns:a16="http://schemas.microsoft.com/office/drawing/2014/main" id="{02B38C9C-AC74-4626-96FA-8087883290E8}"/>
              </a:ext>
            </a:extLst>
          </p:cNvPr>
          <p:cNvSpPr>
            <a:spLocks xmlns:a="http://schemas.openxmlformats.org/drawingml/2006/main" noGrp="1"/>
          </p:cNvSpPr>
          <p:nvPr/>
        </p:nvSpPr>
        <p:spPr>
          <a:xfrm xmlns:a="http://schemas.openxmlformats.org/drawingml/2006/main">
            <a:off x="1428750" y="4400550"/>
            <a:ext cx="2000250" cy="361950"/>
          </a:xfrm>
          <a:prstGeom xmlns:a="http://schemas.openxmlformats.org/drawingml/2006/main" prst="roundRect">
            <a:avLst>
              <a:gd name="adj" fmla="val 21053"/>
            </a:avLst>
          </a:prstGeom>
          <a:solidFill xmlns:a="http://schemas.openxmlformats.org/drawingml/2006/main">
            <a:srgbClr val="19A7CE"/>
          </a:solidFill>
          <a:ln xmlns:a="http://schemas.openxmlformats.org/drawingml/2006/main" w="0">
            <a:noFill/>
            <a:prstDash val="solid"/>
          </a:ln>
        </p:spPr>
      </p:sp>
      <p:sp>
        <p:nvSpPr>
          <p:cNvPr id="7" name="evidence-0-text">
            <a:extLst xmlns:a="http://schemas.openxmlformats.org/drawingml/2006/main">
              <a:ext uri="{FF2B5EF4-FFF2-40B4-BE49-F238E27FC236}">
                <a16:creationId xmlns:a16="http://schemas.microsoft.com/office/drawing/2014/main" id="{9E7608F5-46E9-4244-9C08-DB998977EED2}"/>
              </a:ext>
            </a:extLst>
          </p:cNvPr>
          <p:cNvSpPr>
            <a:spLocks xmlns:a="http://schemas.openxmlformats.org/drawingml/2006/main" noGrp="1"/>
          </p:cNvSpPr>
          <p:nvPr/>
        </p:nvSpPr>
        <p:spPr>
          <a:xfrm xmlns:a="http://schemas.openxmlformats.org/drawingml/2006/main">
            <a:off x="1543050" y="4467225"/>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MAPA</a:t>
            </a:r>
          </a:p>
        </p:txBody>
      </p:sp>
      <p:sp>
        <p:nvSpPr>
          <p:cNvPr id="8" name="evidence-copy-0">
            <a:extLst xmlns:a="http://schemas.openxmlformats.org/drawingml/2006/main">
              <a:ext uri="{FF2B5EF4-FFF2-40B4-BE49-F238E27FC236}">
                <a16:creationId xmlns:a16="http://schemas.microsoft.com/office/drawing/2014/main" id="{693CF3E1-D5F7-44F7-8EB7-282630CDAA03}"/>
              </a:ext>
            </a:extLst>
          </p:cNvPr>
          <p:cNvSpPr>
            <a:spLocks xmlns:a="http://schemas.openxmlformats.org/drawingml/2006/main" noGrp="1"/>
          </p:cNvSpPr>
          <p:nvPr/>
        </p:nvSpPr>
        <p:spPr>
          <a:xfrm xmlns:a="http://schemas.openxmlformats.org/drawingml/2006/main">
            <a:off x="1238250" y="49530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17324D"/>
                </a:solidFill>
                <a:latin typeface="Aptos"/>
                <a:ea typeface="Aptos"/>
                <a:cs typeface="Aptos"/>
              </a:defRPr>
            </a:defPPr>
            <a:lvl1pPr algn="ctr">
              <a:defRPr sz="1350" b="1" i="0">
                <a:solidFill>
                  <a:srgbClr val="17324D"/>
                </a:solidFill>
                <a:latin typeface="Aptos"/>
                <a:ea typeface="Aptos"/>
                <a:cs typeface="Aptos"/>
              </a:defRPr>
            </a:lvl1pPr>
            <a:lvl2pPr algn="ctr">
              <a:defRPr sz="1350" b="1" i="0">
                <a:solidFill>
                  <a:srgbClr val="17324D"/>
                </a:solidFill>
                <a:latin typeface="Aptos"/>
                <a:ea typeface="Aptos"/>
                <a:cs typeface="Aptos"/>
              </a:defRPr>
            </a:lvl2pPr>
            <a:lvl3pPr algn="ctr">
              <a:defRPr sz="1350" b="1" i="0">
                <a:solidFill>
                  <a:srgbClr val="17324D"/>
                </a:solidFill>
                <a:latin typeface="Aptos"/>
                <a:ea typeface="Aptos"/>
                <a:cs typeface="Aptos"/>
              </a:defRPr>
            </a:lvl3pPr>
            <a:lvl4pPr algn="ctr">
              <a:defRPr sz="1350" b="1" i="0">
                <a:solidFill>
                  <a:srgbClr val="17324D"/>
                </a:solidFill>
                <a:latin typeface="Aptos"/>
                <a:ea typeface="Aptos"/>
                <a:cs typeface="Aptos"/>
              </a:defRPr>
            </a:lvl4pPr>
            <a:lvl5pPr algn="ctr">
              <a:defRPr sz="1350" b="1" i="0">
                <a:solidFill>
                  <a:srgbClr val="17324D"/>
                </a:solidFill>
                <a:latin typeface="Aptos"/>
                <a:ea typeface="Aptos"/>
                <a:cs typeface="Aptos"/>
              </a:defRPr>
            </a:lvl5pPr>
            <a:lvl6pPr algn="ctr">
              <a:defRPr sz="1350" b="1" i="0">
                <a:solidFill>
                  <a:srgbClr val="17324D"/>
                </a:solidFill>
                <a:latin typeface="Aptos"/>
                <a:ea typeface="Aptos"/>
                <a:cs typeface="Aptos"/>
              </a:defRPr>
            </a:lvl6pPr>
            <a:lvl7pPr algn="ctr">
              <a:defRPr sz="1350" b="1" i="0">
                <a:solidFill>
                  <a:srgbClr val="17324D"/>
                </a:solidFill>
                <a:latin typeface="Aptos"/>
                <a:ea typeface="Aptos"/>
                <a:cs typeface="Aptos"/>
              </a:defRPr>
            </a:lvl7pPr>
            <a:lvl8pPr algn="ctr">
              <a:defRPr sz="1350" b="1" i="0">
                <a:solidFill>
                  <a:srgbClr val="17324D"/>
                </a:solidFill>
                <a:latin typeface="Aptos"/>
                <a:ea typeface="Aptos"/>
                <a:cs typeface="Aptos"/>
              </a:defRPr>
            </a:lvl8pPr>
            <a:lvl9pPr algn="ctr">
              <a:defRPr sz="1350" b="1" i="0">
                <a:solidFill>
                  <a:srgbClr val="17324D"/>
                </a:solidFill>
                <a:latin typeface="Aptos"/>
                <a:ea typeface="Aptos"/>
                <a:cs typeface="Aptos"/>
              </a:defRPr>
            </a:lvl9pPr>
          </a:lstStyle>
          <a:p xmlns:a="http://schemas.openxmlformats.org/drawingml/2006/main">
            <a:pPr algn="ctr">
              <a:defRPr sz="1350" b="1" i="0">
                <a:solidFill>
                  <a:srgbClr val="17324D"/>
                </a:solidFill>
                <a:latin typeface="Aptos"/>
                <a:ea typeface="Aptos"/>
                <a:cs typeface="Aptos"/>
              </a:defRPr>
            </a:pPr>
            <a:r>
              <a:rPr sz="1350" b="1" i="0">
                <a:solidFill>
                  <a:srgbClr val="17324D"/>
                </a:solidFill>
                <a:latin typeface="Aptos"/>
                <a:ea typeface="Aptos"/>
                <a:cs typeface="Aptos"/>
              </a:rPr>
              <a:t>Proceso actual</a:t>
            </a:r>
          </a:p>
        </p:txBody>
      </p:sp>
      <p:sp>
        <p:nvSpPr>
          <p:cNvPr id="9" name="evidence-1-box">
            <a:extLst xmlns:a="http://schemas.openxmlformats.org/drawingml/2006/main">
              <a:ext uri="{FF2B5EF4-FFF2-40B4-BE49-F238E27FC236}">
                <a16:creationId xmlns:a16="http://schemas.microsoft.com/office/drawing/2014/main" id="{E994837E-E06C-4480-80FE-2E3DFBA81EF1}"/>
              </a:ext>
            </a:extLst>
          </p:cNvPr>
          <p:cNvSpPr>
            <a:spLocks xmlns:a="http://schemas.openxmlformats.org/drawingml/2006/main" noGrp="1"/>
          </p:cNvSpPr>
          <p:nvPr/>
        </p:nvSpPr>
        <p:spPr>
          <a:xfrm xmlns:a="http://schemas.openxmlformats.org/drawingml/2006/main">
            <a:off x="4762500" y="4400550"/>
            <a:ext cx="2000250" cy="361950"/>
          </a:xfrm>
          <a:prstGeom xmlns:a="http://schemas.openxmlformats.org/drawingml/2006/main" prst="roundRect">
            <a:avLst>
              <a:gd name="adj" fmla="val 21053"/>
            </a:avLst>
          </a:prstGeom>
          <a:solidFill xmlns:a="http://schemas.openxmlformats.org/drawingml/2006/main">
            <a:srgbClr val="19A7CE"/>
          </a:solidFill>
          <a:ln xmlns:a="http://schemas.openxmlformats.org/drawingml/2006/main" w="0">
            <a:noFill/>
            <a:prstDash val="solid"/>
          </a:ln>
        </p:spPr>
      </p:sp>
      <p:sp>
        <p:nvSpPr>
          <p:cNvPr id="10" name="evidence-1-text">
            <a:extLst xmlns:a="http://schemas.openxmlformats.org/drawingml/2006/main">
              <a:ext uri="{FF2B5EF4-FFF2-40B4-BE49-F238E27FC236}">
                <a16:creationId xmlns:a16="http://schemas.microsoft.com/office/drawing/2014/main" id="{F604F037-17E0-46E0-96C5-66CD6B12B371}"/>
              </a:ext>
            </a:extLst>
          </p:cNvPr>
          <p:cNvSpPr>
            <a:spLocks xmlns:a="http://schemas.openxmlformats.org/drawingml/2006/main" noGrp="1"/>
          </p:cNvSpPr>
          <p:nvPr/>
        </p:nvSpPr>
        <p:spPr>
          <a:xfrm xmlns:a="http://schemas.openxmlformats.org/drawingml/2006/main">
            <a:off x="4876800" y="4467225"/>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MATRIZ</a:t>
            </a:r>
          </a:p>
        </p:txBody>
      </p:sp>
      <p:sp>
        <p:nvSpPr>
          <p:cNvPr id="11" name="evidence-copy-1">
            <a:extLst xmlns:a="http://schemas.openxmlformats.org/drawingml/2006/main">
              <a:ext uri="{FF2B5EF4-FFF2-40B4-BE49-F238E27FC236}">
                <a16:creationId xmlns:a16="http://schemas.microsoft.com/office/drawing/2014/main" id="{ACC767DD-1680-4CAD-9B2E-5AB921A14DA2}"/>
              </a:ext>
            </a:extLst>
          </p:cNvPr>
          <p:cNvSpPr>
            <a:spLocks xmlns:a="http://schemas.openxmlformats.org/drawingml/2006/main" noGrp="1"/>
          </p:cNvSpPr>
          <p:nvPr/>
        </p:nvSpPr>
        <p:spPr>
          <a:xfrm xmlns:a="http://schemas.openxmlformats.org/drawingml/2006/main">
            <a:off x="4572000" y="49530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17324D"/>
                </a:solidFill>
                <a:latin typeface="Aptos"/>
                <a:ea typeface="Aptos"/>
                <a:cs typeface="Aptos"/>
              </a:defRPr>
            </a:defPPr>
            <a:lvl1pPr algn="ctr">
              <a:defRPr sz="1350" b="1" i="0">
                <a:solidFill>
                  <a:srgbClr val="17324D"/>
                </a:solidFill>
                <a:latin typeface="Aptos"/>
                <a:ea typeface="Aptos"/>
                <a:cs typeface="Aptos"/>
              </a:defRPr>
            </a:lvl1pPr>
            <a:lvl2pPr algn="ctr">
              <a:defRPr sz="1350" b="1" i="0">
                <a:solidFill>
                  <a:srgbClr val="17324D"/>
                </a:solidFill>
                <a:latin typeface="Aptos"/>
                <a:ea typeface="Aptos"/>
                <a:cs typeface="Aptos"/>
              </a:defRPr>
            </a:lvl2pPr>
            <a:lvl3pPr algn="ctr">
              <a:defRPr sz="1350" b="1" i="0">
                <a:solidFill>
                  <a:srgbClr val="17324D"/>
                </a:solidFill>
                <a:latin typeface="Aptos"/>
                <a:ea typeface="Aptos"/>
                <a:cs typeface="Aptos"/>
              </a:defRPr>
            </a:lvl3pPr>
            <a:lvl4pPr algn="ctr">
              <a:defRPr sz="1350" b="1" i="0">
                <a:solidFill>
                  <a:srgbClr val="17324D"/>
                </a:solidFill>
                <a:latin typeface="Aptos"/>
                <a:ea typeface="Aptos"/>
                <a:cs typeface="Aptos"/>
              </a:defRPr>
            </a:lvl4pPr>
            <a:lvl5pPr algn="ctr">
              <a:defRPr sz="1350" b="1" i="0">
                <a:solidFill>
                  <a:srgbClr val="17324D"/>
                </a:solidFill>
                <a:latin typeface="Aptos"/>
                <a:ea typeface="Aptos"/>
                <a:cs typeface="Aptos"/>
              </a:defRPr>
            </a:lvl5pPr>
            <a:lvl6pPr algn="ctr">
              <a:defRPr sz="1350" b="1" i="0">
                <a:solidFill>
                  <a:srgbClr val="17324D"/>
                </a:solidFill>
                <a:latin typeface="Aptos"/>
                <a:ea typeface="Aptos"/>
                <a:cs typeface="Aptos"/>
              </a:defRPr>
            </a:lvl6pPr>
            <a:lvl7pPr algn="ctr">
              <a:defRPr sz="1350" b="1" i="0">
                <a:solidFill>
                  <a:srgbClr val="17324D"/>
                </a:solidFill>
                <a:latin typeface="Aptos"/>
                <a:ea typeface="Aptos"/>
                <a:cs typeface="Aptos"/>
              </a:defRPr>
            </a:lvl7pPr>
            <a:lvl8pPr algn="ctr">
              <a:defRPr sz="1350" b="1" i="0">
                <a:solidFill>
                  <a:srgbClr val="17324D"/>
                </a:solidFill>
                <a:latin typeface="Aptos"/>
                <a:ea typeface="Aptos"/>
                <a:cs typeface="Aptos"/>
              </a:defRPr>
            </a:lvl8pPr>
            <a:lvl9pPr algn="ctr">
              <a:defRPr sz="1350" b="1" i="0">
                <a:solidFill>
                  <a:srgbClr val="17324D"/>
                </a:solidFill>
                <a:latin typeface="Aptos"/>
                <a:ea typeface="Aptos"/>
                <a:cs typeface="Aptos"/>
              </a:defRPr>
            </a:lvl9pPr>
          </a:lstStyle>
          <a:p xmlns:a="http://schemas.openxmlformats.org/drawingml/2006/main">
            <a:pPr algn="ctr">
              <a:defRPr sz="1350" b="1" i="0">
                <a:solidFill>
                  <a:srgbClr val="17324D"/>
                </a:solidFill>
                <a:latin typeface="Aptos"/>
                <a:ea typeface="Aptos"/>
                <a:cs typeface="Aptos"/>
              </a:defRPr>
            </a:pPr>
            <a:r>
              <a:rPr sz="1350" b="1" i="0">
                <a:solidFill>
                  <a:srgbClr val="17324D"/>
                </a:solidFill>
                <a:latin typeface="Aptos"/>
                <a:ea typeface="Aptos"/>
                <a:cs typeface="Aptos"/>
              </a:rPr>
              <a:t>Prioridad completa</a:t>
            </a:r>
          </a:p>
        </p:txBody>
      </p:sp>
      <p:sp>
        <p:nvSpPr>
          <p:cNvPr id="12" name="evidence-2-box">
            <a:extLst xmlns:a="http://schemas.openxmlformats.org/drawingml/2006/main">
              <a:ext uri="{FF2B5EF4-FFF2-40B4-BE49-F238E27FC236}">
                <a16:creationId xmlns:a16="http://schemas.microsoft.com/office/drawing/2014/main" id="{74413893-5639-46CA-8654-F369CD571A80}"/>
              </a:ext>
            </a:extLst>
          </p:cNvPr>
          <p:cNvSpPr>
            <a:spLocks xmlns:a="http://schemas.openxmlformats.org/drawingml/2006/main" noGrp="1"/>
          </p:cNvSpPr>
          <p:nvPr/>
        </p:nvSpPr>
        <p:spPr>
          <a:xfrm xmlns:a="http://schemas.openxmlformats.org/drawingml/2006/main">
            <a:off x="8096250" y="4400550"/>
            <a:ext cx="2000250" cy="361950"/>
          </a:xfrm>
          <a:prstGeom xmlns:a="http://schemas.openxmlformats.org/drawingml/2006/main" prst="roundRect">
            <a:avLst>
              <a:gd name="adj" fmla="val 21053"/>
            </a:avLst>
          </a:prstGeom>
          <a:solidFill xmlns:a="http://schemas.openxmlformats.org/drawingml/2006/main">
            <a:srgbClr val="4A8F77"/>
          </a:solidFill>
          <a:ln xmlns:a="http://schemas.openxmlformats.org/drawingml/2006/main" w="0">
            <a:noFill/>
            <a:prstDash val="solid"/>
          </a:ln>
        </p:spPr>
      </p:sp>
      <p:sp>
        <p:nvSpPr>
          <p:cNvPr id="13" name="evidence-2-text">
            <a:extLst xmlns:a="http://schemas.openxmlformats.org/drawingml/2006/main">
              <a:ext uri="{FF2B5EF4-FFF2-40B4-BE49-F238E27FC236}">
                <a16:creationId xmlns:a16="http://schemas.microsoft.com/office/drawing/2014/main" id="{0E032F34-23AA-4E15-948F-846B1A4C467C}"/>
              </a:ext>
            </a:extLst>
          </p:cNvPr>
          <p:cNvSpPr>
            <a:spLocks xmlns:a="http://schemas.openxmlformats.org/drawingml/2006/main" noGrp="1"/>
          </p:cNvSpPr>
          <p:nvPr/>
        </p:nvSpPr>
        <p:spPr>
          <a:xfrm xmlns:a="http://schemas.openxmlformats.org/drawingml/2006/main">
            <a:off x="8210550" y="4467225"/>
            <a:ext cx="177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INDICADOR</a:t>
            </a:r>
          </a:p>
        </p:txBody>
      </p:sp>
      <p:sp>
        <p:nvSpPr>
          <p:cNvPr id="14" name="evidence-copy-2">
            <a:extLst xmlns:a="http://schemas.openxmlformats.org/drawingml/2006/main">
              <a:ext uri="{FF2B5EF4-FFF2-40B4-BE49-F238E27FC236}">
                <a16:creationId xmlns:a16="http://schemas.microsoft.com/office/drawing/2014/main" id="{74EE421B-C334-4166-B78E-2DF27CB9B8D9}"/>
              </a:ext>
            </a:extLst>
          </p:cNvPr>
          <p:cNvSpPr>
            <a:spLocks xmlns:a="http://schemas.openxmlformats.org/drawingml/2006/main" noGrp="1"/>
          </p:cNvSpPr>
          <p:nvPr/>
        </p:nvSpPr>
        <p:spPr>
          <a:xfrm xmlns:a="http://schemas.openxmlformats.org/drawingml/2006/main">
            <a:off x="7905750" y="49530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17324D"/>
                </a:solidFill>
                <a:latin typeface="Aptos"/>
                <a:ea typeface="Aptos"/>
                <a:cs typeface="Aptos"/>
              </a:defRPr>
            </a:defPPr>
            <a:lvl1pPr algn="ctr">
              <a:defRPr sz="1350" b="1" i="0">
                <a:solidFill>
                  <a:srgbClr val="17324D"/>
                </a:solidFill>
                <a:latin typeface="Aptos"/>
                <a:ea typeface="Aptos"/>
                <a:cs typeface="Aptos"/>
              </a:defRPr>
            </a:lvl1pPr>
            <a:lvl2pPr algn="ctr">
              <a:defRPr sz="1350" b="1" i="0">
                <a:solidFill>
                  <a:srgbClr val="17324D"/>
                </a:solidFill>
                <a:latin typeface="Aptos"/>
                <a:ea typeface="Aptos"/>
                <a:cs typeface="Aptos"/>
              </a:defRPr>
            </a:lvl2pPr>
            <a:lvl3pPr algn="ctr">
              <a:defRPr sz="1350" b="1" i="0">
                <a:solidFill>
                  <a:srgbClr val="17324D"/>
                </a:solidFill>
                <a:latin typeface="Aptos"/>
                <a:ea typeface="Aptos"/>
                <a:cs typeface="Aptos"/>
              </a:defRPr>
            </a:lvl3pPr>
            <a:lvl4pPr algn="ctr">
              <a:defRPr sz="1350" b="1" i="0">
                <a:solidFill>
                  <a:srgbClr val="17324D"/>
                </a:solidFill>
                <a:latin typeface="Aptos"/>
                <a:ea typeface="Aptos"/>
                <a:cs typeface="Aptos"/>
              </a:defRPr>
            </a:lvl4pPr>
            <a:lvl5pPr algn="ctr">
              <a:defRPr sz="1350" b="1" i="0">
                <a:solidFill>
                  <a:srgbClr val="17324D"/>
                </a:solidFill>
                <a:latin typeface="Aptos"/>
                <a:ea typeface="Aptos"/>
                <a:cs typeface="Aptos"/>
              </a:defRPr>
            </a:lvl5pPr>
            <a:lvl6pPr algn="ctr">
              <a:defRPr sz="1350" b="1" i="0">
                <a:solidFill>
                  <a:srgbClr val="17324D"/>
                </a:solidFill>
                <a:latin typeface="Aptos"/>
                <a:ea typeface="Aptos"/>
                <a:cs typeface="Aptos"/>
              </a:defRPr>
            </a:lvl6pPr>
            <a:lvl7pPr algn="ctr">
              <a:defRPr sz="1350" b="1" i="0">
                <a:solidFill>
                  <a:srgbClr val="17324D"/>
                </a:solidFill>
                <a:latin typeface="Aptos"/>
                <a:ea typeface="Aptos"/>
                <a:cs typeface="Aptos"/>
              </a:defRPr>
            </a:lvl7pPr>
            <a:lvl8pPr algn="ctr">
              <a:defRPr sz="1350" b="1" i="0">
                <a:solidFill>
                  <a:srgbClr val="17324D"/>
                </a:solidFill>
                <a:latin typeface="Aptos"/>
                <a:ea typeface="Aptos"/>
                <a:cs typeface="Aptos"/>
              </a:defRPr>
            </a:lvl8pPr>
            <a:lvl9pPr algn="ctr">
              <a:defRPr sz="1350" b="1" i="0">
                <a:solidFill>
                  <a:srgbClr val="17324D"/>
                </a:solidFill>
                <a:latin typeface="Aptos"/>
                <a:ea typeface="Aptos"/>
                <a:cs typeface="Aptos"/>
              </a:defRPr>
            </a:lvl9pPr>
          </a:lstStyle>
          <a:p xmlns:a="http://schemas.openxmlformats.org/drawingml/2006/main">
            <a:pPr algn="ctr">
              <a:defRPr sz="1350" b="1" i="0">
                <a:solidFill>
                  <a:srgbClr val="17324D"/>
                </a:solidFill>
                <a:latin typeface="Aptos"/>
                <a:ea typeface="Aptos"/>
                <a:cs typeface="Aptos"/>
              </a:defRPr>
            </a:pPr>
            <a:r>
              <a:rPr sz="1350" b="1" i="0">
                <a:solidFill>
                  <a:srgbClr val="17324D"/>
                </a:solidFill>
                <a:latin typeface="Aptos"/>
                <a:ea typeface="Aptos"/>
                <a:cs typeface="Aptos"/>
              </a:rPr>
              <a:t>Antes y después</a:t>
            </a:r>
          </a:p>
        </p:txBody>
      </p:sp>
      <p:sp>
        <p:nvSpPr>
          <p:cNvPr id="15" name="scope-safety">
            <a:extLst xmlns:a="http://schemas.openxmlformats.org/drawingml/2006/main">
              <a:ext uri="{FF2B5EF4-FFF2-40B4-BE49-F238E27FC236}">
                <a16:creationId xmlns:a16="http://schemas.microsoft.com/office/drawing/2014/main" id="{643ACC91-EA6D-40A2-B4CF-6035564A9F80}"/>
              </a:ext>
            </a:extLst>
          </p:cNvPr>
          <p:cNvSpPr>
            <a:spLocks xmlns:a="http://schemas.openxmlformats.org/drawingml/2006/main" noGrp="1"/>
          </p:cNvSpPr>
          <p:nvPr/>
        </p:nvSpPr>
        <p:spPr>
          <a:xfrm xmlns:a="http://schemas.openxmlformats.org/drawingml/2006/main">
            <a:off x="1543050" y="5715000"/>
            <a:ext cx="910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i="0">
                <a:solidFill>
                  <a:srgbClr val="003366"/>
                </a:solidFill>
                <a:latin typeface="Aptos"/>
                <a:ea typeface="Aptos"/>
                <a:cs typeface="Aptos"/>
              </a:defRPr>
            </a:defPPr>
            <a:lvl1pPr algn="ctr">
              <a:defRPr sz="1575" b="1" i="0">
                <a:solidFill>
                  <a:srgbClr val="003366"/>
                </a:solidFill>
                <a:latin typeface="Aptos"/>
                <a:ea typeface="Aptos"/>
                <a:cs typeface="Aptos"/>
              </a:defRPr>
            </a:lvl1pPr>
            <a:lvl2pPr algn="ctr">
              <a:defRPr sz="1575" b="1" i="0">
                <a:solidFill>
                  <a:srgbClr val="003366"/>
                </a:solidFill>
                <a:latin typeface="Aptos"/>
                <a:ea typeface="Aptos"/>
                <a:cs typeface="Aptos"/>
              </a:defRPr>
            </a:lvl2pPr>
            <a:lvl3pPr algn="ctr">
              <a:defRPr sz="1575" b="1" i="0">
                <a:solidFill>
                  <a:srgbClr val="003366"/>
                </a:solidFill>
                <a:latin typeface="Aptos"/>
                <a:ea typeface="Aptos"/>
                <a:cs typeface="Aptos"/>
              </a:defRPr>
            </a:lvl3pPr>
            <a:lvl4pPr algn="ctr">
              <a:defRPr sz="1575" b="1" i="0">
                <a:solidFill>
                  <a:srgbClr val="003366"/>
                </a:solidFill>
                <a:latin typeface="Aptos"/>
                <a:ea typeface="Aptos"/>
                <a:cs typeface="Aptos"/>
              </a:defRPr>
            </a:lvl4pPr>
            <a:lvl5pPr algn="ctr">
              <a:defRPr sz="1575" b="1" i="0">
                <a:solidFill>
                  <a:srgbClr val="003366"/>
                </a:solidFill>
                <a:latin typeface="Aptos"/>
                <a:ea typeface="Aptos"/>
                <a:cs typeface="Aptos"/>
              </a:defRPr>
            </a:lvl5pPr>
            <a:lvl6pPr algn="ctr">
              <a:defRPr sz="1575" b="1" i="0">
                <a:solidFill>
                  <a:srgbClr val="003366"/>
                </a:solidFill>
                <a:latin typeface="Aptos"/>
                <a:ea typeface="Aptos"/>
                <a:cs typeface="Aptos"/>
              </a:defRPr>
            </a:lvl6pPr>
            <a:lvl7pPr algn="ctr">
              <a:defRPr sz="1575" b="1" i="0">
                <a:solidFill>
                  <a:srgbClr val="003366"/>
                </a:solidFill>
                <a:latin typeface="Aptos"/>
                <a:ea typeface="Aptos"/>
                <a:cs typeface="Aptos"/>
              </a:defRPr>
            </a:lvl7pPr>
            <a:lvl8pPr algn="ctr">
              <a:defRPr sz="1575" b="1" i="0">
                <a:solidFill>
                  <a:srgbClr val="003366"/>
                </a:solidFill>
                <a:latin typeface="Aptos"/>
                <a:ea typeface="Aptos"/>
                <a:cs typeface="Aptos"/>
              </a:defRPr>
            </a:lvl8pPr>
            <a:lvl9pPr algn="ctr">
              <a:defRPr sz="1575" b="1" i="0">
                <a:solidFill>
                  <a:srgbClr val="003366"/>
                </a:solidFill>
                <a:latin typeface="Aptos"/>
                <a:ea typeface="Aptos"/>
                <a:cs typeface="Aptos"/>
              </a:defRPr>
            </a:lvl9pPr>
          </a:lstStyle>
          <a:p xmlns:a="http://schemas.openxmlformats.org/drawingml/2006/main">
            <a:pPr algn="ctr">
              <a:defRPr sz="1575" b="1" i="0">
                <a:solidFill>
                  <a:srgbClr val="003366"/>
                </a:solidFill>
                <a:latin typeface="Aptos"/>
                <a:ea typeface="Aptos"/>
                <a:cs typeface="Aptos"/>
              </a:defRPr>
            </a:pPr>
            <a:r>
              <a:rPr sz="1575" b="1" i="0">
                <a:solidFill>
                  <a:srgbClr val="003366"/>
                </a:solidFill>
                <a:latin typeface="Aptos"/>
                <a:ea typeface="Aptos"/>
                <a:cs typeface="Aptos"/>
              </a:rPr>
              <a:t>El candidato debe ser repetitivo, medible, reversible y seguro para datos ficticios.</a:t>
            </a:r>
          </a:p>
        </p:txBody>
      </p:sp>
      <p:sp>
        <p:nvSpPr>
          <p:cNvPr id="16" name="brand-7">
            <a:extLst xmlns:a="http://schemas.openxmlformats.org/drawingml/2006/main">
              <a:ext uri="{FF2B5EF4-FFF2-40B4-BE49-F238E27FC236}">
                <a16:creationId xmlns:a16="http://schemas.microsoft.com/office/drawing/2014/main" id="{1052DFB6-2A42-4026-B4F1-2EF6FE36F52C}"/>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7" name="page-7">
            <a:extLst xmlns:a="http://schemas.openxmlformats.org/drawingml/2006/main">
              <a:ext uri="{FF2B5EF4-FFF2-40B4-BE49-F238E27FC236}">
                <a16:creationId xmlns:a16="http://schemas.microsoft.com/office/drawing/2014/main" id="{7E08B1A6-C736-46FB-AEB8-CA15FED1EB8C}"/>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07</a:t>
            </a:r>
          </a:p>
        </p:txBody>
      </p:sp>
    </p:spTree>
    <p:extLst>
      <p:ext uri="{BB962C8B-B14F-4D97-AF65-F5344CB8AC3E}">
        <p14:creationId xmlns:p14="http://schemas.microsoft.com/office/powerpoint/2010/main" val="1041204724"/>
      </p:ext>
    </p:extLst>
  </p:cSld>
</p:sld>
</file>

<file path=ppt/slides/slide8.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15" name="close-kicker">
            <a:extLst xmlns:a="http://schemas.openxmlformats.org/drawingml/2006/main">
              <a:ext uri="{FF2B5EF4-FFF2-40B4-BE49-F238E27FC236}">
                <a16:creationId xmlns:a16="http://schemas.microsoft.com/office/drawing/2014/main" id="{8C995BE4-AAFE-4179-B403-0C72954BD28B}"/>
              </a:ext>
            </a:extLst>
          </p:cNvPr>
          <p:cNvSpPr>
            <a:spLocks xmlns:a="http://schemas.openxmlformats.org/drawingml/2006/main" noGrp="1"/>
          </p:cNvSpPr>
          <p:nvPr/>
        </p:nvSpPr>
        <p:spPr>
          <a:xfrm xmlns:a="http://schemas.openxmlformats.org/drawingml/2006/main">
            <a:off x="819150" y="9334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9A7CE"/>
                </a:solidFill>
                <a:latin typeface="Aptos"/>
                <a:ea typeface="Aptos"/>
                <a:cs typeface="Aptos"/>
              </a:defRPr>
            </a:defPPr>
            <a:lvl1pPr algn="l">
              <a:defRPr sz="1125" b="1" i="0">
                <a:solidFill>
                  <a:srgbClr val="19A7CE"/>
                </a:solidFill>
                <a:latin typeface="Aptos"/>
                <a:ea typeface="Aptos"/>
                <a:cs typeface="Aptos"/>
              </a:defRPr>
            </a:lvl1pPr>
            <a:lvl2pPr algn="l">
              <a:defRPr sz="1125" b="1" i="0">
                <a:solidFill>
                  <a:srgbClr val="19A7CE"/>
                </a:solidFill>
                <a:latin typeface="Aptos"/>
                <a:ea typeface="Aptos"/>
                <a:cs typeface="Aptos"/>
              </a:defRPr>
            </a:lvl2pPr>
            <a:lvl3pPr algn="l">
              <a:defRPr sz="1125" b="1" i="0">
                <a:solidFill>
                  <a:srgbClr val="19A7CE"/>
                </a:solidFill>
                <a:latin typeface="Aptos"/>
                <a:ea typeface="Aptos"/>
                <a:cs typeface="Aptos"/>
              </a:defRPr>
            </a:lvl3pPr>
            <a:lvl4pPr algn="l">
              <a:defRPr sz="1125" b="1" i="0">
                <a:solidFill>
                  <a:srgbClr val="19A7CE"/>
                </a:solidFill>
                <a:latin typeface="Aptos"/>
                <a:ea typeface="Aptos"/>
                <a:cs typeface="Aptos"/>
              </a:defRPr>
            </a:lvl4pPr>
            <a:lvl5pPr algn="l">
              <a:defRPr sz="1125" b="1" i="0">
                <a:solidFill>
                  <a:srgbClr val="19A7CE"/>
                </a:solidFill>
                <a:latin typeface="Aptos"/>
                <a:ea typeface="Aptos"/>
                <a:cs typeface="Aptos"/>
              </a:defRPr>
            </a:lvl5pPr>
            <a:lvl6pPr algn="l">
              <a:defRPr sz="1125" b="1" i="0">
                <a:solidFill>
                  <a:srgbClr val="19A7CE"/>
                </a:solidFill>
                <a:latin typeface="Aptos"/>
                <a:ea typeface="Aptos"/>
                <a:cs typeface="Aptos"/>
              </a:defRPr>
            </a:lvl6pPr>
            <a:lvl7pPr algn="l">
              <a:defRPr sz="1125" b="1" i="0">
                <a:solidFill>
                  <a:srgbClr val="19A7CE"/>
                </a:solidFill>
                <a:latin typeface="Aptos"/>
                <a:ea typeface="Aptos"/>
                <a:cs typeface="Aptos"/>
              </a:defRPr>
            </a:lvl7pPr>
            <a:lvl8pPr algn="l">
              <a:defRPr sz="1125" b="1" i="0">
                <a:solidFill>
                  <a:srgbClr val="19A7CE"/>
                </a:solidFill>
                <a:latin typeface="Aptos"/>
                <a:ea typeface="Aptos"/>
                <a:cs typeface="Aptos"/>
              </a:defRPr>
            </a:lvl8pPr>
            <a:lvl9pPr algn="l">
              <a:defRPr sz="1125" b="1" i="0">
                <a:solidFill>
                  <a:srgbClr val="19A7CE"/>
                </a:solidFill>
                <a:latin typeface="Aptos"/>
                <a:ea typeface="Aptos"/>
                <a:cs typeface="Aptos"/>
              </a:defRPr>
            </a:lvl9pPr>
          </a:lstStyle>
          <a:p xmlns:a="http://schemas.openxmlformats.org/drawingml/2006/main">
            <a:pPr algn="l">
              <a:defRPr sz="1125" b="1" i="0">
                <a:solidFill>
                  <a:srgbClr val="19A7CE"/>
                </a:solidFill>
                <a:latin typeface="Aptos"/>
                <a:ea typeface="Aptos"/>
                <a:cs typeface="Aptos"/>
              </a:defRPr>
            </a:pPr>
            <a:r>
              <a:rPr sz="1125" b="1" i="0">
                <a:solidFill>
                  <a:srgbClr val="19A7CE"/>
                </a:solidFill>
                <a:latin typeface="Aptos"/>
                <a:ea typeface="Aptos"/>
                <a:cs typeface="Aptos"/>
              </a:rPr>
              <a:t>SIGUIENTE</a:t>
            </a:r>
          </a:p>
        </p:txBody>
      </p:sp>
      <p:sp>
        <p:nvSpPr>
          <p:cNvPr id="2" name="close-title">
            <a:extLst xmlns:a="http://schemas.openxmlformats.org/drawingml/2006/main">
              <a:ext uri="{FF2B5EF4-FFF2-40B4-BE49-F238E27FC236}">
                <a16:creationId xmlns:a16="http://schemas.microsoft.com/office/drawing/2014/main" id="{32F6AFE2-7320-4466-BDE7-CC7932612D2C}"/>
              </a:ext>
            </a:extLst>
          </p:cNvPr>
          <p:cNvSpPr>
            <a:spLocks xmlns:a="http://schemas.openxmlformats.org/drawingml/2006/main" noGrp="1"/>
          </p:cNvSpPr>
          <p:nvPr/>
        </p:nvSpPr>
        <p:spPr>
          <a:xfrm xmlns:a="http://schemas.openxmlformats.org/drawingml/2006/main">
            <a:off x="819150" y="1619250"/>
            <a:ext cx="7239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i="0">
                <a:solidFill>
                  <a:srgbClr val="FFFFFF"/>
                </a:solidFill>
                <a:latin typeface="Aptos"/>
                <a:ea typeface="Aptos"/>
                <a:cs typeface="Aptos"/>
              </a:defRPr>
            </a:defPPr>
            <a:lvl1pPr algn="l">
              <a:defRPr sz="3600" b="1" i="0">
                <a:solidFill>
                  <a:srgbClr val="FFFFFF"/>
                </a:solidFill>
                <a:latin typeface="Aptos"/>
                <a:ea typeface="Aptos"/>
                <a:cs typeface="Aptos"/>
              </a:defRPr>
            </a:lvl1pPr>
            <a:lvl2pPr algn="l">
              <a:defRPr sz="3600" b="1" i="0">
                <a:solidFill>
                  <a:srgbClr val="FFFFFF"/>
                </a:solidFill>
                <a:latin typeface="Aptos"/>
                <a:ea typeface="Aptos"/>
                <a:cs typeface="Aptos"/>
              </a:defRPr>
            </a:lvl2pPr>
            <a:lvl3pPr algn="l">
              <a:defRPr sz="3600" b="1" i="0">
                <a:solidFill>
                  <a:srgbClr val="FFFFFF"/>
                </a:solidFill>
                <a:latin typeface="Aptos"/>
                <a:ea typeface="Aptos"/>
                <a:cs typeface="Aptos"/>
              </a:defRPr>
            </a:lvl3pPr>
            <a:lvl4pPr algn="l">
              <a:defRPr sz="3600" b="1" i="0">
                <a:solidFill>
                  <a:srgbClr val="FFFFFF"/>
                </a:solidFill>
                <a:latin typeface="Aptos"/>
                <a:ea typeface="Aptos"/>
                <a:cs typeface="Aptos"/>
              </a:defRPr>
            </a:lvl4pPr>
            <a:lvl5pPr algn="l">
              <a:defRPr sz="3600" b="1" i="0">
                <a:solidFill>
                  <a:srgbClr val="FFFFFF"/>
                </a:solidFill>
                <a:latin typeface="Aptos"/>
                <a:ea typeface="Aptos"/>
                <a:cs typeface="Aptos"/>
              </a:defRPr>
            </a:lvl5pPr>
            <a:lvl6pPr algn="l">
              <a:defRPr sz="3600" b="1" i="0">
                <a:solidFill>
                  <a:srgbClr val="FFFFFF"/>
                </a:solidFill>
                <a:latin typeface="Aptos"/>
                <a:ea typeface="Aptos"/>
                <a:cs typeface="Aptos"/>
              </a:defRPr>
            </a:lvl6pPr>
            <a:lvl7pPr algn="l">
              <a:defRPr sz="3600" b="1" i="0">
                <a:solidFill>
                  <a:srgbClr val="FFFFFF"/>
                </a:solidFill>
                <a:latin typeface="Aptos"/>
                <a:ea typeface="Aptos"/>
                <a:cs typeface="Aptos"/>
              </a:defRPr>
            </a:lvl7pPr>
            <a:lvl8pPr algn="l">
              <a:defRPr sz="3600" b="1" i="0">
                <a:solidFill>
                  <a:srgbClr val="FFFFFF"/>
                </a:solidFill>
                <a:latin typeface="Aptos"/>
                <a:ea typeface="Aptos"/>
                <a:cs typeface="Aptos"/>
              </a:defRPr>
            </a:lvl8pPr>
            <a:lvl9pPr algn="l">
              <a:defRPr sz="3600" b="1" i="0">
                <a:solidFill>
                  <a:srgbClr val="FFFFFF"/>
                </a:solidFill>
                <a:latin typeface="Aptos"/>
                <a:ea typeface="Aptos"/>
                <a:cs typeface="Aptos"/>
              </a:defRPr>
            </a:lvl9pPr>
          </a:lstStyle>
          <a:p xmlns:a="http://schemas.openxmlformats.org/drawingml/2006/main">
            <a:pPr algn="l">
              <a:defRPr sz="3600" b="1" i="0">
                <a:solidFill>
                  <a:srgbClr val="FFFFFF"/>
                </a:solidFill>
                <a:latin typeface="Aptos"/>
                <a:ea typeface="Aptos"/>
                <a:cs typeface="Aptos"/>
              </a:defRPr>
            </a:pPr>
            <a:r>
              <a:rPr sz="3600" b="1" i="0">
                <a:solidFill>
                  <a:srgbClr val="FFFFFF"/>
                </a:solidFill>
                <a:latin typeface="Aptos"/>
                <a:ea typeface="Aptos"/>
                <a:cs typeface="Aptos"/>
              </a:rPr>
              <a:t>Paso 2</a:t>
            </a:r>
          </a:p>
          <a:p xmlns:a="http://schemas.openxmlformats.org/drawingml/2006/main">
            <a:pPr algn="l">
              <a:defRPr sz="3600" b="1" i="0">
                <a:solidFill>
                  <a:srgbClr val="FFFFFF"/>
                </a:solidFill>
                <a:latin typeface="Aptos"/>
                <a:ea typeface="Aptos"/>
                <a:cs typeface="Aptos"/>
              </a:defRPr>
            </a:pPr>
            <a:r>
              <a:rPr sz="3600" b="1" i="0">
                <a:solidFill>
                  <a:srgbClr val="FFFFFF"/>
                </a:solidFill>
                <a:latin typeface="Aptos"/>
                <a:ea typeface="Aptos"/>
                <a:cs typeface="Aptos"/>
              </a:rPr>
              <a:t>CRM y ecosistema digital</a:t>
            </a:r>
          </a:p>
        </p:txBody>
      </p:sp>
      <p:sp>
        <p:nvSpPr>
          <p:cNvPr id="3" name="close-rule">
            <a:extLst xmlns:a="http://schemas.openxmlformats.org/drawingml/2006/main">
              <a:ext uri="{FF2B5EF4-FFF2-40B4-BE49-F238E27FC236}">
                <a16:creationId xmlns:a16="http://schemas.microsoft.com/office/drawing/2014/main" id="{93486EE6-495C-4EA6-A444-494EBA9FEA79}"/>
              </a:ext>
            </a:extLst>
          </p:cNvPr>
          <p:cNvSpPr>
            <a:spLocks xmlns:a="http://schemas.openxmlformats.org/drawingml/2006/main" noGrp="1"/>
          </p:cNvSpPr>
          <p:nvPr/>
        </p:nvSpPr>
        <p:spPr>
          <a:xfrm xmlns:a="http://schemas.openxmlformats.org/drawingml/2006/main">
            <a:off x="819150" y="3314700"/>
            <a:ext cx="1428750" cy="5715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4" name="close-copy">
            <a:extLst xmlns:a="http://schemas.openxmlformats.org/drawingml/2006/main">
              <a:ext uri="{FF2B5EF4-FFF2-40B4-BE49-F238E27FC236}">
                <a16:creationId xmlns:a16="http://schemas.microsoft.com/office/drawing/2014/main" id="{5E03204B-29EB-444D-B0FB-92C1E6CB7E90}"/>
              </a:ext>
            </a:extLst>
          </p:cNvPr>
          <p:cNvSpPr>
            <a:spLocks xmlns:a="http://schemas.openxmlformats.org/drawingml/2006/main" noGrp="1"/>
          </p:cNvSpPr>
          <p:nvPr/>
        </p:nvSpPr>
        <p:spPr>
          <a:xfrm xmlns:a="http://schemas.openxmlformats.org/drawingml/2006/main">
            <a:off x="819150" y="3733800"/>
            <a:ext cx="7067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i="0">
                <a:solidFill>
                  <a:srgbClr val="EAF4F8"/>
                </a:solidFill>
                <a:latin typeface="Aptos"/>
                <a:ea typeface="Aptos"/>
                <a:cs typeface="Aptos"/>
              </a:defRPr>
            </a:defPPr>
            <a:lvl1pPr algn="l">
              <a:defRPr sz="1725" b="0" i="0">
                <a:solidFill>
                  <a:srgbClr val="EAF4F8"/>
                </a:solidFill>
                <a:latin typeface="Aptos"/>
                <a:ea typeface="Aptos"/>
                <a:cs typeface="Aptos"/>
              </a:defRPr>
            </a:lvl1pPr>
            <a:lvl2pPr algn="l">
              <a:defRPr sz="1725" b="0" i="0">
                <a:solidFill>
                  <a:srgbClr val="EAF4F8"/>
                </a:solidFill>
                <a:latin typeface="Aptos"/>
                <a:ea typeface="Aptos"/>
                <a:cs typeface="Aptos"/>
              </a:defRPr>
            </a:lvl2pPr>
            <a:lvl3pPr algn="l">
              <a:defRPr sz="1725" b="0" i="0">
                <a:solidFill>
                  <a:srgbClr val="EAF4F8"/>
                </a:solidFill>
                <a:latin typeface="Aptos"/>
                <a:ea typeface="Aptos"/>
                <a:cs typeface="Aptos"/>
              </a:defRPr>
            </a:lvl3pPr>
            <a:lvl4pPr algn="l">
              <a:defRPr sz="1725" b="0" i="0">
                <a:solidFill>
                  <a:srgbClr val="EAF4F8"/>
                </a:solidFill>
                <a:latin typeface="Aptos"/>
                <a:ea typeface="Aptos"/>
                <a:cs typeface="Aptos"/>
              </a:defRPr>
            </a:lvl4pPr>
            <a:lvl5pPr algn="l">
              <a:defRPr sz="1725" b="0" i="0">
                <a:solidFill>
                  <a:srgbClr val="EAF4F8"/>
                </a:solidFill>
                <a:latin typeface="Aptos"/>
                <a:ea typeface="Aptos"/>
                <a:cs typeface="Aptos"/>
              </a:defRPr>
            </a:lvl5pPr>
            <a:lvl6pPr algn="l">
              <a:defRPr sz="1725" b="0" i="0">
                <a:solidFill>
                  <a:srgbClr val="EAF4F8"/>
                </a:solidFill>
                <a:latin typeface="Aptos"/>
                <a:ea typeface="Aptos"/>
                <a:cs typeface="Aptos"/>
              </a:defRPr>
            </a:lvl6pPr>
            <a:lvl7pPr algn="l">
              <a:defRPr sz="1725" b="0" i="0">
                <a:solidFill>
                  <a:srgbClr val="EAF4F8"/>
                </a:solidFill>
                <a:latin typeface="Aptos"/>
                <a:ea typeface="Aptos"/>
                <a:cs typeface="Aptos"/>
              </a:defRPr>
            </a:lvl7pPr>
            <a:lvl8pPr algn="l">
              <a:defRPr sz="1725" b="0" i="0">
                <a:solidFill>
                  <a:srgbClr val="EAF4F8"/>
                </a:solidFill>
                <a:latin typeface="Aptos"/>
                <a:ea typeface="Aptos"/>
                <a:cs typeface="Aptos"/>
              </a:defRPr>
            </a:lvl8pPr>
            <a:lvl9pPr algn="l">
              <a:defRPr sz="1725" b="0" i="0">
                <a:solidFill>
                  <a:srgbClr val="EAF4F8"/>
                </a:solidFill>
                <a:latin typeface="Aptos"/>
                <a:ea typeface="Aptos"/>
                <a:cs typeface="Aptos"/>
              </a:defRPr>
            </a:lvl9pPr>
          </a:lstStyle>
          <a:p xmlns:a="http://schemas.openxmlformats.org/drawingml/2006/main">
            <a:pPr algn="l">
              <a:defRPr sz="1725" b="0" i="0">
                <a:solidFill>
                  <a:srgbClr val="EAF4F8"/>
                </a:solidFill>
                <a:latin typeface="Aptos"/>
                <a:ea typeface="Aptos"/>
                <a:cs typeface="Aptos"/>
              </a:defRPr>
            </a:pPr>
            <a:r>
              <a:rPr sz="1725" b="0" i="0">
                <a:solidFill>
                  <a:srgbClr val="EAF4F8"/>
                </a:solidFill>
                <a:latin typeface="Aptos"/>
                <a:ea typeface="Aptos"/>
                <a:cs typeface="Aptos"/>
              </a:rPr>
              <a:t>Organizarás la información y las etapas del seguimiento sin automatizar acciones críticas.</a:t>
            </a:r>
          </a:p>
        </p:txBody>
      </p:sp>
      <p:sp>
        <p:nvSpPr>
          <p:cNvPr id="5" name="recap-circle-0">
            <a:extLst xmlns:a="http://schemas.openxmlformats.org/drawingml/2006/main">
              <a:ext uri="{FF2B5EF4-FFF2-40B4-BE49-F238E27FC236}">
                <a16:creationId xmlns:a16="http://schemas.microsoft.com/office/drawing/2014/main" id="{82D886A5-505D-4DEB-A7CB-2E4B9C95F9D0}"/>
              </a:ext>
            </a:extLst>
          </p:cNvPr>
          <p:cNvSpPr>
            <a:spLocks xmlns:a="http://schemas.openxmlformats.org/drawingml/2006/main" noGrp="1"/>
          </p:cNvSpPr>
          <p:nvPr/>
        </p:nvSpPr>
        <p:spPr>
          <a:xfrm xmlns:a="http://schemas.openxmlformats.org/drawingml/2006/main">
            <a:off x="9124950" y="1676400"/>
            <a:ext cx="590550" cy="5905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6" name="recap-number-0">
            <a:extLst xmlns:a="http://schemas.openxmlformats.org/drawingml/2006/main">
              <a:ext uri="{FF2B5EF4-FFF2-40B4-BE49-F238E27FC236}">
                <a16:creationId xmlns:a16="http://schemas.microsoft.com/office/drawing/2014/main" id="{2AA7E38E-8582-41BA-89D9-AFD2AA154039}"/>
              </a:ext>
            </a:extLst>
          </p:cNvPr>
          <p:cNvSpPr>
            <a:spLocks xmlns:a="http://schemas.openxmlformats.org/drawingml/2006/main" noGrp="1"/>
          </p:cNvSpPr>
          <p:nvPr/>
        </p:nvSpPr>
        <p:spPr>
          <a:xfrm xmlns:a="http://schemas.openxmlformats.org/drawingml/2006/main">
            <a:off x="9124950" y="17811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i="0">
                <a:solidFill>
                  <a:srgbClr val="FFFFFF"/>
                </a:solidFill>
                <a:latin typeface="Aptos"/>
                <a:ea typeface="Aptos"/>
                <a:cs typeface="Aptos"/>
              </a:defRPr>
            </a:defPPr>
            <a:lvl1pPr algn="ctr">
              <a:defRPr sz="1725" b="1" i="0">
                <a:solidFill>
                  <a:srgbClr val="FFFFFF"/>
                </a:solidFill>
                <a:latin typeface="Aptos"/>
                <a:ea typeface="Aptos"/>
                <a:cs typeface="Aptos"/>
              </a:defRPr>
            </a:lvl1pPr>
            <a:lvl2pPr algn="ctr">
              <a:defRPr sz="1725" b="1" i="0">
                <a:solidFill>
                  <a:srgbClr val="FFFFFF"/>
                </a:solidFill>
                <a:latin typeface="Aptos"/>
                <a:ea typeface="Aptos"/>
                <a:cs typeface="Aptos"/>
              </a:defRPr>
            </a:lvl2pPr>
            <a:lvl3pPr algn="ctr">
              <a:defRPr sz="1725" b="1" i="0">
                <a:solidFill>
                  <a:srgbClr val="FFFFFF"/>
                </a:solidFill>
                <a:latin typeface="Aptos"/>
                <a:ea typeface="Aptos"/>
                <a:cs typeface="Aptos"/>
              </a:defRPr>
            </a:lvl3pPr>
            <a:lvl4pPr algn="ctr">
              <a:defRPr sz="1725" b="1" i="0">
                <a:solidFill>
                  <a:srgbClr val="FFFFFF"/>
                </a:solidFill>
                <a:latin typeface="Aptos"/>
                <a:ea typeface="Aptos"/>
                <a:cs typeface="Aptos"/>
              </a:defRPr>
            </a:lvl4pPr>
            <a:lvl5pPr algn="ctr">
              <a:defRPr sz="1725" b="1" i="0">
                <a:solidFill>
                  <a:srgbClr val="FFFFFF"/>
                </a:solidFill>
                <a:latin typeface="Aptos"/>
                <a:ea typeface="Aptos"/>
                <a:cs typeface="Aptos"/>
              </a:defRPr>
            </a:lvl5pPr>
            <a:lvl6pPr algn="ctr">
              <a:defRPr sz="1725" b="1" i="0">
                <a:solidFill>
                  <a:srgbClr val="FFFFFF"/>
                </a:solidFill>
                <a:latin typeface="Aptos"/>
                <a:ea typeface="Aptos"/>
                <a:cs typeface="Aptos"/>
              </a:defRPr>
            </a:lvl6pPr>
            <a:lvl7pPr algn="ctr">
              <a:defRPr sz="1725" b="1" i="0">
                <a:solidFill>
                  <a:srgbClr val="FFFFFF"/>
                </a:solidFill>
                <a:latin typeface="Aptos"/>
                <a:ea typeface="Aptos"/>
                <a:cs typeface="Aptos"/>
              </a:defRPr>
            </a:lvl7pPr>
            <a:lvl8pPr algn="ctr">
              <a:defRPr sz="1725" b="1" i="0">
                <a:solidFill>
                  <a:srgbClr val="FFFFFF"/>
                </a:solidFill>
                <a:latin typeface="Aptos"/>
                <a:ea typeface="Aptos"/>
                <a:cs typeface="Aptos"/>
              </a:defRPr>
            </a:lvl8pPr>
            <a:lvl9pPr algn="ctr">
              <a:defRPr sz="1725" b="1" i="0">
                <a:solidFill>
                  <a:srgbClr val="FFFFFF"/>
                </a:solidFill>
                <a:latin typeface="Aptos"/>
                <a:ea typeface="Aptos"/>
                <a:cs typeface="Aptos"/>
              </a:defRPr>
            </a:lvl9pPr>
          </a:lstStyle>
          <a:p xmlns:a="http://schemas.openxmlformats.org/drawingml/2006/main">
            <a:pPr algn="ctr">
              <a:defRPr sz="1725" b="1" i="0">
                <a:solidFill>
                  <a:srgbClr val="FFFFFF"/>
                </a:solidFill>
                <a:latin typeface="Aptos"/>
                <a:ea typeface="Aptos"/>
                <a:cs typeface="Aptos"/>
              </a:defRPr>
            </a:pPr>
            <a:r>
              <a:rPr sz="1725" b="1" i="0">
                <a:solidFill>
                  <a:srgbClr val="FFFFFF"/>
                </a:solidFill>
                <a:latin typeface="Aptos"/>
                <a:ea typeface="Aptos"/>
                <a:cs typeface="Aptos"/>
              </a:rPr>
              <a:t>1</a:t>
            </a:r>
          </a:p>
        </p:txBody>
      </p:sp>
      <p:sp>
        <p:nvSpPr>
          <p:cNvPr id="7" name="recap-label-0">
            <a:extLst xmlns:a="http://schemas.openxmlformats.org/drawingml/2006/main">
              <a:ext uri="{FF2B5EF4-FFF2-40B4-BE49-F238E27FC236}">
                <a16:creationId xmlns:a16="http://schemas.microsoft.com/office/drawing/2014/main" id="{7368E36B-059E-4FAF-953B-CF97C4C40876}"/>
              </a:ext>
            </a:extLst>
          </p:cNvPr>
          <p:cNvSpPr>
            <a:spLocks xmlns:a="http://schemas.openxmlformats.org/drawingml/2006/main" noGrp="1"/>
          </p:cNvSpPr>
          <p:nvPr/>
        </p:nvSpPr>
        <p:spPr>
          <a:xfrm xmlns:a="http://schemas.openxmlformats.org/drawingml/2006/main">
            <a:off x="9886950" y="1781175"/>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FFFFF"/>
                </a:solidFill>
                <a:latin typeface="Aptos"/>
                <a:ea typeface="Aptos"/>
                <a:cs typeface="Aptos"/>
              </a:defRPr>
            </a:defPPr>
            <a:lvl1pPr algn="l">
              <a:defRPr sz="1575" b="1" i="0">
                <a:solidFill>
                  <a:srgbClr val="FFFFFF"/>
                </a:solidFill>
                <a:latin typeface="Aptos"/>
                <a:ea typeface="Aptos"/>
                <a:cs typeface="Aptos"/>
              </a:defRPr>
            </a:lvl1pPr>
            <a:lvl2pPr algn="l">
              <a:defRPr sz="1575" b="1" i="0">
                <a:solidFill>
                  <a:srgbClr val="FFFFFF"/>
                </a:solidFill>
                <a:latin typeface="Aptos"/>
                <a:ea typeface="Aptos"/>
                <a:cs typeface="Aptos"/>
              </a:defRPr>
            </a:lvl2pPr>
            <a:lvl3pPr algn="l">
              <a:defRPr sz="1575" b="1" i="0">
                <a:solidFill>
                  <a:srgbClr val="FFFFFF"/>
                </a:solidFill>
                <a:latin typeface="Aptos"/>
                <a:ea typeface="Aptos"/>
                <a:cs typeface="Aptos"/>
              </a:defRPr>
            </a:lvl3pPr>
            <a:lvl4pPr algn="l">
              <a:defRPr sz="1575" b="1" i="0">
                <a:solidFill>
                  <a:srgbClr val="FFFFFF"/>
                </a:solidFill>
                <a:latin typeface="Aptos"/>
                <a:ea typeface="Aptos"/>
                <a:cs typeface="Aptos"/>
              </a:defRPr>
            </a:lvl4pPr>
            <a:lvl5pPr algn="l">
              <a:defRPr sz="1575" b="1" i="0">
                <a:solidFill>
                  <a:srgbClr val="FFFFFF"/>
                </a:solidFill>
                <a:latin typeface="Aptos"/>
                <a:ea typeface="Aptos"/>
                <a:cs typeface="Aptos"/>
              </a:defRPr>
            </a:lvl5pPr>
            <a:lvl6pPr algn="l">
              <a:defRPr sz="1575" b="1" i="0">
                <a:solidFill>
                  <a:srgbClr val="FFFFFF"/>
                </a:solidFill>
                <a:latin typeface="Aptos"/>
                <a:ea typeface="Aptos"/>
                <a:cs typeface="Aptos"/>
              </a:defRPr>
            </a:lvl6pPr>
            <a:lvl7pPr algn="l">
              <a:defRPr sz="1575" b="1" i="0">
                <a:solidFill>
                  <a:srgbClr val="FFFFFF"/>
                </a:solidFill>
                <a:latin typeface="Aptos"/>
                <a:ea typeface="Aptos"/>
                <a:cs typeface="Aptos"/>
              </a:defRPr>
            </a:lvl7pPr>
            <a:lvl8pPr algn="l">
              <a:defRPr sz="1575" b="1" i="0">
                <a:solidFill>
                  <a:srgbClr val="FFFFFF"/>
                </a:solidFill>
                <a:latin typeface="Aptos"/>
                <a:ea typeface="Aptos"/>
                <a:cs typeface="Aptos"/>
              </a:defRPr>
            </a:lvl8pPr>
            <a:lvl9pPr algn="l">
              <a:defRPr sz="1575" b="1" i="0">
                <a:solidFill>
                  <a:srgbClr val="FFFFFF"/>
                </a:solidFill>
                <a:latin typeface="Aptos"/>
                <a:ea typeface="Aptos"/>
                <a:cs typeface="Aptos"/>
              </a:defRPr>
            </a:lvl9pPr>
          </a:lstStyle>
          <a:p xmlns:a="http://schemas.openxmlformats.org/drawingml/2006/main">
            <a:pPr algn="l">
              <a:defRPr sz="1575" b="1" i="0">
                <a:solidFill>
                  <a:srgbClr val="FFFFFF"/>
                </a:solidFill>
                <a:latin typeface="Aptos"/>
                <a:ea typeface="Aptos"/>
                <a:cs typeface="Aptos"/>
              </a:defRPr>
            </a:pPr>
            <a:r>
              <a:rPr sz="1575" b="1" i="0">
                <a:solidFill>
                  <a:srgbClr val="FFFFFF"/>
                </a:solidFill>
                <a:latin typeface="Aptos"/>
                <a:ea typeface="Aptos"/>
                <a:cs typeface="Aptos"/>
              </a:rPr>
              <a:t>Inventario</a:t>
            </a:r>
          </a:p>
        </p:txBody>
      </p:sp>
      <p:sp>
        <p:nvSpPr>
          <p:cNvPr id="8" name="recap-circle-1">
            <a:extLst xmlns:a="http://schemas.openxmlformats.org/drawingml/2006/main">
              <a:ext uri="{FF2B5EF4-FFF2-40B4-BE49-F238E27FC236}">
                <a16:creationId xmlns:a16="http://schemas.microsoft.com/office/drawing/2014/main" id="{2BAEB990-AD3F-44D7-920A-8176639734EB}"/>
              </a:ext>
            </a:extLst>
          </p:cNvPr>
          <p:cNvSpPr>
            <a:spLocks xmlns:a="http://schemas.openxmlformats.org/drawingml/2006/main" noGrp="1"/>
          </p:cNvSpPr>
          <p:nvPr/>
        </p:nvSpPr>
        <p:spPr>
          <a:xfrm xmlns:a="http://schemas.openxmlformats.org/drawingml/2006/main">
            <a:off x="9124950" y="2800350"/>
            <a:ext cx="590550" cy="5905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9" name="recap-number-1">
            <a:extLst xmlns:a="http://schemas.openxmlformats.org/drawingml/2006/main">
              <a:ext uri="{FF2B5EF4-FFF2-40B4-BE49-F238E27FC236}">
                <a16:creationId xmlns:a16="http://schemas.microsoft.com/office/drawing/2014/main" id="{B41C24F8-3167-465D-B387-96483CAA32B9}"/>
              </a:ext>
            </a:extLst>
          </p:cNvPr>
          <p:cNvSpPr>
            <a:spLocks xmlns:a="http://schemas.openxmlformats.org/drawingml/2006/main" noGrp="1"/>
          </p:cNvSpPr>
          <p:nvPr/>
        </p:nvSpPr>
        <p:spPr>
          <a:xfrm xmlns:a="http://schemas.openxmlformats.org/drawingml/2006/main">
            <a:off x="9124950" y="290512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i="0">
                <a:solidFill>
                  <a:srgbClr val="FFFFFF"/>
                </a:solidFill>
                <a:latin typeface="Aptos"/>
                <a:ea typeface="Aptos"/>
                <a:cs typeface="Aptos"/>
              </a:defRPr>
            </a:defPPr>
            <a:lvl1pPr algn="ctr">
              <a:defRPr sz="1725" b="1" i="0">
                <a:solidFill>
                  <a:srgbClr val="FFFFFF"/>
                </a:solidFill>
                <a:latin typeface="Aptos"/>
                <a:ea typeface="Aptos"/>
                <a:cs typeface="Aptos"/>
              </a:defRPr>
            </a:lvl1pPr>
            <a:lvl2pPr algn="ctr">
              <a:defRPr sz="1725" b="1" i="0">
                <a:solidFill>
                  <a:srgbClr val="FFFFFF"/>
                </a:solidFill>
                <a:latin typeface="Aptos"/>
                <a:ea typeface="Aptos"/>
                <a:cs typeface="Aptos"/>
              </a:defRPr>
            </a:lvl2pPr>
            <a:lvl3pPr algn="ctr">
              <a:defRPr sz="1725" b="1" i="0">
                <a:solidFill>
                  <a:srgbClr val="FFFFFF"/>
                </a:solidFill>
                <a:latin typeface="Aptos"/>
                <a:ea typeface="Aptos"/>
                <a:cs typeface="Aptos"/>
              </a:defRPr>
            </a:lvl3pPr>
            <a:lvl4pPr algn="ctr">
              <a:defRPr sz="1725" b="1" i="0">
                <a:solidFill>
                  <a:srgbClr val="FFFFFF"/>
                </a:solidFill>
                <a:latin typeface="Aptos"/>
                <a:ea typeface="Aptos"/>
                <a:cs typeface="Aptos"/>
              </a:defRPr>
            </a:lvl4pPr>
            <a:lvl5pPr algn="ctr">
              <a:defRPr sz="1725" b="1" i="0">
                <a:solidFill>
                  <a:srgbClr val="FFFFFF"/>
                </a:solidFill>
                <a:latin typeface="Aptos"/>
                <a:ea typeface="Aptos"/>
                <a:cs typeface="Aptos"/>
              </a:defRPr>
            </a:lvl5pPr>
            <a:lvl6pPr algn="ctr">
              <a:defRPr sz="1725" b="1" i="0">
                <a:solidFill>
                  <a:srgbClr val="FFFFFF"/>
                </a:solidFill>
                <a:latin typeface="Aptos"/>
                <a:ea typeface="Aptos"/>
                <a:cs typeface="Aptos"/>
              </a:defRPr>
            </a:lvl6pPr>
            <a:lvl7pPr algn="ctr">
              <a:defRPr sz="1725" b="1" i="0">
                <a:solidFill>
                  <a:srgbClr val="FFFFFF"/>
                </a:solidFill>
                <a:latin typeface="Aptos"/>
                <a:ea typeface="Aptos"/>
                <a:cs typeface="Aptos"/>
              </a:defRPr>
            </a:lvl7pPr>
            <a:lvl8pPr algn="ctr">
              <a:defRPr sz="1725" b="1" i="0">
                <a:solidFill>
                  <a:srgbClr val="FFFFFF"/>
                </a:solidFill>
                <a:latin typeface="Aptos"/>
                <a:ea typeface="Aptos"/>
                <a:cs typeface="Aptos"/>
              </a:defRPr>
            </a:lvl8pPr>
            <a:lvl9pPr algn="ctr">
              <a:defRPr sz="1725" b="1" i="0">
                <a:solidFill>
                  <a:srgbClr val="FFFFFF"/>
                </a:solidFill>
                <a:latin typeface="Aptos"/>
                <a:ea typeface="Aptos"/>
                <a:cs typeface="Aptos"/>
              </a:defRPr>
            </a:lvl9pPr>
          </a:lstStyle>
          <a:p xmlns:a="http://schemas.openxmlformats.org/drawingml/2006/main">
            <a:pPr algn="ctr">
              <a:defRPr sz="1725" b="1" i="0">
                <a:solidFill>
                  <a:srgbClr val="FFFFFF"/>
                </a:solidFill>
                <a:latin typeface="Aptos"/>
                <a:ea typeface="Aptos"/>
                <a:cs typeface="Aptos"/>
              </a:defRPr>
            </a:pPr>
            <a:r>
              <a:rPr sz="1725" b="1" i="0">
                <a:solidFill>
                  <a:srgbClr val="FFFFFF"/>
                </a:solidFill>
                <a:latin typeface="Aptos"/>
                <a:ea typeface="Aptos"/>
                <a:cs typeface="Aptos"/>
              </a:rPr>
              <a:t>2</a:t>
            </a:r>
          </a:p>
        </p:txBody>
      </p:sp>
      <p:sp>
        <p:nvSpPr>
          <p:cNvPr id="10" name="recap-label-1">
            <a:extLst xmlns:a="http://schemas.openxmlformats.org/drawingml/2006/main">
              <a:ext uri="{FF2B5EF4-FFF2-40B4-BE49-F238E27FC236}">
                <a16:creationId xmlns:a16="http://schemas.microsoft.com/office/drawing/2014/main" id="{8FB74FED-8B2C-46CC-8B3B-83E066B67EB3}"/>
              </a:ext>
            </a:extLst>
          </p:cNvPr>
          <p:cNvSpPr>
            <a:spLocks xmlns:a="http://schemas.openxmlformats.org/drawingml/2006/main" noGrp="1"/>
          </p:cNvSpPr>
          <p:nvPr/>
        </p:nvSpPr>
        <p:spPr>
          <a:xfrm xmlns:a="http://schemas.openxmlformats.org/drawingml/2006/main">
            <a:off x="9886950" y="2905125"/>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FFFFF"/>
                </a:solidFill>
                <a:latin typeface="Aptos"/>
                <a:ea typeface="Aptos"/>
                <a:cs typeface="Aptos"/>
              </a:defRPr>
            </a:defPPr>
            <a:lvl1pPr algn="l">
              <a:defRPr sz="1575" b="1" i="0">
                <a:solidFill>
                  <a:srgbClr val="FFFFFF"/>
                </a:solidFill>
                <a:latin typeface="Aptos"/>
                <a:ea typeface="Aptos"/>
                <a:cs typeface="Aptos"/>
              </a:defRPr>
            </a:lvl1pPr>
            <a:lvl2pPr algn="l">
              <a:defRPr sz="1575" b="1" i="0">
                <a:solidFill>
                  <a:srgbClr val="FFFFFF"/>
                </a:solidFill>
                <a:latin typeface="Aptos"/>
                <a:ea typeface="Aptos"/>
                <a:cs typeface="Aptos"/>
              </a:defRPr>
            </a:lvl2pPr>
            <a:lvl3pPr algn="l">
              <a:defRPr sz="1575" b="1" i="0">
                <a:solidFill>
                  <a:srgbClr val="FFFFFF"/>
                </a:solidFill>
                <a:latin typeface="Aptos"/>
                <a:ea typeface="Aptos"/>
                <a:cs typeface="Aptos"/>
              </a:defRPr>
            </a:lvl3pPr>
            <a:lvl4pPr algn="l">
              <a:defRPr sz="1575" b="1" i="0">
                <a:solidFill>
                  <a:srgbClr val="FFFFFF"/>
                </a:solidFill>
                <a:latin typeface="Aptos"/>
                <a:ea typeface="Aptos"/>
                <a:cs typeface="Aptos"/>
              </a:defRPr>
            </a:lvl4pPr>
            <a:lvl5pPr algn="l">
              <a:defRPr sz="1575" b="1" i="0">
                <a:solidFill>
                  <a:srgbClr val="FFFFFF"/>
                </a:solidFill>
                <a:latin typeface="Aptos"/>
                <a:ea typeface="Aptos"/>
                <a:cs typeface="Aptos"/>
              </a:defRPr>
            </a:lvl5pPr>
            <a:lvl6pPr algn="l">
              <a:defRPr sz="1575" b="1" i="0">
                <a:solidFill>
                  <a:srgbClr val="FFFFFF"/>
                </a:solidFill>
                <a:latin typeface="Aptos"/>
                <a:ea typeface="Aptos"/>
                <a:cs typeface="Aptos"/>
              </a:defRPr>
            </a:lvl6pPr>
            <a:lvl7pPr algn="l">
              <a:defRPr sz="1575" b="1" i="0">
                <a:solidFill>
                  <a:srgbClr val="FFFFFF"/>
                </a:solidFill>
                <a:latin typeface="Aptos"/>
                <a:ea typeface="Aptos"/>
                <a:cs typeface="Aptos"/>
              </a:defRPr>
            </a:lvl7pPr>
            <a:lvl8pPr algn="l">
              <a:defRPr sz="1575" b="1" i="0">
                <a:solidFill>
                  <a:srgbClr val="FFFFFF"/>
                </a:solidFill>
                <a:latin typeface="Aptos"/>
                <a:ea typeface="Aptos"/>
                <a:cs typeface="Aptos"/>
              </a:defRPr>
            </a:lvl8pPr>
            <a:lvl9pPr algn="l">
              <a:defRPr sz="1575" b="1" i="0">
                <a:solidFill>
                  <a:srgbClr val="FFFFFF"/>
                </a:solidFill>
                <a:latin typeface="Aptos"/>
                <a:ea typeface="Aptos"/>
                <a:cs typeface="Aptos"/>
              </a:defRPr>
            </a:lvl9pPr>
          </a:lstStyle>
          <a:p xmlns:a="http://schemas.openxmlformats.org/drawingml/2006/main">
            <a:pPr algn="l">
              <a:defRPr sz="1575" b="1" i="0">
                <a:solidFill>
                  <a:srgbClr val="FFFFFF"/>
                </a:solidFill>
                <a:latin typeface="Aptos"/>
                <a:ea typeface="Aptos"/>
                <a:cs typeface="Aptos"/>
              </a:defRPr>
            </a:pPr>
            <a:r>
              <a:rPr sz="1575" b="1" i="0">
                <a:solidFill>
                  <a:srgbClr val="FFFFFF"/>
                </a:solidFill>
                <a:latin typeface="Aptos"/>
                <a:ea typeface="Aptos"/>
                <a:cs typeface="Aptos"/>
              </a:rPr>
              <a:t>Mapa</a:t>
            </a:r>
          </a:p>
        </p:txBody>
      </p:sp>
      <p:sp>
        <p:nvSpPr>
          <p:cNvPr id="11" name="recap-circle-2">
            <a:extLst xmlns:a="http://schemas.openxmlformats.org/drawingml/2006/main">
              <a:ext uri="{FF2B5EF4-FFF2-40B4-BE49-F238E27FC236}">
                <a16:creationId xmlns:a16="http://schemas.microsoft.com/office/drawing/2014/main" id="{8982433A-3478-4632-8359-A003419D1E24}"/>
              </a:ext>
            </a:extLst>
          </p:cNvPr>
          <p:cNvSpPr>
            <a:spLocks xmlns:a="http://schemas.openxmlformats.org/drawingml/2006/main" noGrp="1"/>
          </p:cNvSpPr>
          <p:nvPr/>
        </p:nvSpPr>
        <p:spPr>
          <a:xfrm xmlns:a="http://schemas.openxmlformats.org/drawingml/2006/main">
            <a:off x="9124950" y="3924300"/>
            <a:ext cx="590550" cy="5905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12" name="recap-number-2">
            <a:extLst xmlns:a="http://schemas.openxmlformats.org/drawingml/2006/main">
              <a:ext uri="{FF2B5EF4-FFF2-40B4-BE49-F238E27FC236}">
                <a16:creationId xmlns:a16="http://schemas.microsoft.com/office/drawing/2014/main" id="{86F33396-D18E-4443-BB21-B81EE9F32FAE}"/>
              </a:ext>
            </a:extLst>
          </p:cNvPr>
          <p:cNvSpPr>
            <a:spLocks xmlns:a="http://schemas.openxmlformats.org/drawingml/2006/main" noGrp="1"/>
          </p:cNvSpPr>
          <p:nvPr/>
        </p:nvSpPr>
        <p:spPr>
          <a:xfrm xmlns:a="http://schemas.openxmlformats.org/drawingml/2006/main">
            <a:off x="912495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i="0">
                <a:solidFill>
                  <a:srgbClr val="FFFFFF"/>
                </a:solidFill>
                <a:latin typeface="Aptos"/>
                <a:ea typeface="Aptos"/>
                <a:cs typeface="Aptos"/>
              </a:defRPr>
            </a:defPPr>
            <a:lvl1pPr algn="ctr">
              <a:defRPr sz="1725" b="1" i="0">
                <a:solidFill>
                  <a:srgbClr val="FFFFFF"/>
                </a:solidFill>
                <a:latin typeface="Aptos"/>
                <a:ea typeface="Aptos"/>
                <a:cs typeface="Aptos"/>
              </a:defRPr>
            </a:lvl1pPr>
            <a:lvl2pPr algn="ctr">
              <a:defRPr sz="1725" b="1" i="0">
                <a:solidFill>
                  <a:srgbClr val="FFFFFF"/>
                </a:solidFill>
                <a:latin typeface="Aptos"/>
                <a:ea typeface="Aptos"/>
                <a:cs typeface="Aptos"/>
              </a:defRPr>
            </a:lvl2pPr>
            <a:lvl3pPr algn="ctr">
              <a:defRPr sz="1725" b="1" i="0">
                <a:solidFill>
                  <a:srgbClr val="FFFFFF"/>
                </a:solidFill>
                <a:latin typeface="Aptos"/>
                <a:ea typeface="Aptos"/>
                <a:cs typeface="Aptos"/>
              </a:defRPr>
            </a:lvl3pPr>
            <a:lvl4pPr algn="ctr">
              <a:defRPr sz="1725" b="1" i="0">
                <a:solidFill>
                  <a:srgbClr val="FFFFFF"/>
                </a:solidFill>
                <a:latin typeface="Aptos"/>
                <a:ea typeface="Aptos"/>
                <a:cs typeface="Aptos"/>
              </a:defRPr>
            </a:lvl4pPr>
            <a:lvl5pPr algn="ctr">
              <a:defRPr sz="1725" b="1" i="0">
                <a:solidFill>
                  <a:srgbClr val="FFFFFF"/>
                </a:solidFill>
                <a:latin typeface="Aptos"/>
                <a:ea typeface="Aptos"/>
                <a:cs typeface="Aptos"/>
              </a:defRPr>
            </a:lvl5pPr>
            <a:lvl6pPr algn="ctr">
              <a:defRPr sz="1725" b="1" i="0">
                <a:solidFill>
                  <a:srgbClr val="FFFFFF"/>
                </a:solidFill>
                <a:latin typeface="Aptos"/>
                <a:ea typeface="Aptos"/>
                <a:cs typeface="Aptos"/>
              </a:defRPr>
            </a:lvl6pPr>
            <a:lvl7pPr algn="ctr">
              <a:defRPr sz="1725" b="1" i="0">
                <a:solidFill>
                  <a:srgbClr val="FFFFFF"/>
                </a:solidFill>
                <a:latin typeface="Aptos"/>
                <a:ea typeface="Aptos"/>
                <a:cs typeface="Aptos"/>
              </a:defRPr>
            </a:lvl7pPr>
            <a:lvl8pPr algn="ctr">
              <a:defRPr sz="1725" b="1" i="0">
                <a:solidFill>
                  <a:srgbClr val="FFFFFF"/>
                </a:solidFill>
                <a:latin typeface="Aptos"/>
                <a:ea typeface="Aptos"/>
                <a:cs typeface="Aptos"/>
              </a:defRPr>
            </a:lvl8pPr>
            <a:lvl9pPr algn="ctr">
              <a:defRPr sz="1725" b="1" i="0">
                <a:solidFill>
                  <a:srgbClr val="FFFFFF"/>
                </a:solidFill>
                <a:latin typeface="Aptos"/>
                <a:ea typeface="Aptos"/>
                <a:cs typeface="Aptos"/>
              </a:defRPr>
            </a:lvl9pPr>
          </a:lstStyle>
          <a:p xmlns:a="http://schemas.openxmlformats.org/drawingml/2006/main">
            <a:pPr algn="ctr">
              <a:defRPr sz="1725" b="1" i="0">
                <a:solidFill>
                  <a:srgbClr val="FFFFFF"/>
                </a:solidFill>
                <a:latin typeface="Aptos"/>
                <a:ea typeface="Aptos"/>
                <a:cs typeface="Aptos"/>
              </a:defRPr>
            </a:pPr>
            <a:r>
              <a:rPr sz="1725" b="1" i="0">
                <a:solidFill>
                  <a:srgbClr val="FFFFFF"/>
                </a:solidFill>
                <a:latin typeface="Aptos"/>
                <a:ea typeface="Aptos"/>
                <a:cs typeface="Aptos"/>
              </a:rPr>
              <a:t>3</a:t>
            </a:r>
          </a:p>
        </p:txBody>
      </p:sp>
      <p:sp>
        <p:nvSpPr>
          <p:cNvPr id="13" name="recap-label-2">
            <a:extLst xmlns:a="http://schemas.openxmlformats.org/drawingml/2006/main">
              <a:ext uri="{FF2B5EF4-FFF2-40B4-BE49-F238E27FC236}">
                <a16:creationId xmlns:a16="http://schemas.microsoft.com/office/drawing/2014/main" id="{09D323C0-CAFF-41D8-81EF-D9E3533904A8}"/>
              </a:ext>
            </a:extLst>
          </p:cNvPr>
          <p:cNvSpPr>
            <a:spLocks xmlns:a="http://schemas.openxmlformats.org/drawingml/2006/main" noGrp="1"/>
          </p:cNvSpPr>
          <p:nvPr/>
        </p:nvSpPr>
        <p:spPr>
          <a:xfrm xmlns:a="http://schemas.openxmlformats.org/drawingml/2006/main">
            <a:off x="9886950" y="4029075"/>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FFFFF"/>
                </a:solidFill>
                <a:latin typeface="Aptos"/>
                <a:ea typeface="Aptos"/>
                <a:cs typeface="Aptos"/>
              </a:defRPr>
            </a:defPPr>
            <a:lvl1pPr algn="l">
              <a:defRPr sz="1575" b="1" i="0">
                <a:solidFill>
                  <a:srgbClr val="FFFFFF"/>
                </a:solidFill>
                <a:latin typeface="Aptos"/>
                <a:ea typeface="Aptos"/>
                <a:cs typeface="Aptos"/>
              </a:defRPr>
            </a:lvl1pPr>
            <a:lvl2pPr algn="l">
              <a:defRPr sz="1575" b="1" i="0">
                <a:solidFill>
                  <a:srgbClr val="FFFFFF"/>
                </a:solidFill>
                <a:latin typeface="Aptos"/>
                <a:ea typeface="Aptos"/>
                <a:cs typeface="Aptos"/>
              </a:defRPr>
            </a:lvl2pPr>
            <a:lvl3pPr algn="l">
              <a:defRPr sz="1575" b="1" i="0">
                <a:solidFill>
                  <a:srgbClr val="FFFFFF"/>
                </a:solidFill>
                <a:latin typeface="Aptos"/>
                <a:ea typeface="Aptos"/>
                <a:cs typeface="Aptos"/>
              </a:defRPr>
            </a:lvl3pPr>
            <a:lvl4pPr algn="l">
              <a:defRPr sz="1575" b="1" i="0">
                <a:solidFill>
                  <a:srgbClr val="FFFFFF"/>
                </a:solidFill>
                <a:latin typeface="Aptos"/>
                <a:ea typeface="Aptos"/>
                <a:cs typeface="Aptos"/>
              </a:defRPr>
            </a:lvl4pPr>
            <a:lvl5pPr algn="l">
              <a:defRPr sz="1575" b="1" i="0">
                <a:solidFill>
                  <a:srgbClr val="FFFFFF"/>
                </a:solidFill>
                <a:latin typeface="Aptos"/>
                <a:ea typeface="Aptos"/>
                <a:cs typeface="Aptos"/>
              </a:defRPr>
            </a:lvl5pPr>
            <a:lvl6pPr algn="l">
              <a:defRPr sz="1575" b="1" i="0">
                <a:solidFill>
                  <a:srgbClr val="FFFFFF"/>
                </a:solidFill>
                <a:latin typeface="Aptos"/>
                <a:ea typeface="Aptos"/>
                <a:cs typeface="Aptos"/>
              </a:defRPr>
            </a:lvl6pPr>
            <a:lvl7pPr algn="l">
              <a:defRPr sz="1575" b="1" i="0">
                <a:solidFill>
                  <a:srgbClr val="FFFFFF"/>
                </a:solidFill>
                <a:latin typeface="Aptos"/>
                <a:ea typeface="Aptos"/>
                <a:cs typeface="Aptos"/>
              </a:defRPr>
            </a:lvl7pPr>
            <a:lvl8pPr algn="l">
              <a:defRPr sz="1575" b="1" i="0">
                <a:solidFill>
                  <a:srgbClr val="FFFFFF"/>
                </a:solidFill>
                <a:latin typeface="Aptos"/>
                <a:ea typeface="Aptos"/>
                <a:cs typeface="Aptos"/>
              </a:defRPr>
            </a:lvl8pPr>
            <a:lvl9pPr algn="l">
              <a:defRPr sz="1575" b="1" i="0">
                <a:solidFill>
                  <a:srgbClr val="FFFFFF"/>
                </a:solidFill>
                <a:latin typeface="Aptos"/>
                <a:ea typeface="Aptos"/>
                <a:cs typeface="Aptos"/>
              </a:defRPr>
            </a:lvl9pPr>
          </a:lstStyle>
          <a:p xmlns:a="http://schemas.openxmlformats.org/drawingml/2006/main">
            <a:pPr algn="l">
              <a:defRPr sz="1575" b="1" i="0">
                <a:solidFill>
                  <a:srgbClr val="FFFFFF"/>
                </a:solidFill>
                <a:latin typeface="Aptos"/>
                <a:ea typeface="Aptos"/>
                <a:cs typeface="Aptos"/>
              </a:defRPr>
            </a:pPr>
            <a:r>
              <a:rPr sz="1575" b="1" i="0">
                <a:solidFill>
                  <a:srgbClr val="FFFFFF"/>
                </a:solidFill>
                <a:latin typeface="Aptos"/>
                <a:ea typeface="Aptos"/>
                <a:cs typeface="Aptos"/>
              </a:rPr>
              <a:t>Prioridad</a:t>
            </a:r>
          </a:p>
        </p:txBody>
      </p:sp>
      <p:sp>
        <p:nvSpPr>
          <p:cNvPr id="14" name="close-brand">
            <a:extLst xmlns:a="http://schemas.openxmlformats.org/drawingml/2006/main">
              <a:ext uri="{FF2B5EF4-FFF2-40B4-BE49-F238E27FC236}">
                <a16:creationId xmlns:a16="http://schemas.microsoft.com/office/drawing/2014/main" id="{CE5C7D4D-87E6-4380-9111-233946E73DCB}"/>
              </a:ext>
            </a:extLst>
          </p:cNvPr>
          <p:cNvSpPr>
            <a:spLocks xmlns:a="http://schemas.openxmlformats.org/drawingml/2006/main" noGrp="1"/>
          </p:cNvSpPr>
          <p:nvPr/>
        </p:nvSpPr>
        <p:spPr>
          <a:xfrm xmlns:a="http://schemas.openxmlformats.org/drawingml/2006/main">
            <a:off x="819150" y="6000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FFFFFF"/>
                </a:solidFill>
                <a:latin typeface="Aptos"/>
                <a:ea typeface="Aptos"/>
                <a:cs typeface="Aptos"/>
              </a:defRPr>
            </a:defPPr>
            <a:lvl1pPr algn="l">
              <a:defRPr sz="1125" b="1" i="0">
                <a:solidFill>
                  <a:srgbClr val="FFFFFF"/>
                </a:solidFill>
                <a:latin typeface="Aptos"/>
                <a:ea typeface="Aptos"/>
                <a:cs typeface="Aptos"/>
              </a:defRPr>
            </a:lvl1pPr>
            <a:lvl2pPr algn="l">
              <a:defRPr sz="1125" b="1" i="0">
                <a:solidFill>
                  <a:srgbClr val="FFFFFF"/>
                </a:solidFill>
                <a:latin typeface="Aptos"/>
                <a:ea typeface="Aptos"/>
                <a:cs typeface="Aptos"/>
              </a:defRPr>
            </a:lvl2pPr>
            <a:lvl3pPr algn="l">
              <a:defRPr sz="1125" b="1" i="0">
                <a:solidFill>
                  <a:srgbClr val="FFFFFF"/>
                </a:solidFill>
                <a:latin typeface="Aptos"/>
                <a:ea typeface="Aptos"/>
                <a:cs typeface="Aptos"/>
              </a:defRPr>
            </a:lvl3pPr>
            <a:lvl4pPr algn="l">
              <a:defRPr sz="1125" b="1" i="0">
                <a:solidFill>
                  <a:srgbClr val="FFFFFF"/>
                </a:solidFill>
                <a:latin typeface="Aptos"/>
                <a:ea typeface="Aptos"/>
                <a:cs typeface="Aptos"/>
              </a:defRPr>
            </a:lvl4pPr>
            <a:lvl5pPr algn="l">
              <a:defRPr sz="1125" b="1" i="0">
                <a:solidFill>
                  <a:srgbClr val="FFFFFF"/>
                </a:solidFill>
                <a:latin typeface="Aptos"/>
                <a:ea typeface="Aptos"/>
                <a:cs typeface="Aptos"/>
              </a:defRPr>
            </a:lvl5pPr>
            <a:lvl6pPr algn="l">
              <a:defRPr sz="1125" b="1" i="0">
                <a:solidFill>
                  <a:srgbClr val="FFFFFF"/>
                </a:solidFill>
                <a:latin typeface="Aptos"/>
                <a:ea typeface="Aptos"/>
                <a:cs typeface="Aptos"/>
              </a:defRPr>
            </a:lvl6pPr>
            <a:lvl7pPr algn="l">
              <a:defRPr sz="1125" b="1" i="0">
                <a:solidFill>
                  <a:srgbClr val="FFFFFF"/>
                </a:solidFill>
                <a:latin typeface="Aptos"/>
                <a:ea typeface="Aptos"/>
                <a:cs typeface="Aptos"/>
              </a:defRPr>
            </a:lvl7pPr>
            <a:lvl8pPr algn="l">
              <a:defRPr sz="1125" b="1" i="0">
                <a:solidFill>
                  <a:srgbClr val="FFFFFF"/>
                </a:solidFill>
                <a:latin typeface="Aptos"/>
                <a:ea typeface="Aptos"/>
                <a:cs typeface="Aptos"/>
              </a:defRPr>
            </a:lvl8pPr>
            <a:lvl9pPr algn="l">
              <a:defRPr sz="1125" b="1" i="0">
                <a:solidFill>
                  <a:srgbClr val="FFFFFF"/>
                </a:solidFill>
                <a:latin typeface="Aptos"/>
                <a:ea typeface="Aptos"/>
                <a:cs typeface="Aptos"/>
              </a:defRPr>
            </a:lvl9pPr>
          </a:lstStyle>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LANGUAGE CENTER CHILE</a:t>
            </a:r>
          </a:p>
        </p:txBody>
      </p:sp>
    </p:spTree>
    <p:extLst>
      <p:ext uri="{BB962C8B-B14F-4D97-AF65-F5344CB8AC3E}">
        <p14:creationId xmlns:p14="http://schemas.microsoft.com/office/powerpoint/2010/main" val="2065286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2026-10-27T04:51:57.1840000Z</dcterms:created>
  <dcterms:modified xsi:type="dcterms:W3CDTF">2026-10-27T04:51:57.1840000Z</dcterms:modified>
</coreProperties>
</file>