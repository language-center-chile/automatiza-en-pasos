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f23e5ea01f4325" /><Relationship Type="http://schemas.openxmlformats.org/officeDocument/2006/relationships/extended-properties" Target="/docProps/app.xml" Id="R966e98667a3748ab" /><Relationship Type="http://schemas.openxmlformats.org/officeDocument/2006/relationships/officeDocument" Target="/ppt/presentation.xml" Id="R89b535fecd0c4190" /></Relationships>
</file>

<file path=ppt/presentation.xml><?xml version="1.0" encoding="utf-8"?>
<p:presentation xmlns:p="http://schemas.openxmlformats.org/presentationml/2006/main">
  <p:sldMasterIdLst>
    <p:sldMasterId xmlns:r="http://schemas.openxmlformats.org/officeDocument/2006/relationships" id="2147483648" r:id="Rd0a4aa037ec5433e"/>
  </p:sldMasterIdLst>
  <p:notesMasterIdLst>
    <p:notesMasterId xmlns:r="http://schemas.openxmlformats.org/officeDocument/2006/relationships" r:id="R3021e344cc8844ca"/>
  </p:notesMasterIdLst>
  <p:sldIdLst>
    <p:sldId xmlns:r="http://schemas.openxmlformats.org/officeDocument/2006/relationships" id="256" r:id="R8dc970c6af34470f"/>
    <p:sldId xmlns:r="http://schemas.openxmlformats.org/officeDocument/2006/relationships" id="257" r:id="R859b9b5548b848aa"/>
    <p:sldId xmlns:r="http://schemas.openxmlformats.org/officeDocument/2006/relationships" id="258" r:id="Rff2b232f1a9f4307"/>
    <p:sldId xmlns:r="http://schemas.openxmlformats.org/officeDocument/2006/relationships" id="259" r:id="R19a4a18d91064cb5"/>
    <p:sldId xmlns:r="http://schemas.openxmlformats.org/officeDocument/2006/relationships" id="260" r:id="R8591f8d4007c43d3"/>
    <p:sldId xmlns:r="http://schemas.openxmlformats.org/officeDocument/2006/relationships" id="261" r:id="R2c46830214d044f9"/>
    <p:sldId xmlns:r="http://schemas.openxmlformats.org/officeDocument/2006/relationships" id="262" r:id="Rebaacf74dae946bd"/>
    <p:sldId xmlns:r="http://schemas.openxmlformats.org/officeDocument/2006/relationships" id="263" r:id="Rc3366ba7546a41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a69e6a6cac4231" /><Relationship Type="http://schemas.openxmlformats.org/officeDocument/2006/relationships/slideMaster" Target="/ppt/slideMasters/slideMaster1.xml" Id="Rd0a4aa037ec5433e" /><Relationship Type="http://schemas.openxmlformats.org/officeDocument/2006/relationships/notesMaster" Target="/ppt/notesMasters/notesMaster1.xml" Id="R3021e344cc8844ca" /><Relationship Type="http://schemas.openxmlformats.org/officeDocument/2006/relationships/presProps" Target="/ppt/presProps.xml" Id="R4071f3f770694694" /><Relationship Type="http://schemas.openxmlformats.org/officeDocument/2006/relationships/tableStyles" Target="/ppt/tableStyles.xml" Id="R7a9ac405ade34a91" /><Relationship Type="http://schemas.openxmlformats.org/officeDocument/2006/relationships/slide" Target="/ppt/slides/slide1.xml" Id="R8dc970c6af34470f" /><Relationship Type="http://schemas.openxmlformats.org/officeDocument/2006/relationships/slide" Target="/ppt/slides/slide2.xml" Id="R859b9b5548b848aa" /><Relationship Type="http://schemas.openxmlformats.org/officeDocument/2006/relationships/slide" Target="/ppt/slides/slide3.xml" Id="Rff2b232f1a9f4307" /><Relationship Type="http://schemas.openxmlformats.org/officeDocument/2006/relationships/slide" Target="/ppt/slides/slide4.xml" Id="R19a4a18d91064cb5" /><Relationship Type="http://schemas.openxmlformats.org/officeDocument/2006/relationships/slide" Target="/ppt/slides/slide5.xml" Id="R8591f8d4007c43d3" /><Relationship Type="http://schemas.openxmlformats.org/officeDocument/2006/relationships/slide" Target="/ppt/slides/slide6.xml" Id="R2c46830214d044f9" /><Relationship Type="http://schemas.openxmlformats.org/officeDocument/2006/relationships/slide" Target="/ppt/slides/slide7.xml" Id="Rebaacf74dae946bd" /><Relationship Type="http://schemas.openxmlformats.org/officeDocument/2006/relationships/slide" Target="/ppt/slides/slide8.xml" Id="Rc3366ba7546a41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56a52b0a4f4c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0e77bc46034e28" /><Relationship Type="http://schemas.openxmlformats.org/officeDocument/2006/relationships/notesMaster" Target="/ppt/notesMasters/notesMaster1.xml" Id="Rc930bf40914649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589db3983b43db" /><Relationship Type="http://schemas.openxmlformats.org/officeDocument/2006/relationships/notesMaster" Target="/ppt/notesMasters/notesMaster1.xml" Id="Rde6ab81e366d4a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ec3e0e87fd44cb" /><Relationship Type="http://schemas.openxmlformats.org/officeDocument/2006/relationships/notesMaster" Target="/ppt/notesMasters/notesMaster1.xml" Id="R06bbafab52a94e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be0ed12f1d4bec" /><Relationship Type="http://schemas.openxmlformats.org/officeDocument/2006/relationships/notesMaster" Target="/ppt/notesMasters/notesMaster1.xml" Id="R4f7502cfff6c40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f0f3a108374e12" /><Relationship Type="http://schemas.openxmlformats.org/officeDocument/2006/relationships/notesMaster" Target="/ppt/notesMasters/notesMaster1.xml" Id="R85ddcc3f1ccf43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3896abdaba42a4" /><Relationship Type="http://schemas.openxmlformats.org/officeDocument/2006/relationships/notesMaster" Target="/ppt/notesMasters/notesMaster1.xml" Id="R656699ee23314a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affd76cb374175" /><Relationship Type="http://schemas.openxmlformats.org/officeDocument/2006/relationships/notesMaster" Target="/ppt/notesMasters/notesMaster1.xml" Id="R375c18a0d22d4d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2eb30bebf44c6a" /><Relationship Type="http://schemas.openxmlformats.org/officeDocument/2006/relationships/notesMaster" Target="/ppt/notesMasters/notesMaster1.xml" Id="R8726fd00107b41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00:00–01:10. Este es el Paso 5 de Automatiza tu Negocio en 7 Pasos. Diseñaremos el recorrido que sigue una consulta desde su ingreso hasta la revisión humana. No conectaremos WhatsApp, correo, calendarios ni CRM. Tampoco enviaremos mensajes. Abre la hoja 5 Captacion del workbook. La evidencia será el recorrido documentado, tres mensajes y cinco controles de calidad. Fuente interna: guion vigente del Video 05 en Drive, Módulo 5 del PR 17 y propuesta de coherencia v2 del 30 de octubre de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01:10–02:25. La hoja 5 Captacion usa nueve columnas: Momento, Canal, Objetivo, Mensaje o acción, Dato mínimo, Consentimiento, Espera, Condición de salida y Responsable. Para el ejemplo, la entrada será un formulario de prueba y el próximo paso será una revisión humana. En Dato mínimo registra nombre ficticio, contacto ficticio e interés. La elección del canal describe el recorrido, pero no autoriza una integración. Fuente interna: guion del Video 05, workbook del PR 4 y propuesta de coherencia 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02:25–03:45. La columna Consentimiento obliga a registrar una decisión visible. Para esta práctica selecciona Requerido. No marques Obtenido porque no existe una prueba real. La condición de salida detiene el recorrido si falta consentimiento, si la persona pide no continuar o si el caso requiere atención humana. El consentimiento corresponde al canal y al propósito explicado. Antes de activar un sistema real, revisa las reglas vigentes y las obligaciones de la organización. Fuente interna: guion del Video 05 y evaluación del Paso 5 en Drive.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03:45–05:00. Formulario, calendario, mensajería y CRM son rutas posibles. Compara dónde comienza la consulta, qué dato mínimo necesitas, cómo queda registrada, quién responde las excepciones y cómo se detiene el seguimiento. Para completar este paso no debes contratar ni conectar ninguna opción. Elige la ruta más simple que puedas explicar y probar. Una tabla y revisión manual pueden resolver el objetivo inicial del MVP. Fuente interna: guion del Video 05 y Módulo 5 del PR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05:00–06:35. Ahora prepararemos tres mensajes. No incluyas datos reales ni los envíes. Mensaje uno, confirmación: Hola, Demo Persona. Recibimos tu consulta sobre el taller. Una persona la revisará antes de continuar. Si prefieres no seguir, indícalo en tu respuesta. Mensaje dos, calificación: Para preparar la revisión, ¿qué objetivo o proceso te gustaría mejorar? No compartas contraseñas, datos de pago ni información sensible. Mensaje tres, próximo paso: Retomamos tu consulta. Responde CONTINUAR si deseas que una persona revise el próximo paso, o CERRAR si prefieres terminar el seguimiento. Las palabras CONTINUAR y CERRAR son parte del diseño. No existe un bot activo interpretándolas. En el workbook distribuye estos textos entre Confirmación, Seguimiento 1 y Seguimiento 2. Fuente interna: propuesta de coherencia v2 en Drive.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06:35–07:55. Simularemos cuatro casos, cada uno con su propio identificador ficticio. Usa Demo Persona, interés Taller y canal Formulario. DEMO-LEAD-005 recorre los cuatro momentos y termina en revisión humana. DEMO-LEAD-006 llega sin interés y se detiene en Ingreso. DEMO-LEAD-007 responde CERRAR y no crea seguimientos. DEMO-LEAD-008 entra dos veces y documenta el riesgo de duplicado, porque la deduplicación no está implementada. Marca cada resultado como simulación. Una lectura en pantalla no demuestra que un proveedor entregue un mensaje. Por eso cada estado sigue siendo No probado. Fuente interna: propuesta de coherencia v2 y evaluación del Paso 5 en Drive.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07:55–09:15. En QA de captación encontrarás cinco controles: el destino es de prueba, los campos mínimos llegan completos, el usuario recibe confirmación, existe salida o contacto humano y no se envían mensajes duplicados. Los cinco comienzan en No probado. En esta lección no conectamos ningún canal, así que ninguno se ejecuta de verdad. La simulación es evidencia de diseño, pero conserva el estado No probado. Un control cambia a Aprobado solo después de ejecutar la prueba en un destino autorizado y guardar evidencia. Si el resultado no coincide, márcalo Fallido. Usa No aplica solo cuando el control no corresponde y escribe la razón. Fuente interna: propuesta de coherencia v2 en Drive.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09:15–10:40. Tu entrega del Paso 5 contiene la tabla completa, los tres mensajes y el control de calidad con estados honestos. Guarda una copia del workbook sin datos personales. Antes de activar faltan el canal autorizado, un responsable, reglas vigentes, un destino de prueba y un mecanismo contra duplicados. No conectes credenciales ni publiques formularios desde esta lección. En el Paso 6 transformarás una parte del recorrido en un MVP visible y documentado. Fuente interna: guion del Video 05, evaluación del Paso 5 y propuesta de coherencia v2 en Drive.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1f193911134c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ae075111c44f4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da48b803ec47b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d98ab58bbb6465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c79bab08474bd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2d9d03bb4d46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203C5F-92C3-4926-A455-E4E7CF92C9C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177A955-2F4E-46AB-BB5E-50C76D5618F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59D6995-710C-4D81-A30A-9372662A3DA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F03133-DB21-45D5-B556-DBB7610ADA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DEFF0CC-2762-490D-A612-739FEF68EFD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C54DDCD-C199-4A84-9CC3-2A123A08B5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EBAB9D-EE87-4F94-BE01-17438DD57D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914C20-1725-4F88-9939-1E31B799B49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AB2063-B523-43E3-B70A-AB3B86073C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6BE1B9-E62E-49ED-84D8-939AA6BA2F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259d436a4947b3" /><Relationship Type="http://schemas.openxmlformats.org/officeDocument/2006/relationships/slideLayout" Target="/ppt/slideLayouts/slideLayout1.xml" Id="Rf456b6ac750846c0" /><Relationship Type="http://schemas.openxmlformats.org/officeDocument/2006/relationships/slideLayout" Target="/ppt/slideLayouts/slideLayout2.xml" Id="R2f4299fdb2d1497b" /><Relationship Type="http://schemas.openxmlformats.org/officeDocument/2006/relationships/slideLayout" Target="/ppt/slideLayouts/slideLayout3.xml" Id="R0f64bfebfa3945f5" /><Relationship Type="http://schemas.openxmlformats.org/officeDocument/2006/relationships/slideLayout" Target="/ppt/slideLayouts/slideLayout4.xml" Id="R09e02b292fd349f4" /><Relationship Type="http://schemas.openxmlformats.org/officeDocument/2006/relationships/slideLayout" Target="/ppt/slideLayouts/slideLayout5.xml" Id="Rc3247aad78074acc" /><Relationship Type="http://schemas.openxmlformats.org/officeDocument/2006/relationships/slideLayout" Target="/ppt/slideLayouts/slideLayout6.xml" Id="R068add52ad0347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56b6ac750846c0"/>
    <p:sldLayoutId xmlns:r="http://schemas.openxmlformats.org/officeDocument/2006/relationships" id="2147483650" r:id="R2f4299fdb2d1497b"/>
    <p:sldLayoutId xmlns:r="http://schemas.openxmlformats.org/officeDocument/2006/relationships" id="2147483651" r:id="R0f64bfebfa3945f5"/>
    <p:sldLayoutId xmlns:r="http://schemas.openxmlformats.org/officeDocument/2006/relationships" id="2147483652" r:id="R09e02b292fd349f4"/>
    <p:sldLayoutId xmlns:r="http://schemas.openxmlformats.org/officeDocument/2006/relationships" id="2147483653" r:id="Rc3247aad78074acc"/>
    <p:sldLayoutId xmlns:r="http://schemas.openxmlformats.org/officeDocument/2006/relationships" id="2147483654" r:id="R068add52ad0347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72199e8a1744d7d" /><Relationship Type="http://schemas.openxmlformats.org/officeDocument/2006/relationships/notesSlide" Target="/ppt/notesSlides/notesSlide1.xml" Id="Rc0cf6ae23bf745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4087de3304c4b6e" /><Relationship Type="http://schemas.openxmlformats.org/officeDocument/2006/relationships/notesSlide" Target="/ppt/notesSlides/notesSlide2.xml" Id="Rb8f34f1cda154b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cba44d3931c4c1e" /><Relationship Type="http://schemas.openxmlformats.org/officeDocument/2006/relationships/notesSlide" Target="/ppt/notesSlides/notesSlide3.xml" Id="R0df6de419f4741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fa4ad39935b42f6" /><Relationship Type="http://schemas.openxmlformats.org/officeDocument/2006/relationships/notesSlide" Target="/ppt/notesSlides/notesSlide4.xml" Id="R98224b91941d45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ef17ec883644571" /><Relationship Type="http://schemas.openxmlformats.org/officeDocument/2006/relationships/notesSlide" Target="/ppt/notesSlides/notesSlide5.xml" Id="Ra6f0f98e6a6644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0933d3c9ab74889" /><Relationship Type="http://schemas.openxmlformats.org/officeDocument/2006/relationships/notesSlide" Target="/ppt/notesSlides/notesSlide6.xml" Id="Re6ca5c010b6740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27a7aba43324f84" /><Relationship Type="http://schemas.openxmlformats.org/officeDocument/2006/relationships/notesSlide" Target="/ppt/notesSlides/notesSlide7.xml" Id="Rb18dda6838834e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2646d0aba494913" /><Relationship Type="http://schemas.openxmlformats.org/officeDocument/2006/relationships/notesSlide" Target="/ppt/notesSlides/notesSlide8.xml" Id="R8730f5e1dde748fb" /></Relationships>
</file>

<file path=ppt/slides/slide1.xml><?xml version="1.0" encoding="utf-8"?>
<p:sld xmlns:p="http://schemas.openxmlformats.org/presentationml/2006/main">
  <p:cSld>
    <p:bg>
      <p:bgPr>
        <a:solidFill xmlns:a="http://schemas.openxmlformats.org/drawingml/2006/main">
          <a:srgbClr val="003366"/>
        </a:solidFill>
      </p:bgPr>
    </p:bg>
    <p:spTree>
      <p:nvGrpSpPr>
        <p:cNvPr id="1" name=""/>
        <p:cNvGrpSpPr/>
        <p:nvPr/>
      </p:nvGrpSpPr>
      <p:grpSpPr>
        <a:xfrm xmlns:a="http://schemas.openxmlformats.org/drawingml/2006/main"/>
      </p:grpSpPr>
      <p:sp>
        <p:nvSpPr>
          <p:cNvPr id="20" name="cover-cyan-band">
            <a:extLst xmlns:a="http://schemas.openxmlformats.org/drawingml/2006/main">
              <a:ext uri="{FF2B5EF4-FFF2-40B4-BE49-F238E27FC236}">
                <a16:creationId xmlns:a16="http://schemas.microsoft.com/office/drawing/2014/main" id="{341F9A56-152E-41E2-9575-4FC0A67A2D0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2" name="cover-brand">
            <a:extLst xmlns:a="http://schemas.openxmlformats.org/drawingml/2006/main">
              <a:ext uri="{FF2B5EF4-FFF2-40B4-BE49-F238E27FC236}">
                <a16:creationId xmlns:a16="http://schemas.microsoft.com/office/drawing/2014/main" id="{DDADC387-8B1F-420E-B9F9-CB72CC4D6186}"/>
              </a:ext>
            </a:extLst>
          </p:cNvPr>
          <p:cNvSpPr>
            <a:spLocks xmlns:a="http://schemas.openxmlformats.org/drawingml/2006/main" noGrp="1"/>
          </p:cNvSpPr>
          <p:nvPr/>
        </p:nvSpPr>
        <p:spPr>
          <a:xfrm xmlns:a="http://schemas.openxmlformats.org/drawingml/2006/main">
            <a:off x="723900" y="647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FFFFFF"/>
                </a:solidFill>
                <a:latin typeface="Aptos"/>
                <a:ea typeface="Aptos"/>
                <a:cs typeface="Aptos"/>
              </a:defRPr>
            </a:defPPr>
            <a:lvl1pPr algn="l">
              <a:defRPr sz="1125" b="1" i="0">
                <a:solidFill>
                  <a:srgbClr val="FFFFFF"/>
                </a:solidFill>
                <a:latin typeface="Aptos"/>
                <a:ea typeface="Aptos"/>
                <a:cs typeface="Aptos"/>
              </a:defRPr>
            </a:lvl1pPr>
            <a:lvl2pPr algn="l">
              <a:defRPr sz="1125" b="1" i="0">
                <a:solidFill>
                  <a:srgbClr val="FFFFFF"/>
                </a:solidFill>
                <a:latin typeface="Aptos"/>
                <a:ea typeface="Aptos"/>
                <a:cs typeface="Aptos"/>
              </a:defRPr>
            </a:lvl2pPr>
            <a:lvl3pPr algn="l">
              <a:defRPr sz="1125" b="1" i="0">
                <a:solidFill>
                  <a:srgbClr val="FFFFFF"/>
                </a:solidFill>
                <a:latin typeface="Aptos"/>
                <a:ea typeface="Aptos"/>
                <a:cs typeface="Aptos"/>
              </a:defRPr>
            </a:lvl3pPr>
            <a:lvl4pPr algn="l">
              <a:defRPr sz="1125" b="1" i="0">
                <a:solidFill>
                  <a:srgbClr val="FFFFFF"/>
                </a:solidFill>
                <a:latin typeface="Aptos"/>
                <a:ea typeface="Aptos"/>
                <a:cs typeface="Aptos"/>
              </a:defRPr>
            </a:lvl4pPr>
            <a:lvl5pPr algn="l">
              <a:defRPr sz="1125" b="1" i="0">
                <a:solidFill>
                  <a:srgbClr val="FFFFFF"/>
                </a:solidFill>
                <a:latin typeface="Aptos"/>
                <a:ea typeface="Aptos"/>
                <a:cs typeface="Aptos"/>
              </a:defRPr>
            </a:lvl5pPr>
            <a:lvl6pPr algn="l">
              <a:defRPr sz="1125" b="1" i="0">
                <a:solidFill>
                  <a:srgbClr val="FFFFFF"/>
                </a:solidFill>
                <a:latin typeface="Aptos"/>
                <a:ea typeface="Aptos"/>
                <a:cs typeface="Aptos"/>
              </a:defRPr>
            </a:lvl6pPr>
            <a:lvl7pPr algn="l">
              <a:defRPr sz="1125" b="1" i="0">
                <a:solidFill>
                  <a:srgbClr val="FFFFFF"/>
                </a:solidFill>
                <a:latin typeface="Aptos"/>
                <a:ea typeface="Aptos"/>
                <a:cs typeface="Aptos"/>
              </a:defRPr>
            </a:lvl7pPr>
            <a:lvl8pPr algn="l">
              <a:defRPr sz="1125" b="1" i="0">
                <a:solidFill>
                  <a:srgbClr val="FFFFFF"/>
                </a:solidFill>
                <a:latin typeface="Aptos"/>
                <a:ea typeface="Aptos"/>
                <a:cs typeface="Aptos"/>
              </a:defRPr>
            </a:lvl8pPr>
            <a:lvl9pPr algn="l">
              <a:defRPr sz="1125" b="1" i="0">
                <a:solidFill>
                  <a:srgbClr val="FFFFFF"/>
                </a:solidFill>
                <a:latin typeface="Aptos"/>
                <a:ea typeface="Aptos"/>
                <a:cs typeface="Aptos"/>
              </a:defRPr>
            </a:lvl9pPr>
          </a:lstStyle>
          <a:p xmlns:a="http://schemas.openxmlformats.org/drawingml/2006/main">
            <a:pPr algn="l">
              <a:defRPr sz="1125" b="1" i="0">
                <a:solidFill>
                  <a:srgbClr val="FFFFFF"/>
                </a:solidFill>
                <a:latin typeface="Aptos"/>
                <a:ea typeface="Aptos"/>
                <a:cs typeface="Aptos"/>
              </a:defRPr>
            </a:pPr>
            <a:r>
              <a:rPr sz="1125" b="1" i="0">
                <a:solidFill>
                  <a:srgbClr val="FFFFFF"/>
                </a:solidFill>
                <a:latin typeface="Aptos"/>
                <a:ea typeface="Aptos"/>
                <a:cs typeface="Aptos"/>
              </a:rPr>
              <a:t>LANGUAGE CENTER CHILE</a:t>
            </a:r>
          </a:p>
        </p:txBody>
      </p:sp>
      <p:sp>
        <p:nvSpPr>
          <p:cNvPr id="3" name="cover-title">
            <a:extLst xmlns:a="http://schemas.openxmlformats.org/drawingml/2006/main">
              <a:ext uri="{FF2B5EF4-FFF2-40B4-BE49-F238E27FC236}">
                <a16:creationId xmlns:a16="http://schemas.microsoft.com/office/drawing/2014/main" id="{167DC200-B62B-42A2-BE35-4DE2B7A8D3A3}"/>
              </a:ext>
            </a:extLst>
          </p:cNvPr>
          <p:cNvSpPr>
            <a:spLocks xmlns:a="http://schemas.openxmlformats.org/drawingml/2006/main" noGrp="1"/>
          </p:cNvSpPr>
          <p:nvPr/>
        </p:nvSpPr>
        <p:spPr>
          <a:xfrm xmlns:a="http://schemas.openxmlformats.org/drawingml/2006/main">
            <a:off x="723900" y="1581150"/>
            <a:ext cx="68580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750" b="1" i="0">
                <a:solidFill>
                  <a:srgbClr val="FFFFFF"/>
                </a:solidFill>
                <a:latin typeface="Aptos"/>
                <a:ea typeface="Aptos"/>
                <a:cs typeface="Aptos"/>
              </a:defRPr>
            </a:defPPr>
            <a:lvl1pPr algn="l">
              <a:defRPr sz="3750" b="1" i="0">
                <a:solidFill>
                  <a:srgbClr val="FFFFFF"/>
                </a:solidFill>
                <a:latin typeface="Aptos"/>
                <a:ea typeface="Aptos"/>
                <a:cs typeface="Aptos"/>
              </a:defRPr>
            </a:lvl1pPr>
            <a:lvl2pPr algn="l">
              <a:defRPr sz="3750" b="1" i="0">
                <a:solidFill>
                  <a:srgbClr val="FFFFFF"/>
                </a:solidFill>
                <a:latin typeface="Aptos"/>
                <a:ea typeface="Aptos"/>
                <a:cs typeface="Aptos"/>
              </a:defRPr>
            </a:lvl2pPr>
            <a:lvl3pPr algn="l">
              <a:defRPr sz="3750" b="1" i="0">
                <a:solidFill>
                  <a:srgbClr val="FFFFFF"/>
                </a:solidFill>
                <a:latin typeface="Aptos"/>
                <a:ea typeface="Aptos"/>
                <a:cs typeface="Aptos"/>
              </a:defRPr>
            </a:lvl3pPr>
            <a:lvl4pPr algn="l">
              <a:defRPr sz="3750" b="1" i="0">
                <a:solidFill>
                  <a:srgbClr val="FFFFFF"/>
                </a:solidFill>
                <a:latin typeface="Aptos"/>
                <a:ea typeface="Aptos"/>
                <a:cs typeface="Aptos"/>
              </a:defRPr>
            </a:lvl4pPr>
            <a:lvl5pPr algn="l">
              <a:defRPr sz="3750" b="1" i="0">
                <a:solidFill>
                  <a:srgbClr val="FFFFFF"/>
                </a:solidFill>
                <a:latin typeface="Aptos"/>
                <a:ea typeface="Aptos"/>
                <a:cs typeface="Aptos"/>
              </a:defRPr>
            </a:lvl5pPr>
            <a:lvl6pPr algn="l">
              <a:defRPr sz="3750" b="1" i="0">
                <a:solidFill>
                  <a:srgbClr val="FFFFFF"/>
                </a:solidFill>
                <a:latin typeface="Aptos"/>
                <a:ea typeface="Aptos"/>
                <a:cs typeface="Aptos"/>
              </a:defRPr>
            </a:lvl6pPr>
            <a:lvl7pPr algn="l">
              <a:defRPr sz="3750" b="1" i="0">
                <a:solidFill>
                  <a:srgbClr val="FFFFFF"/>
                </a:solidFill>
                <a:latin typeface="Aptos"/>
                <a:ea typeface="Aptos"/>
                <a:cs typeface="Aptos"/>
              </a:defRPr>
            </a:lvl7pPr>
            <a:lvl8pPr algn="l">
              <a:defRPr sz="3750" b="1" i="0">
                <a:solidFill>
                  <a:srgbClr val="FFFFFF"/>
                </a:solidFill>
                <a:latin typeface="Aptos"/>
                <a:ea typeface="Aptos"/>
                <a:cs typeface="Aptos"/>
              </a:defRPr>
            </a:lvl8pPr>
            <a:lvl9pPr algn="l">
              <a:defRPr sz="3750" b="1" i="0">
                <a:solidFill>
                  <a:srgbClr val="FFFFFF"/>
                </a:solidFill>
                <a:latin typeface="Aptos"/>
                <a:ea typeface="Aptos"/>
                <a:cs typeface="Aptos"/>
              </a:defRPr>
            </a:lvl9pPr>
          </a:lstStyle>
          <a:p xmlns:a="http://schemas.openxmlformats.org/drawingml/2006/main">
            <a:pPr algn="l">
              <a:defRPr sz="3750" b="1" i="0">
                <a:solidFill>
                  <a:srgbClr val="FFFFFF"/>
                </a:solidFill>
                <a:latin typeface="Aptos"/>
                <a:ea typeface="Aptos"/>
                <a:cs typeface="Aptos"/>
              </a:defRPr>
            </a:pPr>
            <a:r>
              <a:rPr sz="3750" b="1" i="0">
                <a:solidFill>
                  <a:srgbClr val="FFFFFF"/>
                </a:solidFill>
                <a:latin typeface="Aptos"/>
                <a:ea typeface="Aptos"/>
                <a:cs typeface="Aptos"/>
              </a:rPr>
              <a:t>Paso 5</a:t>
            </a:r>
          </a:p>
          <a:p xmlns:a="http://schemas.openxmlformats.org/drawingml/2006/main">
            <a:pPr algn="l">
              <a:defRPr sz="3750" b="1" i="0">
                <a:solidFill>
                  <a:srgbClr val="FFFFFF"/>
                </a:solidFill>
                <a:latin typeface="Aptos"/>
                <a:ea typeface="Aptos"/>
                <a:cs typeface="Aptos"/>
              </a:defRPr>
            </a:pPr>
            <a:r>
              <a:rPr sz="3750" b="1" i="0">
                <a:solidFill>
                  <a:srgbClr val="FFFFFF"/>
                </a:solidFill>
                <a:latin typeface="Aptos"/>
                <a:ea typeface="Aptos"/>
                <a:cs typeface="Aptos"/>
              </a:rPr>
              <a:t>Captación y seguimiento</a:t>
            </a:r>
          </a:p>
        </p:txBody>
      </p:sp>
      <p:sp>
        <p:nvSpPr>
          <p:cNvPr id="4" name="cover-subtitle">
            <a:extLst xmlns:a="http://schemas.openxmlformats.org/drawingml/2006/main">
              <a:ext uri="{FF2B5EF4-FFF2-40B4-BE49-F238E27FC236}">
                <a16:creationId xmlns:a16="http://schemas.microsoft.com/office/drawing/2014/main" id="{CFC40E9F-C441-4BCC-AFC2-3F37D54DD410}"/>
              </a:ext>
            </a:extLst>
          </p:cNvPr>
          <p:cNvSpPr>
            <a:spLocks xmlns:a="http://schemas.openxmlformats.org/drawingml/2006/main" noGrp="1"/>
          </p:cNvSpPr>
          <p:nvPr/>
        </p:nvSpPr>
        <p:spPr>
          <a:xfrm xmlns:a="http://schemas.openxmlformats.org/drawingml/2006/main">
            <a:off x="762000" y="3524250"/>
            <a:ext cx="676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i="0">
                <a:solidFill>
                  <a:srgbClr val="EAF4F8"/>
                </a:solidFill>
                <a:latin typeface="Aptos"/>
                <a:ea typeface="Aptos"/>
                <a:cs typeface="Aptos"/>
              </a:defRPr>
            </a:defPPr>
            <a:lvl1pPr algn="l">
              <a:defRPr sz="1800" b="0" i="0">
                <a:solidFill>
                  <a:srgbClr val="EAF4F8"/>
                </a:solidFill>
                <a:latin typeface="Aptos"/>
                <a:ea typeface="Aptos"/>
                <a:cs typeface="Aptos"/>
              </a:defRPr>
            </a:lvl1pPr>
            <a:lvl2pPr algn="l">
              <a:defRPr sz="1800" b="0" i="0">
                <a:solidFill>
                  <a:srgbClr val="EAF4F8"/>
                </a:solidFill>
                <a:latin typeface="Aptos"/>
                <a:ea typeface="Aptos"/>
                <a:cs typeface="Aptos"/>
              </a:defRPr>
            </a:lvl2pPr>
            <a:lvl3pPr algn="l">
              <a:defRPr sz="1800" b="0" i="0">
                <a:solidFill>
                  <a:srgbClr val="EAF4F8"/>
                </a:solidFill>
                <a:latin typeface="Aptos"/>
                <a:ea typeface="Aptos"/>
                <a:cs typeface="Aptos"/>
              </a:defRPr>
            </a:lvl3pPr>
            <a:lvl4pPr algn="l">
              <a:defRPr sz="1800" b="0" i="0">
                <a:solidFill>
                  <a:srgbClr val="EAF4F8"/>
                </a:solidFill>
                <a:latin typeface="Aptos"/>
                <a:ea typeface="Aptos"/>
                <a:cs typeface="Aptos"/>
              </a:defRPr>
            </a:lvl4pPr>
            <a:lvl5pPr algn="l">
              <a:defRPr sz="1800" b="0" i="0">
                <a:solidFill>
                  <a:srgbClr val="EAF4F8"/>
                </a:solidFill>
                <a:latin typeface="Aptos"/>
                <a:ea typeface="Aptos"/>
                <a:cs typeface="Aptos"/>
              </a:defRPr>
            </a:lvl5pPr>
            <a:lvl6pPr algn="l">
              <a:defRPr sz="1800" b="0" i="0">
                <a:solidFill>
                  <a:srgbClr val="EAF4F8"/>
                </a:solidFill>
                <a:latin typeface="Aptos"/>
                <a:ea typeface="Aptos"/>
                <a:cs typeface="Aptos"/>
              </a:defRPr>
            </a:lvl6pPr>
            <a:lvl7pPr algn="l">
              <a:defRPr sz="1800" b="0" i="0">
                <a:solidFill>
                  <a:srgbClr val="EAF4F8"/>
                </a:solidFill>
                <a:latin typeface="Aptos"/>
                <a:ea typeface="Aptos"/>
                <a:cs typeface="Aptos"/>
              </a:defRPr>
            </a:lvl7pPr>
            <a:lvl8pPr algn="l">
              <a:defRPr sz="1800" b="0" i="0">
                <a:solidFill>
                  <a:srgbClr val="EAF4F8"/>
                </a:solidFill>
                <a:latin typeface="Aptos"/>
                <a:ea typeface="Aptos"/>
                <a:cs typeface="Aptos"/>
              </a:defRPr>
            </a:lvl8pPr>
            <a:lvl9pPr algn="l">
              <a:defRPr sz="1800" b="0" i="0">
                <a:solidFill>
                  <a:srgbClr val="EAF4F8"/>
                </a:solidFill>
                <a:latin typeface="Aptos"/>
                <a:ea typeface="Aptos"/>
                <a:cs typeface="Aptos"/>
              </a:defRPr>
            </a:lvl9pPr>
          </a:lstStyle>
          <a:p xmlns:a="http://schemas.openxmlformats.org/drawingml/2006/main">
            <a:pPr algn="l">
              <a:defRPr sz="1800" b="0" i="0">
                <a:solidFill>
                  <a:srgbClr val="EAF4F8"/>
                </a:solidFill>
                <a:latin typeface="Aptos"/>
                <a:ea typeface="Aptos"/>
                <a:cs typeface="Aptos"/>
              </a:defRPr>
            </a:pPr>
            <a:r>
              <a:rPr sz="1800" b="0" i="0">
                <a:solidFill>
                  <a:srgbClr val="EAF4F8"/>
                </a:solidFill>
                <a:latin typeface="Aptos"/>
                <a:ea typeface="Aptos"/>
                <a:cs typeface="Aptos"/>
              </a:rPr>
              <a:t>Recorrido simulado con control humano</a:t>
            </a:r>
          </a:p>
        </p:txBody>
      </p:sp>
      <p:sp>
        <p:nvSpPr>
          <p:cNvPr id="5" name="cover-rule">
            <a:extLst xmlns:a="http://schemas.openxmlformats.org/drawingml/2006/main">
              <a:ext uri="{FF2B5EF4-FFF2-40B4-BE49-F238E27FC236}">
                <a16:creationId xmlns:a16="http://schemas.microsoft.com/office/drawing/2014/main" id="{D29B7D60-479A-43E7-BC29-76196EAB8449}"/>
              </a:ext>
            </a:extLst>
          </p:cNvPr>
          <p:cNvSpPr>
            <a:spLocks xmlns:a="http://schemas.openxmlformats.org/drawingml/2006/main" noGrp="1"/>
          </p:cNvSpPr>
          <p:nvPr/>
        </p:nvSpPr>
        <p:spPr>
          <a:xfrm xmlns:a="http://schemas.openxmlformats.org/drawingml/2006/main">
            <a:off x="762000" y="4229100"/>
            <a:ext cx="1428750" cy="5715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6" name="cover-meta">
            <a:extLst xmlns:a="http://schemas.openxmlformats.org/drawingml/2006/main">
              <a:ext uri="{FF2B5EF4-FFF2-40B4-BE49-F238E27FC236}">
                <a16:creationId xmlns:a16="http://schemas.microsoft.com/office/drawing/2014/main" id="{DFC2F06B-37C4-40A1-B33C-AC93F9C2B947}"/>
              </a:ext>
            </a:extLst>
          </p:cNvPr>
          <p:cNvSpPr>
            <a:spLocks xmlns:a="http://schemas.openxmlformats.org/drawingml/2006/main" noGrp="1"/>
          </p:cNvSpPr>
          <p:nvPr/>
        </p:nvSpPr>
        <p:spPr>
          <a:xfrm xmlns:a="http://schemas.openxmlformats.org/drawingml/2006/main">
            <a:off x="762000" y="4552950"/>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FFFFFF"/>
                </a:solidFill>
                <a:latin typeface="Aptos"/>
                <a:ea typeface="Aptos"/>
                <a:cs typeface="Aptos"/>
              </a:defRPr>
            </a:defPPr>
            <a:lvl1pPr algn="l">
              <a:defRPr sz="1200" b="0" i="0">
                <a:solidFill>
                  <a:srgbClr val="FFFFFF"/>
                </a:solidFill>
                <a:latin typeface="Aptos"/>
                <a:ea typeface="Aptos"/>
                <a:cs typeface="Aptos"/>
              </a:defRPr>
            </a:lvl1pPr>
            <a:lvl2pPr algn="l">
              <a:defRPr sz="1200" b="0" i="0">
                <a:solidFill>
                  <a:srgbClr val="FFFFFF"/>
                </a:solidFill>
                <a:latin typeface="Aptos"/>
                <a:ea typeface="Aptos"/>
                <a:cs typeface="Aptos"/>
              </a:defRPr>
            </a:lvl2pPr>
            <a:lvl3pPr algn="l">
              <a:defRPr sz="1200" b="0" i="0">
                <a:solidFill>
                  <a:srgbClr val="FFFFFF"/>
                </a:solidFill>
                <a:latin typeface="Aptos"/>
                <a:ea typeface="Aptos"/>
                <a:cs typeface="Aptos"/>
              </a:defRPr>
            </a:lvl3pPr>
            <a:lvl4pPr algn="l">
              <a:defRPr sz="1200" b="0" i="0">
                <a:solidFill>
                  <a:srgbClr val="FFFFFF"/>
                </a:solidFill>
                <a:latin typeface="Aptos"/>
                <a:ea typeface="Aptos"/>
                <a:cs typeface="Aptos"/>
              </a:defRPr>
            </a:lvl4pPr>
            <a:lvl5pPr algn="l">
              <a:defRPr sz="1200" b="0" i="0">
                <a:solidFill>
                  <a:srgbClr val="FFFFFF"/>
                </a:solidFill>
                <a:latin typeface="Aptos"/>
                <a:ea typeface="Aptos"/>
                <a:cs typeface="Aptos"/>
              </a:defRPr>
            </a:lvl5pPr>
            <a:lvl6pPr algn="l">
              <a:defRPr sz="1200" b="0" i="0">
                <a:solidFill>
                  <a:srgbClr val="FFFFFF"/>
                </a:solidFill>
                <a:latin typeface="Aptos"/>
                <a:ea typeface="Aptos"/>
                <a:cs typeface="Aptos"/>
              </a:defRPr>
            </a:lvl6pPr>
            <a:lvl7pPr algn="l">
              <a:defRPr sz="1200" b="0" i="0">
                <a:solidFill>
                  <a:srgbClr val="FFFFFF"/>
                </a:solidFill>
                <a:latin typeface="Aptos"/>
                <a:ea typeface="Aptos"/>
                <a:cs typeface="Aptos"/>
              </a:defRPr>
            </a:lvl7pPr>
            <a:lvl8pPr algn="l">
              <a:defRPr sz="1200" b="0" i="0">
                <a:solidFill>
                  <a:srgbClr val="FFFFFF"/>
                </a:solidFill>
                <a:latin typeface="Aptos"/>
                <a:ea typeface="Aptos"/>
                <a:cs typeface="Aptos"/>
              </a:defRPr>
            </a:lvl8pPr>
            <a:lvl9pPr algn="l">
              <a:defRPr sz="1200" b="0" i="0">
                <a:solidFill>
                  <a:srgbClr val="FFFFFF"/>
                </a:solidFill>
                <a:latin typeface="Aptos"/>
                <a:ea typeface="Aptos"/>
                <a:cs typeface="Aptos"/>
              </a:defRPr>
            </a:lvl9pPr>
          </a:lstStyle>
          <a:p xmlns:a="http://schemas.openxmlformats.org/drawingml/2006/main">
            <a:pPr algn="l">
              <a:defRPr sz="1200" b="0" i="0">
                <a:solidFill>
                  <a:srgbClr val="FFFFFF"/>
                </a:solidFill>
                <a:latin typeface="Aptos"/>
                <a:ea typeface="Aptos"/>
                <a:cs typeface="Aptos"/>
              </a:defRPr>
            </a:pPr>
            <a:r>
              <a:rPr sz="1200" b="0" i="0">
                <a:solidFill>
                  <a:srgbClr val="FFFFFF"/>
                </a:solidFill>
                <a:latin typeface="Aptos"/>
                <a:ea typeface="Aptos"/>
                <a:cs typeface="Aptos"/>
              </a:rPr>
              <a:t>Video 05  ·  Presentación grabable  ·  v2</a:t>
            </a:r>
          </a:p>
        </p:txBody>
      </p:sp>
      <p:sp>
        <p:nvSpPr>
          <p:cNvPr id="7" name="cover-node-0">
            <a:extLst xmlns:a="http://schemas.openxmlformats.org/drawingml/2006/main">
              <a:ext uri="{FF2B5EF4-FFF2-40B4-BE49-F238E27FC236}">
                <a16:creationId xmlns:a16="http://schemas.microsoft.com/office/drawing/2014/main" id="{B707A09F-918F-4605-A708-6FA58E611306}"/>
              </a:ext>
            </a:extLst>
          </p:cNvPr>
          <p:cNvSpPr>
            <a:spLocks xmlns:a="http://schemas.openxmlformats.org/drawingml/2006/main" noGrp="1"/>
          </p:cNvSpPr>
          <p:nvPr/>
        </p:nvSpPr>
        <p:spPr>
          <a:xfrm xmlns:a="http://schemas.openxmlformats.org/drawingml/2006/main">
            <a:off x="7867650" y="2362200"/>
            <a:ext cx="800100" cy="80010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8" name="cover-node-label-0">
            <a:extLst xmlns:a="http://schemas.openxmlformats.org/drawingml/2006/main">
              <a:ext uri="{FF2B5EF4-FFF2-40B4-BE49-F238E27FC236}">
                <a16:creationId xmlns:a16="http://schemas.microsoft.com/office/drawing/2014/main" id="{9A204316-0334-4B8E-9147-29099762705B}"/>
              </a:ext>
            </a:extLst>
          </p:cNvPr>
          <p:cNvSpPr>
            <a:spLocks xmlns:a="http://schemas.openxmlformats.org/drawingml/2006/main" noGrp="1"/>
          </p:cNvSpPr>
          <p:nvPr/>
        </p:nvSpPr>
        <p:spPr>
          <a:xfrm xmlns:a="http://schemas.openxmlformats.org/drawingml/2006/main">
            <a:off x="7905750" y="2590800"/>
            <a:ext cx="72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ptos"/>
                <a:ea typeface="Aptos"/>
                <a:cs typeface="Aptos"/>
              </a:defRPr>
            </a:defPPr>
            <a:lvl1pPr algn="ctr">
              <a:defRPr sz="900" b="1" i="0">
                <a:solidFill>
                  <a:srgbClr val="FFFFFF"/>
                </a:solidFill>
                <a:latin typeface="Aptos"/>
                <a:ea typeface="Aptos"/>
                <a:cs typeface="Aptos"/>
              </a:defRPr>
            </a:lvl1pPr>
            <a:lvl2pPr algn="ctr">
              <a:defRPr sz="900" b="1" i="0">
                <a:solidFill>
                  <a:srgbClr val="FFFFFF"/>
                </a:solidFill>
                <a:latin typeface="Aptos"/>
                <a:ea typeface="Aptos"/>
                <a:cs typeface="Aptos"/>
              </a:defRPr>
            </a:lvl2pPr>
            <a:lvl3pPr algn="ctr">
              <a:defRPr sz="900" b="1" i="0">
                <a:solidFill>
                  <a:srgbClr val="FFFFFF"/>
                </a:solidFill>
                <a:latin typeface="Aptos"/>
                <a:ea typeface="Aptos"/>
                <a:cs typeface="Aptos"/>
              </a:defRPr>
            </a:lvl3pPr>
            <a:lvl4pPr algn="ctr">
              <a:defRPr sz="900" b="1" i="0">
                <a:solidFill>
                  <a:srgbClr val="FFFFFF"/>
                </a:solidFill>
                <a:latin typeface="Aptos"/>
                <a:ea typeface="Aptos"/>
                <a:cs typeface="Aptos"/>
              </a:defRPr>
            </a:lvl4pPr>
            <a:lvl5pPr algn="ctr">
              <a:defRPr sz="900" b="1" i="0">
                <a:solidFill>
                  <a:srgbClr val="FFFFFF"/>
                </a:solidFill>
                <a:latin typeface="Aptos"/>
                <a:ea typeface="Aptos"/>
                <a:cs typeface="Aptos"/>
              </a:defRPr>
            </a:lvl5pPr>
            <a:lvl6pPr algn="ctr">
              <a:defRPr sz="900" b="1" i="0">
                <a:solidFill>
                  <a:srgbClr val="FFFFFF"/>
                </a:solidFill>
                <a:latin typeface="Aptos"/>
                <a:ea typeface="Aptos"/>
                <a:cs typeface="Aptos"/>
              </a:defRPr>
            </a:lvl6pPr>
            <a:lvl7pPr algn="ctr">
              <a:defRPr sz="900" b="1" i="0">
                <a:solidFill>
                  <a:srgbClr val="FFFFFF"/>
                </a:solidFill>
                <a:latin typeface="Aptos"/>
                <a:ea typeface="Aptos"/>
                <a:cs typeface="Aptos"/>
              </a:defRPr>
            </a:lvl7pPr>
            <a:lvl8pPr algn="ctr">
              <a:defRPr sz="900" b="1" i="0">
                <a:solidFill>
                  <a:srgbClr val="FFFFFF"/>
                </a:solidFill>
                <a:latin typeface="Aptos"/>
                <a:ea typeface="Aptos"/>
                <a:cs typeface="Aptos"/>
              </a:defRPr>
            </a:lvl8pPr>
            <a:lvl9pPr algn="ctr">
              <a:defRPr sz="900" b="1" i="0">
                <a:solidFill>
                  <a:srgbClr val="FFFFFF"/>
                </a:solidFill>
                <a:latin typeface="Aptos"/>
                <a:ea typeface="Aptos"/>
                <a:cs typeface="Aptos"/>
              </a:defRPr>
            </a:lvl9pPr>
          </a:lstStyle>
          <a:p xmlns:a="http://schemas.openxmlformats.org/drawingml/2006/main">
            <a:pPr algn="ctr">
              <a:defRPr sz="900" b="1" i="0">
                <a:solidFill>
                  <a:srgbClr val="FFFFFF"/>
                </a:solidFill>
                <a:latin typeface="Aptos"/>
                <a:ea typeface="Aptos"/>
                <a:cs typeface="Aptos"/>
              </a:defRPr>
            </a:pPr>
            <a:r>
              <a:rPr sz="900" b="1" i="0">
                <a:solidFill>
                  <a:srgbClr val="FFFFFF"/>
                </a:solidFill>
                <a:latin typeface="Aptos"/>
                <a:ea typeface="Aptos"/>
                <a:cs typeface="Aptos"/>
              </a:rPr>
              <a:t>INGRESO</a:t>
            </a:r>
          </a:p>
        </p:txBody>
      </p:sp>
      <p:sp>
        <p:nvSpPr>
          <p:cNvPr id="9" name="cover-link-0">
            <a:extLst xmlns:a="http://schemas.openxmlformats.org/drawingml/2006/main">
              <a:ext uri="{FF2B5EF4-FFF2-40B4-BE49-F238E27FC236}">
                <a16:creationId xmlns:a16="http://schemas.microsoft.com/office/drawing/2014/main" id="{D12ED721-A5B9-4E4F-8E0C-3EAC34F72135}"/>
              </a:ext>
            </a:extLst>
          </p:cNvPr>
          <p:cNvSpPr>
            <a:spLocks xmlns:a="http://schemas.openxmlformats.org/drawingml/2006/main" noGrp="1"/>
          </p:cNvSpPr>
          <p:nvPr/>
        </p:nvSpPr>
        <p:spPr>
          <a:xfrm xmlns:a="http://schemas.openxmlformats.org/drawingml/2006/main">
            <a:off x="8667750" y="2743200"/>
            <a:ext cx="228600" cy="381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 name="cover-node-1">
            <a:extLst xmlns:a="http://schemas.openxmlformats.org/drawingml/2006/main">
              <a:ext uri="{FF2B5EF4-FFF2-40B4-BE49-F238E27FC236}">
                <a16:creationId xmlns:a16="http://schemas.microsoft.com/office/drawing/2014/main" id="{1E402E63-3362-4F0A-AEDD-4925250742EB}"/>
              </a:ext>
            </a:extLst>
          </p:cNvPr>
          <p:cNvSpPr>
            <a:spLocks xmlns:a="http://schemas.openxmlformats.org/drawingml/2006/main" noGrp="1"/>
          </p:cNvSpPr>
          <p:nvPr/>
        </p:nvSpPr>
        <p:spPr>
          <a:xfrm xmlns:a="http://schemas.openxmlformats.org/drawingml/2006/main">
            <a:off x="8896350" y="2362200"/>
            <a:ext cx="800100" cy="800100"/>
          </a:xfrm>
          <a:prstGeom xmlns:a="http://schemas.openxmlformats.org/drawingml/2006/main" prst="ellipse">
            <a:avLst/>
          </a:prstGeom>
          <a:solidFill xmlns:a="http://schemas.openxmlformats.org/drawingml/2006/main">
            <a:srgbClr val="0878A8"/>
          </a:solidFill>
          <a:ln xmlns:a="http://schemas.openxmlformats.org/drawingml/2006/main" w="0">
            <a:noFill/>
            <a:prstDash val="solid"/>
          </a:ln>
        </p:spPr>
      </p:sp>
      <p:sp>
        <p:nvSpPr>
          <p:cNvPr id="11" name="cover-node-label-1">
            <a:extLst xmlns:a="http://schemas.openxmlformats.org/drawingml/2006/main">
              <a:ext uri="{FF2B5EF4-FFF2-40B4-BE49-F238E27FC236}">
                <a16:creationId xmlns:a16="http://schemas.microsoft.com/office/drawing/2014/main" id="{8A1B34BD-5277-4853-85EA-2673C01668F1}"/>
              </a:ext>
            </a:extLst>
          </p:cNvPr>
          <p:cNvSpPr>
            <a:spLocks xmlns:a="http://schemas.openxmlformats.org/drawingml/2006/main" noGrp="1"/>
          </p:cNvSpPr>
          <p:nvPr/>
        </p:nvSpPr>
        <p:spPr>
          <a:xfrm xmlns:a="http://schemas.openxmlformats.org/drawingml/2006/main">
            <a:off x="8934450" y="2590800"/>
            <a:ext cx="72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ptos"/>
                <a:ea typeface="Aptos"/>
                <a:cs typeface="Aptos"/>
              </a:defRPr>
            </a:defPPr>
            <a:lvl1pPr algn="ctr">
              <a:defRPr sz="900" b="1" i="0">
                <a:solidFill>
                  <a:srgbClr val="FFFFFF"/>
                </a:solidFill>
                <a:latin typeface="Aptos"/>
                <a:ea typeface="Aptos"/>
                <a:cs typeface="Aptos"/>
              </a:defRPr>
            </a:lvl1pPr>
            <a:lvl2pPr algn="ctr">
              <a:defRPr sz="900" b="1" i="0">
                <a:solidFill>
                  <a:srgbClr val="FFFFFF"/>
                </a:solidFill>
                <a:latin typeface="Aptos"/>
                <a:ea typeface="Aptos"/>
                <a:cs typeface="Aptos"/>
              </a:defRPr>
            </a:lvl2pPr>
            <a:lvl3pPr algn="ctr">
              <a:defRPr sz="900" b="1" i="0">
                <a:solidFill>
                  <a:srgbClr val="FFFFFF"/>
                </a:solidFill>
                <a:latin typeface="Aptos"/>
                <a:ea typeface="Aptos"/>
                <a:cs typeface="Aptos"/>
              </a:defRPr>
            </a:lvl3pPr>
            <a:lvl4pPr algn="ctr">
              <a:defRPr sz="900" b="1" i="0">
                <a:solidFill>
                  <a:srgbClr val="FFFFFF"/>
                </a:solidFill>
                <a:latin typeface="Aptos"/>
                <a:ea typeface="Aptos"/>
                <a:cs typeface="Aptos"/>
              </a:defRPr>
            </a:lvl4pPr>
            <a:lvl5pPr algn="ctr">
              <a:defRPr sz="900" b="1" i="0">
                <a:solidFill>
                  <a:srgbClr val="FFFFFF"/>
                </a:solidFill>
                <a:latin typeface="Aptos"/>
                <a:ea typeface="Aptos"/>
                <a:cs typeface="Aptos"/>
              </a:defRPr>
            </a:lvl5pPr>
            <a:lvl6pPr algn="ctr">
              <a:defRPr sz="900" b="1" i="0">
                <a:solidFill>
                  <a:srgbClr val="FFFFFF"/>
                </a:solidFill>
                <a:latin typeface="Aptos"/>
                <a:ea typeface="Aptos"/>
                <a:cs typeface="Aptos"/>
              </a:defRPr>
            </a:lvl6pPr>
            <a:lvl7pPr algn="ctr">
              <a:defRPr sz="900" b="1" i="0">
                <a:solidFill>
                  <a:srgbClr val="FFFFFF"/>
                </a:solidFill>
                <a:latin typeface="Aptos"/>
                <a:ea typeface="Aptos"/>
                <a:cs typeface="Aptos"/>
              </a:defRPr>
            </a:lvl7pPr>
            <a:lvl8pPr algn="ctr">
              <a:defRPr sz="900" b="1" i="0">
                <a:solidFill>
                  <a:srgbClr val="FFFFFF"/>
                </a:solidFill>
                <a:latin typeface="Aptos"/>
                <a:ea typeface="Aptos"/>
                <a:cs typeface="Aptos"/>
              </a:defRPr>
            </a:lvl8pPr>
            <a:lvl9pPr algn="ctr">
              <a:defRPr sz="900" b="1" i="0">
                <a:solidFill>
                  <a:srgbClr val="FFFFFF"/>
                </a:solidFill>
                <a:latin typeface="Aptos"/>
                <a:ea typeface="Aptos"/>
                <a:cs typeface="Aptos"/>
              </a:defRPr>
            </a:lvl9pPr>
          </a:lstStyle>
          <a:p xmlns:a="http://schemas.openxmlformats.org/drawingml/2006/main">
            <a:pPr algn="ctr">
              <a:defRPr sz="900" b="1" i="0">
                <a:solidFill>
                  <a:srgbClr val="FFFFFF"/>
                </a:solidFill>
                <a:latin typeface="Aptos"/>
                <a:ea typeface="Aptos"/>
                <a:cs typeface="Aptos"/>
              </a:defRPr>
            </a:pPr>
            <a:r>
              <a:rPr sz="900" b="1" i="0">
                <a:solidFill>
                  <a:srgbClr val="FFFFFF"/>
                </a:solidFill>
                <a:latin typeface="Aptos"/>
                <a:ea typeface="Aptos"/>
                <a:cs typeface="Aptos"/>
              </a:rPr>
              <a:t>CONFIRMA</a:t>
            </a:r>
          </a:p>
        </p:txBody>
      </p:sp>
      <p:sp>
        <p:nvSpPr>
          <p:cNvPr id="12" name="cover-link-1">
            <a:extLst xmlns:a="http://schemas.openxmlformats.org/drawingml/2006/main">
              <a:ext uri="{FF2B5EF4-FFF2-40B4-BE49-F238E27FC236}">
                <a16:creationId xmlns:a16="http://schemas.microsoft.com/office/drawing/2014/main" id="{867F6DA1-E280-4AAF-9506-B7C7D95705C7}"/>
              </a:ext>
            </a:extLst>
          </p:cNvPr>
          <p:cNvSpPr>
            <a:spLocks xmlns:a="http://schemas.openxmlformats.org/drawingml/2006/main" noGrp="1"/>
          </p:cNvSpPr>
          <p:nvPr/>
        </p:nvSpPr>
        <p:spPr>
          <a:xfrm xmlns:a="http://schemas.openxmlformats.org/drawingml/2006/main">
            <a:off x="9696450" y="2743200"/>
            <a:ext cx="228600" cy="381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 name="cover-node-2">
            <a:extLst xmlns:a="http://schemas.openxmlformats.org/drawingml/2006/main">
              <a:ext uri="{FF2B5EF4-FFF2-40B4-BE49-F238E27FC236}">
                <a16:creationId xmlns:a16="http://schemas.microsoft.com/office/drawing/2014/main" id="{1E331449-D603-4DCF-B890-724E7707B7D1}"/>
              </a:ext>
            </a:extLst>
          </p:cNvPr>
          <p:cNvSpPr>
            <a:spLocks xmlns:a="http://schemas.openxmlformats.org/drawingml/2006/main" noGrp="1"/>
          </p:cNvSpPr>
          <p:nvPr/>
        </p:nvSpPr>
        <p:spPr>
          <a:xfrm xmlns:a="http://schemas.openxmlformats.org/drawingml/2006/main">
            <a:off x="9925050" y="2362200"/>
            <a:ext cx="800100" cy="80010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4" name="cover-node-label-2">
            <a:extLst xmlns:a="http://schemas.openxmlformats.org/drawingml/2006/main">
              <a:ext uri="{FF2B5EF4-FFF2-40B4-BE49-F238E27FC236}">
                <a16:creationId xmlns:a16="http://schemas.microsoft.com/office/drawing/2014/main" id="{A60555EE-D515-40C6-8CA8-4505DCA647BA}"/>
              </a:ext>
            </a:extLst>
          </p:cNvPr>
          <p:cNvSpPr>
            <a:spLocks xmlns:a="http://schemas.openxmlformats.org/drawingml/2006/main" noGrp="1"/>
          </p:cNvSpPr>
          <p:nvPr/>
        </p:nvSpPr>
        <p:spPr>
          <a:xfrm xmlns:a="http://schemas.openxmlformats.org/drawingml/2006/main">
            <a:off x="9963150" y="2590800"/>
            <a:ext cx="72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ptos"/>
                <a:ea typeface="Aptos"/>
                <a:cs typeface="Aptos"/>
              </a:defRPr>
            </a:defPPr>
            <a:lvl1pPr algn="ctr">
              <a:defRPr sz="900" b="1" i="0">
                <a:solidFill>
                  <a:srgbClr val="FFFFFF"/>
                </a:solidFill>
                <a:latin typeface="Aptos"/>
                <a:ea typeface="Aptos"/>
                <a:cs typeface="Aptos"/>
              </a:defRPr>
            </a:lvl1pPr>
            <a:lvl2pPr algn="ctr">
              <a:defRPr sz="900" b="1" i="0">
                <a:solidFill>
                  <a:srgbClr val="FFFFFF"/>
                </a:solidFill>
                <a:latin typeface="Aptos"/>
                <a:ea typeface="Aptos"/>
                <a:cs typeface="Aptos"/>
              </a:defRPr>
            </a:lvl2pPr>
            <a:lvl3pPr algn="ctr">
              <a:defRPr sz="900" b="1" i="0">
                <a:solidFill>
                  <a:srgbClr val="FFFFFF"/>
                </a:solidFill>
                <a:latin typeface="Aptos"/>
                <a:ea typeface="Aptos"/>
                <a:cs typeface="Aptos"/>
              </a:defRPr>
            </a:lvl3pPr>
            <a:lvl4pPr algn="ctr">
              <a:defRPr sz="900" b="1" i="0">
                <a:solidFill>
                  <a:srgbClr val="FFFFFF"/>
                </a:solidFill>
                <a:latin typeface="Aptos"/>
                <a:ea typeface="Aptos"/>
                <a:cs typeface="Aptos"/>
              </a:defRPr>
            </a:lvl4pPr>
            <a:lvl5pPr algn="ctr">
              <a:defRPr sz="900" b="1" i="0">
                <a:solidFill>
                  <a:srgbClr val="FFFFFF"/>
                </a:solidFill>
                <a:latin typeface="Aptos"/>
                <a:ea typeface="Aptos"/>
                <a:cs typeface="Aptos"/>
              </a:defRPr>
            </a:lvl5pPr>
            <a:lvl6pPr algn="ctr">
              <a:defRPr sz="900" b="1" i="0">
                <a:solidFill>
                  <a:srgbClr val="FFFFFF"/>
                </a:solidFill>
                <a:latin typeface="Aptos"/>
                <a:ea typeface="Aptos"/>
                <a:cs typeface="Aptos"/>
              </a:defRPr>
            </a:lvl6pPr>
            <a:lvl7pPr algn="ctr">
              <a:defRPr sz="900" b="1" i="0">
                <a:solidFill>
                  <a:srgbClr val="FFFFFF"/>
                </a:solidFill>
                <a:latin typeface="Aptos"/>
                <a:ea typeface="Aptos"/>
                <a:cs typeface="Aptos"/>
              </a:defRPr>
            </a:lvl7pPr>
            <a:lvl8pPr algn="ctr">
              <a:defRPr sz="900" b="1" i="0">
                <a:solidFill>
                  <a:srgbClr val="FFFFFF"/>
                </a:solidFill>
                <a:latin typeface="Aptos"/>
                <a:ea typeface="Aptos"/>
                <a:cs typeface="Aptos"/>
              </a:defRPr>
            </a:lvl8pPr>
            <a:lvl9pPr algn="ctr">
              <a:defRPr sz="900" b="1" i="0">
                <a:solidFill>
                  <a:srgbClr val="FFFFFF"/>
                </a:solidFill>
                <a:latin typeface="Aptos"/>
                <a:ea typeface="Aptos"/>
                <a:cs typeface="Aptos"/>
              </a:defRPr>
            </a:lvl9pPr>
          </a:lstStyle>
          <a:p xmlns:a="http://schemas.openxmlformats.org/drawingml/2006/main">
            <a:pPr algn="ctr">
              <a:defRPr sz="900" b="1" i="0">
                <a:solidFill>
                  <a:srgbClr val="FFFFFF"/>
                </a:solidFill>
                <a:latin typeface="Aptos"/>
                <a:ea typeface="Aptos"/>
                <a:cs typeface="Aptos"/>
              </a:defRPr>
            </a:pPr>
            <a:r>
              <a:rPr sz="900" b="1" i="0">
                <a:solidFill>
                  <a:srgbClr val="FFFFFF"/>
                </a:solidFill>
                <a:latin typeface="Aptos"/>
                <a:ea typeface="Aptos"/>
                <a:cs typeface="Aptos"/>
              </a:rPr>
              <a:t>SEGUIMIENTO</a:t>
            </a:r>
          </a:p>
        </p:txBody>
      </p:sp>
      <p:sp>
        <p:nvSpPr>
          <p:cNvPr id="15" name="cover-link-2">
            <a:extLst xmlns:a="http://schemas.openxmlformats.org/drawingml/2006/main">
              <a:ext uri="{FF2B5EF4-FFF2-40B4-BE49-F238E27FC236}">
                <a16:creationId xmlns:a16="http://schemas.microsoft.com/office/drawing/2014/main" id="{B6118830-9D17-47D8-90D8-679EC13E031B}"/>
              </a:ext>
            </a:extLst>
          </p:cNvPr>
          <p:cNvSpPr>
            <a:spLocks xmlns:a="http://schemas.openxmlformats.org/drawingml/2006/main" noGrp="1"/>
          </p:cNvSpPr>
          <p:nvPr/>
        </p:nvSpPr>
        <p:spPr>
          <a:xfrm xmlns:a="http://schemas.openxmlformats.org/drawingml/2006/main">
            <a:off x="10725150" y="2743200"/>
            <a:ext cx="228600" cy="381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cover-node-3">
            <a:extLst xmlns:a="http://schemas.openxmlformats.org/drawingml/2006/main">
              <a:ext uri="{FF2B5EF4-FFF2-40B4-BE49-F238E27FC236}">
                <a16:creationId xmlns:a16="http://schemas.microsoft.com/office/drawing/2014/main" id="{D0BC08A3-F40E-4D6C-ABB7-C79F7A70A298}"/>
              </a:ext>
            </a:extLst>
          </p:cNvPr>
          <p:cNvSpPr>
            <a:spLocks xmlns:a="http://schemas.openxmlformats.org/drawingml/2006/main" noGrp="1"/>
          </p:cNvSpPr>
          <p:nvPr/>
        </p:nvSpPr>
        <p:spPr>
          <a:xfrm xmlns:a="http://schemas.openxmlformats.org/drawingml/2006/main">
            <a:off x="10953750" y="2362200"/>
            <a:ext cx="800100" cy="800100"/>
          </a:xfrm>
          <a:prstGeom xmlns:a="http://schemas.openxmlformats.org/drawingml/2006/main" prst="ellipse">
            <a:avLst/>
          </a:prstGeom>
          <a:solidFill xmlns:a="http://schemas.openxmlformats.org/drawingml/2006/main">
            <a:srgbClr val="4A8F77"/>
          </a:solidFill>
          <a:ln xmlns:a="http://schemas.openxmlformats.org/drawingml/2006/main" w="0">
            <a:noFill/>
            <a:prstDash val="solid"/>
          </a:ln>
        </p:spPr>
      </p:sp>
      <p:sp>
        <p:nvSpPr>
          <p:cNvPr id="17" name="cover-node-label-3">
            <a:extLst xmlns:a="http://schemas.openxmlformats.org/drawingml/2006/main">
              <a:ext uri="{FF2B5EF4-FFF2-40B4-BE49-F238E27FC236}">
                <a16:creationId xmlns:a16="http://schemas.microsoft.com/office/drawing/2014/main" id="{AD7BC835-AB8D-4F85-8271-2F6C1E400612}"/>
              </a:ext>
            </a:extLst>
          </p:cNvPr>
          <p:cNvSpPr>
            <a:spLocks xmlns:a="http://schemas.openxmlformats.org/drawingml/2006/main" noGrp="1"/>
          </p:cNvSpPr>
          <p:nvPr/>
        </p:nvSpPr>
        <p:spPr>
          <a:xfrm xmlns:a="http://schemas.openxmlformats.org/drawingml/2006/main">
            <a:off x="10991850" y="2590800"/>
            <a:ext cx="72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ptos"/>
                <a:ea typeface="Aptos"/>
                <a:cs typeface="Aptos"/>
              </a:defRPr>
            </a:defPPr>
            <a:lvl1pPr algn="ctr">
              <a:defRPr sz="900" b="1" i="0">
                <a:solidFill>
                  <a:srgbClr val="FFFFFF"/>
                </a:solidFill>
                <a:latin typeface="Aptos"/>
                <a:ea typeface="Aptos"/>
                <a:cs typeface="Aptos"/>
              </a:defRPr>
            </a:lvl1pPr>
            <a:lvl2pPr algn="ctr">
              <a:defRPr sz="900" b="1" i="0">
                <a:solidFill>
                  <a:srgbClr val="FFFFFF"/>
                </a:solidFill>
                <a:latin typeface="Aptos"/>
                <a:ea typeface="Aptos"/>
                <a:cs typeface="Aptos"/>
              </a:defRPr>
            </a:lvl2pPr>
            <a:lvl3pPr algn="ctr">
              <a:defRPr sz="900" b="1" i="0">
                <a:solidFill>
                  <a:srgbClr val="FFFFFF"/>
                </a:solidFill>
                <a:latin typeface="Aptos"/>
                <a:ea typeface="Aptos"/>
                <a:cs typeface="Aptos"/>
              </a:defRPr>
            </a:lvl3pPr>
            <a:lvl4pPr algn="ctr">
              <a:defRPr sz="900" b="1" i="0">
                <a:solidFill>
                  <a:srgbClr val="FFFFFF"/>
                </a:solidFill>
                <a:latin typeface="Aptos"/>
                <a:ea typeface="Aptos"/>
                <a:cs typeface="Aptos"/>
              </a:defRPr>
            </a:lvl4pPr>
            <a:lvl5pPr algn="ctr">
              <a:defRPr sz="900" b="1" i="0">
                <a:solidFill>
                  <a:srgbClr val="FFFFFF"/>
                </a:solidFill>
                <a:latin typeface="Aptos"/>
                <a:ea typeface="Aptos"/>
                <a:cs typeface="Aptos"/>
              </a:defRPr>
            </a:lvl5pPr>
            <a:lvl6pPr algn="ctr">
              <a:defRPr sz="900" b="1" i="0">
                <a:solidFill>
                  <a:srgbClr val="FFFFFF"/>
                </a:solidFill>
                <a:latin typeface="Aptos"/>
                <a:ea typeface="Aptos"/>
                <a:cs typeface="Aptos"/>
              </a:defRPr>
            </a:lvl6pPr>
            <a:lvl7pPr algn="ctr">
              <a:defRPr sz="900" b="1" i="0">
                <a:solidFill>
                  <a:srgbClr val="FFFFFF"/>
                </a:solidFill>
                <a:latin typeface="Aptos"/>
                <a:ea typeface="Aptos"/>
                <a:cs typeface="Aptos"/>
              </a:defRPr>
            </a:lvl7pPr>
            <a:lvl8pPr algn="ctr">
              <a:defRPr sz="900" b="1" i="0">
                <a:solidFill>
                  <a:srgbClr val="FFFFFF"/>
                </a:solidFill>
                <a:latin typeface="Aptos"/>
                <a:ea typeface="Aptos"/>
                <a:cs typeface="Aptos"/>
              </a:defRPr>
            </a:lvl8pPr>
            <a:lvl9pPr algn="ctr">
              <a:defRPr sz="900" b="1" i="0">
                <a:solidFill>
                  <a:srgbClr val="FFFFFF"/>
                </a:solidFill>
                <a:latin typeface="Aptos"/>
                <a:ea typeface="Aptos"/>
                <a:cs typeface="Aptos"/>
              </a:defRPr>
            </a:lvl9pPr>
          </a:lstStyle>
          <a:p xmlns:a="http://schemas.openxmlformats.org/drawingml/2006/main">
            <a:pPr algn="ctr">
              <a:defRPr sz="900" b="1" i="0">
                <a:solidFill>
                  <a:srgbClr val="FFFFFF"/>
                </a:solidFill>
                <a:latin typeface="Aptos"/>
                <a:ea typeface="Aptos"/>
                <a:cs typeface="Aptos"/>
              </a:defRPr>
            </a:pPr>
            <a:r>
              <a:rPr sz="900" b="1" i="0">
                <a:solidFill>
                  <a:srgbClr val="FFFFFF"/>
                </a:solidFill>
                <a:latin typeface="Aptos"/>
                <a:ea typeface="Aptos"/>
                <a:cs typeface="Aptos"/>
              </a:rPr>
              <a:t>PERSONA</a:t>
            </a:r>
          </a:p>
        </p:txBody>
      </p:sp>
      <p:sp>
        <p:nvSpPr>
          <p:cNvPr id="18" name="cover-limit-box">
            <a:extLst xmlns:a="http://schemas.openxmlformats.org/drawingml/2006/main">
              <a:ext uri="{FF2B5EF4-FFF2-40B4-BE49-F238E27FC236}">
                <a16:creationId xmlns:a16="http://schemas.microsoft.com/office/drawing/2014/main" id="{BEFD4CF6-70F8-4543-BD57-7BACBF8F7F6C}"/>
              </a:ext>
            </a:extLst>
          </p:cNvPr>
          <p:cNvSpPr>
            <a:spLocks xmlns:a="http://schemas.openxmlformats.org/drawingml/2006/main" noGrp="1"/>
          </p:cNvSpPr>
          <p:nvPr/>
        </p:nvSpPr>
        <p:spPr>
          <a:xfrm xmlns:a="http://schemas.openxmlformats.org/drawingml/2006/main">
            <a:off x="8382000" y="3790950"/>
            <a:ext cx="2552700" cy="361950"/>
          </a:xfrm>
          <a:prstGeom xmlns:a="http://schemas.openxmlformats.org/drawingml/2006/main" prst="roundRect">
            <a:avLst>
              <a:gd name="adj" fmla="val 21053"/>
            </a:avLst>
          </a:prstGeom>
          <a:solidFill xmlns:a="http://schemas.openxmlformats.org/drawingml/2006/main">
            <a:srgbClr val="A94A4A"/>
          </a:solidFill>
          <a:ln xmlns:a="http://schemas.openxmlformats.org/drawingml/2006/main" w="0">
            <a:noFill/>
            <a:prstDash val="solid"/>
          </a:ln>
        </p:spPr>
      </p:sp>
      <p:sp>
        <p:nvSpPr>
          <p:cNvPr id="19" name="cover-limit-text">
            <a:extLst xmlns:a="http://schemas.openxmlformats.org/drawingml/2006/main">
              <a:ext uri="{FF2B5EF4-FFF2-40B4-BE49-F238E27FC236}">
                <a16:creationId xmlns:a16="http://schemas.microsoft.com/office/drawing/2014/main" id="{0B0FBC72-2609-4958-B68F-AF423E548AA6}"/>
              </a:ext>
            </a:extLst>
          </p:cNvPr>
          <p:cNvSpPr>
            <a:spLocks xmlns:a="http://schemas.openxmlformats.org/drawingml/2006/main" noGrp="1"/>
          </p:cNvSpPr>
          <p:nvPr/>
        </p:nvSpPr>
        <p:spPr>
          <a:xfrm xmlns:a="http://schemas.openxmlformats.org/drawingml/2006/main">
            <a:off x="8496300" y="3857625"/>
            <a:ext cx="2324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SIMULACIÓN · SIN ENVÍOS</a:t>
            </a:r>
          </a:p>
        </p:txBody>
      </p:sp>
    </p:spTree>
    <p:extLst>
      <p:ext uri="{BB962C8B-B14F-4D97-AF65-F5344CB8AC3E}">
        <p14:creationId xmlns:p14="http://schemas.microsoft.com/office/powerpoint/2010/main" val="31162201"/>
      </p:ext>
    </p:extLst>
  </p:cSld>
</p:sld>
</file>

<file path=ppt/slides/slide2.xml><?xml version="1.0" encoding="utf-8"?>
<p:sld xmlns:p="http://schemas.openxmlformats.org/presentationml/2006/main">
  <p:cSld>
    <p:bg>
      <p:bgPr>
        <a:solidFill xmlns:a="http://schemas.openxmlformats.org/drawingml/2006/main">
          <a:srgbClr val="F5F9FB"/>
        </a:solidFill>
      </p:bgPr>
    </p:bg>
    <p:spTree>
      <p:nvGrpSpPr>
        <p:cNvPr id="1" name=""/>
        <p:cNvGrpSpPr/>
        <p:nvPr/>
      </p:nvGrpSpPr>
      <p:grpSpPr>
        <a:xfrm xmlns:a="http://schemas.openxmlformats.org/drawingml/2006/main"/>
      </p:grpSpPr>
      <p:sp>
        <p:nvSpPr>
          <p:cNvPr id="9" name="title-2">
            <a:extLst xmlns:a="http://schemas.openxmlformats.org/drawingml/2006/main">
              <a:ext uri="{FF2B5EF4-FFF2-40B4-BE49-F238E27FC236}">
                <a16:creationId xmlns:a16="http://schemas.microsoft.com/office/drawing/2014/main" id="{89739CEF-7F22-4A17-B60B-5B784D2F88CC}"/>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Nueve campos del recorrido</a:t>
            </a:r>
          </a:p>
        </p:txBody>
      </p:sp>
      <p:sp>
        <p:nvSpPr>
          <p:cNvPr id="2" name="title-rule-2">
            <a:extLst xmlns:a="http://schemas.openxmlformats.org/drawingml/2006/main">
              <a:ext uri="{FF2B5EF4-FFF2-40B4-BE49-F238E27FC236}">
                <a16:creationId xmlns:a16="http://schemas.microsoft.com/office/drawing/2014/main" id="{48990554-6CF4-4FD3-9C58-BDCC0788E3F6}"/>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2">
            <a:extLst xmlns:a="http://schemas.openxmlformats.org/drawingml/2006/main">
              <a:ext uri="{FF2B5EF4-FFF2-40B4-BE49-F238E27FC236}">
                <a16:creationId xmlns:a16="http://schemas.microsoft.com/office/drawing/2014/main" id="{7BF75BCD-4BC2-4CD2-9B2E-0EDB17A7F1E7}"/>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La fila Ingreso usa nombre, contacto e interés ficticios.</a:t>
            </a:r>
          </a:p>
        </p:txBody>
      </p:sp>
      <p:graphicFrame>
        <p:nvGraphicFramePr>
          <p:cNvPr id="4" name="">
            <a:extLst xmlns:a="http://schemas.openxmlformats.org/drawingml/2006/main">
              <a:ext uri="{FF2B5EF4-FFF2-40B4-BE49-F238E27FC236}">
                <a16:creationId xmlns:a16="http://schemas.microsoft.com/office/drawing/2014/main" id="{2DDD7DE1-A2FD-4AF5-A622-21EB0EE8152F}"/>
              </a:ext>
            </a:extLst>
          </p:cNvPr>
          <p:cNvGraphicFramePr/>
          <p:nvPr/>
        </p:nvGraphicFramePr>
        <p:xfrm>
          <a:off xmlns:a="http://schemas.openxmlformats.org/drawingml/2006/main" x="723900" y="2095500"/>
          <a:ext xmlns:a="http://schemas.openxmlformats.org/drawingml/2006/main" cx="10744200" cy="3143250"/>
        </p:xfrm>
        <a:graphic xmlns:a="http://schemas.openxmlformats.org/drawingml/2006/main">
          <a:graphicData uri="http://schemas.openxmlformats.org/drawingml/2006/table">
            <a:tbl>
              <a:tblPr/>
              <a:tblGrid>
                <a:gridCol w="838200"/>
                <a:gridCol w="4533900"/>
                <a:gridCol w="838200"/>
                <a:gridCol w="4533900"/>
              </a:tblGrid>
              <a:tr h="523875">
                <a:tc>
                  <a:txBody>
                    <a:bodyPr/>
                    <a:lstStyle/>
                    <a:p>
                      <a:pPr algn="ctr"/>
                      <a:r>
                        <a:rPr sz="1275" b="1">
                          <a:solidFill>
                            <a:srgbClr val="FFFFFF"/>
                          </a:solidFill>
                          <a:latin typeface="Aptos"/>
                          <a:ea typeface="Aptos"/>
                          <a:cs typeface="Aptos"/>
                        </a:rPr>
                        <a:t>Nº</a:t>
                      </a:r>
                    </a:p>
                  </a:txBody>
                  <a:tcPr marL="91440" marR="91440" marT="45720" marB="45720">
                    <a:lnL w="9525">
                      <a:solidFill>
                        <a:srgbClr val="EAF4F8"/>
                      </a:solidFill>
                      <a:prstDash val="solid"/>
                    </a:lnL>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75" b="1">
                          <a:solidFill>
                            <a:srgbClr val="FFFFFF"/>
                          </a:solidFill>
                          <a:latin typeface="Aptos"/>
                          <a:ea typeface="Aptos"/>
                          <a:cs typeface="Aptos"/>
                        </a:rPr>
                        <a:t>Campo</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75" b="1">
                          <a:solidFill>
                            <a:srgbClr val="FFFFFF"/>
                          </a:solidFill>
                          <a:latin typeface="Aptos"/>
                          <a:ea typeface="Aptos"/>
                          <a:cs typeface="Aptos"/>
                        </a:rPr>
                        <a:t>Nº</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75" b="1">
                          <a:solidFill>
                            <a:srgbClr val="FFFFFF"/>
                          </a:solidFill>
                          <a:latin typeface="Aptos"/>
                          <a:ea typeface="Aptos"/>
                          <a:cs typeface="Aptos"/>
                        </a:rPr>
                        <a:t>Campo</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r>
              <a:tr h="523875">
                <a:tc>
                  <a:txBody>
                    <a:bodyPr/>
                    <a:lstStyle/>
                    <a:p>
                      <a:pPr algn="ctr"/>
                      <a:r>
                        <a:rPr sz="1350" b="1">
                          <a:solidFill>
                            <a:srgbClr val="003366"/>
                          </a:solidFill>
                          <a:latin typeface="Aptos"/>
                          <a:ea typeface="Aptos"/>
                          <a:cs typeface="Aptos"/>
                        </a:rPr>
                        <a:t>1</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Momento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6</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Consentimiento</a:t>
                      </a:r>
                    </a:p>
                  </a:txBody>
                  <a:tcPr marL="91440" marR="91440" marT="45720" marB="45720">
                    <a:lnR w="9525">
                      <a:solidFill>
                        <a:srgbClr val="EAF4F8"/>
                      </a:solidFill>
                      <a:prstDash val="solid"/>
                    </a:lnR>
                    <a:lnB w="9525">
                      <a:solidFill>
                        <a:srgbClr val="EAF4F8"/>
                      </a:solidFill>
                      <a:prstDash val="solid"/>
                    </a:lnB>
                    <a:solidFill>
                      <a:srgbClr val="FFFFFF"/>
                    </a:solidFill>
                  </a:tcPr>
                </a:tc>
              </a:tr>
              <a:tr h="523875">
                <a:tc>
                  <a:txBody>
                    <a:bodyPr/>
                    <a:lstStyle/>
                    <a:p>
                      <a:pPr algn="ctr"/>
                      <a:r>
                        <a:rPr sz="1350" b="1">
                          <a:solidFill>
                            <a:srgbClr val="003366"/>
                          </a:solidFill>
                          <a:latin typeface="Aptos"/>
                          <a:ea typeface="Aptos"/>
                          <a:cs typeface="Aptos"/>
                        </a:rPr>
                        <a:t>2</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Canal</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7</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Espera</a:t>
                      </a:r>
                    </a:p>
                  </a:txBody>
                  <a:tcPr marL="91440" marR="91440" marT="45720" marB="45720">
                    <a:lnR w="9525">
                      <a:solidFill>
                        <a:srgbClr val="EAF4F8"/>
                      </a:solidFill>
                      <a:prstDash val="solid"/>
                    </a:lnR>
                    <a:lnB w="9525">
                      <a:solidFill>
                        <a:srgbClr val="EAF4F8"/>
                      </a:solidFill>
                      <a:prstDash val="solid"/>
                    </a:lnB>
                    <a:solidFill>
                      <a:srgbClr val="FFFFFF"/>
                    </a:solidFill>
                  </a:tcPr>
                </a:tc>
              </a:tr>
              <a:tr h="523875">
                <a:tc>
                  <a:txBody>
                    <a:bodyPr/>
                    <a:lstStyle/>
                    <a:p>
                      <a:pPr algn="ctr"/>
                      <a:r>
                        <a:rPr sz="1350" b="1">
                          <a:solidFill>
                            <a:srgbClr val="003366"/>
                          </a:solidFill>
                          <a:latin typeface="Aptos"/>
                          <a:ea typeface="Aptos"/>
                          <a:cs typeface="Aptos"/>
                        </a:rPr>
                        <a:t>3</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Objetivo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8</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Condición de salida</a:t>
                      </a:r>
                    </a:p>
                  </a:txBody>
                  <a:tcPr marL="91440" marR="91440" marT="45720" marB="45720">
                    <a:lnR w="9525">
                      <a:solidFill>
                        <a:srgbClr val="EAF4F8"/>
                      </a:solidFill>
                      <a:prstDash val="solid"/>
                    </a:lnR>
                    <a:lnB w="9525">
                      <a:solidFill>
                        <a:srgbClr val="EAF4F8"/>
                      </a:solidFill>
                      <a:prstDash val="solid"/>
                    </a:lnB>
                    <a:solidFill>
                      <a:srgbClr val="FFFFFF"/>
                    </a:solidFill>
                  </a:tcPr>
                </a:tc>
              </a:tr>
              <a:tr h="523875">
                <a:tc>
                  <a:txBody>
                    <a:bodyPr/>
                    <a:lstStyle/>
                    <a:p>
                      <a:pPr algn="ctr"/>
                      <a:r>
                        <a:rPr sz="1350" b="1">
                          <a:solidFill>
                            <a:srgbClr val="003366"/>
                          </a:solidFill>
                          <a:latin typeface="Aptos"/>
                          <a:ea typeface="Aptos"/>
                          <a:cs typeface="Aptos"/>
                        </a:rPr>
                        <a:t>4</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Mensaje / acción</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9</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Responsable</a:t>
                      </a:r>
                    </a:p>
                  </a:txBody>
                  <a:tcPr marL="91440" marR="91440" marT="45720" marB="45720">
                    <a:lnR w="9525">
                      <a:solidFill>
                        <a:srgbClr val="EAF4F8"/>
                      </a:solidFill>
                      <a:prstDash val="solid"/>
                    </a:lnR>
                    <a:lnB w="9525">
                      <a:solidFill>
                        <a:srgbClr val="EAF4F8"/>
                      </a:solidFill>
                      <a:prstDash val="solid"/>
                    </a:lnB>
                    <a:solidFill>
                      <a:srgbClr val="FFFFFF"/>
                    </a:solidFill>
                  </a:tcPr>
                </a:tc>
              </a:tr>
              <a:tr h="523875">
                <a:tc>
                  <a:txBody>
                    <a:bodyPr/>
                    <a:lstStyle/>
                    <a:p>
                      <a:pPr algn="ctr"/>
                      <a:r>
                        <a:rPr sz="1350" b="1">
                          <a:solidFill>
                            <a:srgbClr val="003366"/>
                          </a:solidFill>
                          <a:latin typeface="Aptos"/>
                          <a:ea typeface="Aptos"/>
                          <a:cs typeface="Aptos"/>
                        </a:rPr>
                        <a:t>5</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Dato mínimo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
                      </a:r>
                    </a:p>
                  </a:txBody>
                  <a:tcPr marL="91440" marR="91440" marT="45720" marB="45720">
                    <a:lnR w="9525">
                      <a:solidFill>
                        <a:srgbClr val="EAF4F8"/>
                      </a:solidFill>
                      <a:prstDash val="solid"/>
                    </a:lnR>
                    <a:lnB w="9525">
                      <a:solidFill>
                        <a:srgbClr val="EAF4F8"/>
                      </a:solidFill>
                      <a:prstDash val="solid"/>
                    </a:lnB>
                    <a:solidFill>
                      <a:srgbClr val="FFFFFF"/>
                    </a:solidFill>
                  </a:tcPr>
                </a:tc>
              </a:tr>
            </a:tbl>
          </a:graphicData>
        </a:graphic>
      </p:graphicFrame>
      <p:sp>
        <p:nvSpPr>
          <p:cNvPr id="5" name="minimum-data-box">
            <a:extLst xmlns:a="http://schemas.openxmlformats.org/drawingml/2006/main">
              <a:ext uri="{FF2B5EF4-FFF2-40B4-BE49-F238E27FC236}">
                <a16:creationId xmlns:a16="http://schemas.microsoft.com/office/drawing/2014/main" id="{672092ED-679C-4039-BAFD-41009B886AE9}"/>
              </a:ext>
            </a:extLst>
          </p:cNvPr>
          <p:cNvSpPr>
            <a:spLocks xmlns:a="http://schemas.openxmlformats.org/drawingml/2006/main" noGrp="1"/>
          </p:cNvSpPr>
          <p:nvPr/>
        </p:nvSpPr>
        <p:spPr>
          <a:xfrm xmlns:a="http://schemas.openxmlformats.org/drawingml/2006/main">
            <a:off x="2952750" y="5562600"/>
            <a:ext cx="6286500" cy="361950"/>
          </a:xfrm>
          <a:prstGeom xmlns:a="http://schemas.openxmlformats.org/drawingml/2006/main" prst="roundRect">
            <a:avLst>
              <a:gd name="adj" fmla="val 21053"/>
            </a:avLst>
          </a:prstGeom>
          <a:solidFill xmlns:a="http://schemas.openxmlformats.org/drawingml/2006/main">
            <a:srgbClr val="003366"/>
          </a:solidFill>
          <a:ln xmlns:a="http://schemas.openxmlformats.org/drawingml/2006/main" w="0">
            <a:noFill/>
            <a:prstDash val="solid"/>
          </a:ln>
        </p:spPr>
      </p:sp>
      <p:sp>
        <p:nvSpPr>
          <p:cNvPr id="6" name="minimum-data-text">
            <a:extLst xmlns:a="http://schemas.openxmlformats.org/drawingml/2006/main">
              <a:ext uri="{FF2B5EF4-FFF2-40B4-BE49-F238E27FC236}">
                <a16:creationId xmlns:a16="http://schemas.microsoft.com/office/drawing/2014/main" id="{FCEEF2E1-5FFE-4361-8043-8BC62C5BFD67}"/>
              </a:ext>
            </a:extLst>
          </p:cNvPr>
          <p:cNvSpPr>
            <a:spLocks xmlns:a="http://schemas.openxmlformats.org/drawingml/2006/main" noGrp="1"/>
          </p:cNvSpPr>
          <p:nvPr/>
        </p:nvSpPr>
        <p:spPr>
          <a:xfrm xmlns:a="http://schemas.openxmlformats.org/drawingml/2006/main">
            <a:off x="3067050" y="5629275"/>
            <a:ext cx="6057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Dato mínimo: nombre ficticio · contacto ficticio · interés</a:t>
            </a:r>
          </a:p>
        </p:txBody>
      </p:sp>
      <p:sp>
        <p:nvSpPr>
          <p:cNvPr id="7" name="brand-2">
            <a:extLst xmlns:a="http://schemas.openxmlformats.org/drawingml/2006/main">
              <a:ext uri="{FF2B5EF4-FFF2-40B4-BE49-F238E27FC236}">
                <a16:creationId xmlns:a16="http://schemas.microsoft.com/office/drawing/2014/main" id="{CE62BB5F-5A83-4489-A2EC-AB9CE7EE380F}"/>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8" name="page-2">
            <a:extLst xmlns:a="http://schemas.openxmlformats.org/drawingml/2006/main">
              <a:ext uri="{FF2B5EF4-FFF2-40B4-BE49-F238E27FC236}">
                <a16:creationId xmlns:a16="http://schemas.microsoft.com/office/drawing/2014/main" id="{51B5DEE0-F36C-40EF-970E-8AFB7488C43D}"/>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02</a:t>
            </a:r>
          </a:p>
        </p:txBody>
      </p:sp>
    </p:spTree>
    <p:extLst>
      <p:ext uri="{BB962C8B-B14F-4D97-AF65-F5344CB8AC3E}">
        <p14:creationId xmlns:p14="http://schemas.microsoft.com/office/powerpoint/2010/main" val="13582531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itle-3">
            <a:extLst xmlns:a="http://schemas.openxmlformats.org/drawingml/2006/main">
              <a:ext uri="{FF2B5EF4-FFF2-40B4-BE49-F238E27FC236}">
                <a16:creationId xmlns:a16="http://schemas.microsoft.com/office/drawing/2014/main" id="{8C3232FD-9C63-4AD0-B23B-D0A8AFC5CE3B}"/>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Consentimiento y condición de salida</a:t>
            </a:r>
          </a:p>
        </p:txBody>
      </p:sp>
      <p:sp>
        <p:nvSpPr>
          <p:cNvPr id="2" name="title-rule-3">
            <a:extLst xmlns:a="http://schemas.openxmlformats.org/drawingml/2006/main">
              <a:ext uri="{FF2B5EF4-FFF2-40B4-BE49-F238E27FC236}">
                <a16:creationId xmlns:a16="http://schemas.microsoft.com/office/drawing/2014/main" id="{5B63C6CA-B774-4A5E-AB77-0EA547C152FC}"/>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3">
            <a:extLst xmlns:a="http://schemas.openxmlformats.org/drawingml/2006/main">
              <a:ext uri="{FF2B5EF4-FFF2-40B4-BE49-F238E27FC236}">
                <a16:creationId xmlns:a16="http://schemas.microsoft.com/office/drawing/2014/main" id="{C6949430-4251-4D94-974E-EE08304F0ECF}"/>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La revisión humana aparece antes de redactar o activar mensajes.</a:t>
            </a:r>
          </a:p>
        </p:txBody>
      </p:sp>
      <p:sp>
        <p:nvSpPr>
          <p:cNvPr id="4" name="consent-circle-0">
            <a:extLst xmlns:a="http://schemas.openxmlformats.org/drawingml/2006/main">
              <a:ext uri="{FF2B5EF4-FFF2-40B4-BE49-F238E27FC236}">
                <a16:creationId xmlns:a16="http://schemas.microsoft.com/office/drawing/2014/main" id="{1DCCA3E8-BA04-41FE-B2CA-29B018B4727C}"/>
              </a:ext>
            </a:extLst>
          </p:cNvPr>
          <p:cNvSpPr>
            <a:spLocks xmlns:a="http://schemas.openxmlformats.org/drawingml/2006/main" noGrp="1"/>
          </p:cNvSpPr>
          <p:nvPr/>
        </p:nvSpPr>
        <p:spPr>
          <a:xfrm xmlns:a="http://schemas.openxmlformats.org/drawingml/2006/main">
            <a:off x="1828800" y="2362200"/>
            <a:ext cx="933450" cy="933450"/>
          </a:xfrm>
          <a:prstGeom xmlns:a="http://schemas.openxmlformats.org/drawingml/2006/main" prst="ellipse">
            <a:avLst/>
          </a:prstGeom>
          <a:solidFill xmlns:a="http://schemas.openxmlformats.org/drawingml/2006/main">
            <a:srgbClr val="D6A84B"/>
          </a:solidFill>
          <a:ln xmlns:a="http://schemas.openxmlformats.org/drawingml/2006/main" w="0">
            <a:noFill/>
            <a:prstDash val="solid"/>
          </a:ln>
        </p:spPr>
      </p:sp>
      <p:sp>
        <p:nvSpPr>
          <p:cNvPr id="5" name="consent-index-0">
            <a:extLst xmlns:a="http://schemas.openxmlformats.org/drawingml/2006/main">
              <a:ext uri="{FF2B5EF4-FFF2-40B4-BE49-F238E27FC236}">
                <a16:creationId xmlns:a16="http://schemas.microsoft.com/office/drawing/2014/main" id="{3556A762-5F92-46A7-BB03-D6336B2AD90C}"/>
              </a:ext>
            </a:extLst>
          </p:cNvPr>
          <p:cNvSpPr>
            <a:spLocks xmlns:a="http://schemas.openxmlformats.org/drawingml/2006/main" noGrp="1"/>
          </p:cNvSpPr>
          <p:nvPr/>
        </p:nvSpPr>
        <p:spPr>
          <a:xfrm xmlns:a="http://schemas.openxmlformats.org/drawingml/2006/main">
            <a:off x="1828800" y="2628900"/>
            <a:ext cx="93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i="0">
                <a:solidFill>
                  <a:srgbClr val="FFFFFF"/>
                </a:solidFill>
                <a:latin typeface="Aptos"/>
                <a:ea typeface="Aptos"/>
                <a:cs typeface="Aptos"/>
              </a:defRPr>
            </a:defPPr>
            <a:lvl1pPr algn="ctr">
              <a:defRPr sz="1950" b="1" i="0">
                <a:solidFill>
                  <a:srgbClr val="FFFFFF"/>
                </a:solidFill>
                <a:latin typeface="Aptos"/>
                <a:ea typeface="Aptos"/>
                <a:cs typeface="Aptos"/>
              </a:defRPr>
            </a:lvl1pPr>
            <a:lvl2pPr algn="ctr">
              <a:defRPr sz="1950" b="1" i="0">
                <a:solidFill>
                  <a:srgbClr val="FFFFFF"/>
                </a:solidFill>
                <a:latin typeface="Aptos"/>
                <a:ea typeface="Aptos"/>
                <a:cs typeface="Aptos"/>
              </a:defRPr>
            </a:lvl2pPr>
            <a:lvl3pPr algn="ctr">
              <a:defRPr sz="1950" b="1" i="0">
                <a:solidFill>
                  <a:srgbClr val="FFFFFF"/>
                </a:solidFill>
                <a:latin typeface="Aptos"/>
                <a:ea typeface="Aptos"/>
                <a:cs typeface="Aptos"/>
              </a:defRPr>
            </a:lvl3pPr>
            <a:lvl4pPr algn="ctr">
              <a:defRPr sz="1950" b="1" i="0">
                <a:solidFill>
                  <a:srgbClr val="FFFFFF"/>
                </a:solidFill>
                <a:latin typeface="Aptos"/>
                <a:ea typeface="Aptos"/>
                <a:cs typeface="Aptos"/>
              </a:defRPr>
            </a:lvl4pPr>
            <a:lvl5pPr algn="ctr">
              <a:defRPr sz="1950" b="1" i="0">
                <a:solidFill>
                  <a:srgbClr val="FFFFFF"/>
                </a:solidFill>
                <a:latin typeface="Aptos"/>
                <a:ea typeface="Aptos"/>
                <a:cs typeface="Aptos"/>
              </a:defRPr>
            </a:lvl5pPr>
            <a:lvl6pPr algn="ctr">
              <a:defRPr sz="1950" b="1" i="0">
                <a:solidFill>
                  <a:srgbClr val="FFFFFF"/>
                </a:solidFill>
                <a:latin typeface="Aptos"/>
                <a:ea typeface="Aptos"/>
                <a:cs typeface="Aptos"/>
              </a:defRPr>
            </a:lvl6pPr>
            <a:lvl7pPr algn="ctr">
              <a:defRPr sz="1950" b="1" i="0">
                <a:solidFill>
                  <a:srgbClr val="FFFFFF"/>
                </a:solidFill>
                <a:latin typeface="Aptos"/>
                <a:ea typeface="Aptos"/>
                <a:cs typeface="Aptos"/>
              </a:defRPr>
            </a:lvl7pPr>
            <a:lvl8pPr algn="ctr">
              <a:defRPr sz="1950" b="1" i="0">
                <a:solidFill>
                  <a:srgbClr val="FFFFFF"/>
                </a:solidFill>
                <a:latin typeface="Aptos"/>
                <a:ea typeface="Aptos"/>
                <a:cs typeface="Aptos"/>
              </a:defRPr>
            </a:lvl8pPr>
            <a:lvl9pPr algn="ctr">
              <a:defRPr sz="1950" b="1" i="0">
                <a:solidFill>
                  <a:srgbClr val="FFFFFF"/>
                </a:solidFill>
                <a:latin typeface="Aptos"/>
                <a:ea typeface="Aptos"/>
                <a:cs typeface="Aptos"/>
              </a:defRPr>
            </a:lvl9pPr>
          </a:lstStyle>
          <a:p xmlns:a="http://schemas.openxmlformats.org/drawingml/2006/main">
            <a:pPr algn="ctr">
              <a:defRPr sz="1950" b="1" i="0">
                <a:solidFill>
                  <a:srgbClr val="FFFFFF"/>
                </a:solidFill>
                <a:latin typeface="Aptos"/>
                <a:ea typeface="Aptos"/>
                <a:cs typeface="Aptos"/>
              </a:defRPr>
            </a:pPr>
            <a:r>
              <a:rPr sz="1950" b="1" i="0">
                <a:solidFill>
                  <a:srgbClr val="FFFFFF"/>
                </a:solidFill>
                <a:latin typeface="Aptos"/>
                <a:ea typeface="Aptos"/>
                <a:cs typeface="Aptos"/>
              </a:rPr>
              <a:t>1</a:t>
            </a:r>
          </a:p>
        </p:txBody>
      </p:sp>
      <p:sp>
        <p:nvSpPr>
          <p:cNvPr id="6" name="consent-title-0">
            <a:extLst xmlns:a="http://schemas.openxmlformats.org/drawingml/2006/main">
              <a:ext uri="{FF2B5EF4-FFF2-40B4-BE49-F238E27FC236}">
                <a16:creationId xmlns:a16="http://schemas.microsoft.com/office/drawing/2014/main" id="{2C4B5379-478A-402E-8561-8C576D1F34EA}"/>
              </a:ext>
            </a:extLst>
          </p:cNvPr>
          <p:cNvSpPr>
            <a:spLocks xmlns:a="http://schemas.openxmlformats.org/drawingml/2006/main" noGrp="1"/>
          </p:cNvSpPr>
          <p:nvPr/>
        </p:nvSpPr>
        <p:spPr>
          <a:xfrm xmlns:a="http://schemas.openxmlformats.org/drawingml/2006/main">
            <a:off x="819150" y="35242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03366"/>
                </a:solidFill>
                <a:latin typeface="Aptos"/>
                <a:ea typeface="Aptos"/>
                <a:cs typeface="Aptos"/>
              </a:defRPr>
            </a:defPPr>
            <a:lvl1pPr algn="ctr">
              <a:defRPr sz="1350" b="1" i="0">
                <a:solidFill>
                  <a:srgbClr val="003366"/>
                </a:solidFill>
                <a:latin typeface="Aptos"/>
                <a:ea typeface="Aptos"/>
                <a:cs typeface="Aptos"/>
              </a:defRPr>
            </a:lvl1pPr>
            <a:lvl2pPr algn="ctr">
              <a:defRPr sz="1350" b="1" i="0">
                <a:solidFill>
                  <a:srgbClr val="003366"/>
                </a:solidFill>
                <a:latin typeface="Aptos"/>
                <a:ea typeface="Aptos"/>
                <a:cs typeface="Aptos"/>
              </a:defRPr>
            </a:lvl2pPr>
            <a:lvl3pPr algn="ctr">
              <a:defRPr sz="1350" b="1" i="0">
                <a:solidFill>
                  <a:srgbClr val="003366"/>
                </a:solidFill>
                <a:latin typeface="Aptos"/>
                <a:ea typeface="Aptos"/>
                <a:cs typeface="Aptos"/>
              </a:defRPr>
            </a:lvl3pPr>
            <a:lvl4pPr algn="ctr">
              <a:defRPr sz="1350" b="1" i="0">
                <a:solidFill>
                  <a:srgbClr val="003366"/>
                </a:solidFill>
                <a:latin typeface="Aptos"/>
                <a:ea typeface="Aptos"/>
                <a:cs typeface="Aptos"/>
              </a:defRPr>
            </a:lvl4pPr>
            <a:lvl5pPr algn="ctr">
              <a:defRPr sz="1350" b="1" i="0">
                <a:solidFill>
                  <a:srgbClr val="003366"/>
                </a:solidFill>
                <a:latin typeface="Aptos"/>
                <a:ea typeface="Aptos"/>
                <a:cs typeface="Aptos"/>
              </a:defRPr>
            </a:lvl5pPr>
            <a:lvl6pPr algn="ctr">
              <a:defRPr sz="1350" b="1" i="0">
                <a:solidFill>
                  <a:srgbClr val="003366"/>
                </a:solidFill>
                <a:latin typeface="Aptos"/>
                <a:ea typeface="Aptos"/>
                <a:cs typeface="Aptos"/>
              </a:defRPr>
            </a:lvl6pPr>
            <a:lvl7pPr algn="ctr">
              <a:defRPr sz="1350" b="1" i="0">
                <a:solidFill>
                  <a:srgbClr val="003366"/>
                </a:solidFill>
                <a:latin typeface="Aptos"/>
                <a:ea typeface="Aptos"/>
                <a:cs typeface="Aptos"/>
              </a:defRPr>
            </a:lvl7pPr>
            <a:lvl8pPr algn="ctr">
              <a:defRPr sz="1350" b="1" i="0">
                <a:solidFill>
                  <a:srgbClr val="003366"/>
                </a:solidFill>
                <a:latin typeface="Aptos"/>
                <a:ea typeface="Aptos"/>
                <a:cs typeface="Aptos"/>
              </a:defRPr>
            </a:lvl8pPr>
            <a:lvl9pPr algn="ctr">
              <a:defRPr sz="1350" b="1" i="0">
                <a:solidFill>
                  <a:srgbClr val="003366"/>
                </a:solidFill>
                <a:latin typeface="Aptos"/>
                <a:ea typeface="Aptos"/>
                <a:cs typeface="Aptos"/>
              </a:defRPr>
            </a:lvl9pPr>
          </a:lstStyle>
          <a:p xmlns:a="http://schemas.openxmlformats.org/drawingml/2006/main">
            <a:pPr algn="ctr">
              <a:defRPr sz="1350" b="1" i="0">
                <a:solidFill>
                  <a:srgbClr val="003366"/>
                </a:solidFill>
                <a:latin typeface="Aptos"/>
                <a:ea typeface="Aptos"/>
                <a:cs typeface="Aptos"/>
              </a:defRPr>
            </a:pPr>
            <a:r>
              <a:rPr sz="1350" b="1" i="0">
                <a:solidFill>
                  <a:srgbClr val="003366"/>
                </a:solidFill>
                <a:latin typeface="Aptos"/>
                <a:ea typeface="Aptos"/>
                <a:cs typeface="Aptos"/>
              </a:rPr>
              <a:t>CONSENTIMIENTO</a:t>
            </a:r>
          </a:p>
        </p:txBody>
      </p:sp>
      <p:sp>
        <p:nvSpPr>
          <p:cNvPr id="7" name="consent-copy-0">
            <a:extLst xmlns:a="http://schemas.openxmlformats.org/drawingml/2006/main">
              <a:ext uri="{FF2B5EF4-FFF2-40B4-BE49-F238E27FC236}">
                <a16:creationId xmlns:a16="http://schemas.microsoft.com/office/drawing/2014/main" id="{FA44297D-1E33-4E72-808C-1C3A0A71318F}"/>
              </a:ext>
            </a:extLst>
          </p:cNvPr>
          <p:cNvSpPr>
            <a:spLocks xmlns:a="http://schemas.openxmlformats.org/drawingml/2006/main" noGrp="1"/>
          </p:cNvSpPr>
          <p:nvPr/>
        </p:nvSpPr>
        <p:spPr>
          <a:xfrm xmlns:a="http://schemas.openxmlformats.org/drawingml/2006/main">
            <a:off x="990600" y="3962400"/>
            <a:ext cx="2609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0" i="0">
                <a:solidFill>
                  <a:srgbClr val="17324D"/>
                </a:solidFill>
                <a:latin typeface="Aptos"/>
                <a:ea typeface="Aptos"/>
                <a:cs typeface="Aptos"/>
              </a:defRPr>
            </a:defPPr>
            <a:lvl1pPr algn="ctr">
              <a:defRPr sz="1350" b="0" i="0">
                <a:solidFill>
                  <a:srgbClr val="17324D"/>
                </a:solidFill>
                <a:latin typeface="Aptos"/>
                <a:ea typeface="Aptos"/>
                <a:cs typeface="Aptos"/>
              </a:defRPr>
            </a:lvl1pPr>
            <a:lvl2pPr algn="ctr">
              <a:defRPr sz="1350" b="0" i="0">
                <a:solidFill>
                  <a:srgbClr val="17324D"/>
                </a:solidFill>
                <a:latin typeface="Aptos"/>
                <a:ea typeface="Aptos"/>
                <a:cs typeface="Aptos"/>
              </a:defRPr>
            </a:lvl2pPr>
            <a:lvl3pPr algn="ctr">
              <a:defRPr sz="1350" b="0" i="0">
                <a:solidFill>
                  <a:srgbClr val="17324D"/>
                </a:solidFill>
                <a:latin typeface="Aptos"/>
                <a:ea typeface="Aptos"/>
                <a:cs typeface="Aptos"/>
              </a:defRPr>
            </a:lvl3pPr>
            <a:lvl4pPr algn="ctr">
              <a:defRPr sz="1350" b="0" i="0">
                <a:solidFill>
                  <a:srgbClr val="17324D"/>
                </a:solidFill>
                <a:latin typeface="Aptos"/>
                <a:ea typeface="Aptos"/>
                <a:cs typeface="Aptos"/>
              </a:defRPr>
            </a:lvl4pPr>
            <a:lvl5pPr algn="ctr">
              <a:defRPr sz="1350" b="0" i="0">
                <a:solidFill>
                  <a:srgbClr val="17324D"/>
                </a:solidFill>
                <a:latin typeface="Aptos"/>
                <a:ea typeface="Aptos"/>
                <a:cs typeface="Aptos"/>
              </a:defRPr>
            </a:lvl5pPr>
            <a:lvl6pPr algn="ctr">
              <a:defRPr sz="1350" b="0" i="0">
                <a:solidFill>
                  <a:srgbClr val="17324D"/>
                </a:solidFill>
                <a:latin typeface="Aptos"/>
                <a:ea typeface="Aptos"/>
                <a:cs typeface="Aptos"/>
              </a:defRPr>
            </a:lvl6pPr>
            <a:lvl7pPr algn="ctr">
              <a:defRPr sz="1350" b="0" i="0">
                <a:solidFill>
                  <a:srgbClr val="17324D"/>
                </a:solidFill>
                <a:latin typeface="Aptos"/>
                <a:ea typeface="Aptos"/>
                <a:cs typeface="Aptos"/>
              </a:defRPr>
            </a:lvl7pPr>
            <a:lvl8pPr algn="ctr">
              <a:defRPr sz="1350" b="0" i="0">
                <a:solidFill>
                  <a:srgbClr val="17324D"/>
                </a:solidFill>
                <a:latin typeface="Aptos"/>
                <a:ea typeface="Aptos"/>
                <a:cs typeface="Aptos"/>
              </a:defRPr>
            </a:lvl8pPr>
            <a:lvl9pPr algn="ctr">
              <a:defRPr sz="1350" b="0" i="0">
                <a:solidFill>
                  <a:srgbClr val="17324D"/>
                </a:solidFill>
                <a:latin typeface="Aptos"/>
                <a:ea typeface="Aptos"/>
                <a:cs typeface="Aptos"/>
              </a:defRPr>
            </a:lvl9pPr>
          </a:lstStyle>
          <a:p xmlns:a="http://schemas.openxmlformats.org/drawingml/2006/main">
            <a:pPr algn="ctr">
              <a:defRPr sz="1350" b="0" i="0">
                <a:solidFill>
                  <a:srgbClr val="17324D"/>
                </a:solidFill>
                <a:latin typeface="Aptos"/>
                <a:ea typeface="Aptos"/>
                <a:cs typeface="Aptos"/>
              </a:defRPr>
            </a:pPr>
            <a:r>
              <a:rPr sz="1350" b="0" i="0">
                <a:solidFill>
                  <a:srgbClr val="17324D"/>
                </a:solidFill>
                <a:latin typeface="Aptos"/>
                <a:ea typeface="Aptos"/>
                <a:cs typeface="Aptos"/>
              </a:rPr>
              <a:t>Requerido</a:t>
            </a:r>
          </a:p>
          <a:p xmlns:a="http://schemas.openxmlformats.org/drawingml/2006/main">
            <a:pPr algn="ctr">
              <a:defRPr sz="1350" b="0" i="0">
                <a:solidFill>
                  <a:srgbClr val="17324D"/>
                </a:solidFill>
                <a:latin typeface="Aptos"/>
                <a:ea typeface="Aptos"/>
                <a:cs typeface="Aptos"/>
              </a:defRPr>
            </a:pPr>
            <a:r>
              <a:rPr sz="1350" b="0" i="0">
                <a:solidFill>
                  <a:srgbClr val="17324D"/>
                </a:solidFill>
                <a:latin typeface="Aptos"/>
                <a:ea typeface="Aptos"/>
                <a:cs typeface="Aptos"/>
              </a:rPr>
              <a:t>No marcar Obtenido sin prueba</a:t>
            </a:r>
          </a:p>
        </p:txBody>
      </p:sp>
      <p:sp>
        <p:nvSpPr>
          <p:cNvPr id="8" name="consent-link-0">
            <a:extLst xmlns:a="http://schemas.openxmlformats.org/drawingml/2006/main">
              <a:ext uri="{FF2B5EF4-FFF2-40B4-BE49-F238E27FC236}">
                <a16:creationId xmlns:a16="http://schemas.microsoft.com/office/drawing/2014/main" id="{0723781B-6B20-4056-9406-B3C179E8BA9C}"/>
              </a:ext>
            </a:extLst>
          </p:cNvPr>
          <p:cNvSpPr>
            <a:spLocks xmlns:a="http://schemas.openxmlformats.org/drawingml/2006/main" noGrp="1"/>
          </p:cNvSpPr>
          <p:nvPr/>
        </p:nvSpPr>
        <p:spPr>
          <a:xfrm xmlns:a="http://schemas.openxmlformats.org/drawingml/2006/main">
            <a:off x="2762250" y="2809875"/>
            <a:ext cx="1866900" cy="38100"/>
          </a:xfrm>
          <a:prstGeom xmlns:a="http://schemas.openxmlformats.org/drawingml/2006/main" prst="rect">
            <a:avLst/>
          </a:prstGeom>
          <a:solidFill xmlns:a="http://schemas.openxmlformats.org/drawingml/2006/main">
            <a:srgbClr val="EAF4F8"/>
          </a:solidFill>
          <a:ln xmlns:a="http://schemas.openxmlformats.org/drawingml/2006/main" w="0">
            <a:noFill/>
            <a:prstDash val="solid"/>
          </a:ln>
        </p:spPr>
      </p:sp>
      <p:sp>
        <p:nvSpPr>
          <p:cNvPr id="9" name="consent-circle-1">
            <a:extLst xmlns:a="http://schemas.openxmlformats.org/drawingml/2006/main">
              <a:ext uri="{FF2B5EF4-FFF2-40B4-BE49-F238E27FC236}">
                <a16:creationId xmlns:a16="http://schemas.microsoft.com/office/drawing/2014/main" id="{0F237784-E737-4407-B047-2F7AA8541721}"/>
              </a:ext>
            </a:extLst>
          </p:cNvPr>
          <p:cNvSpPr>
            <a:spLocks xmlns:a="http://schemas.openxmlformats.org/drawingml/2006/main" noGrp="1"/>
          </p:cNvSpPr>
          <p:nvPr/>
        </p:nvSpPr>
        <p:spPr>
          <a:xfrm xmlns:a="http://schemas.openxmlformats.org/drawingml/2006/main">
            <a:off x="5638800" y="2362200"/>
            <a:ext cx="933450" cy="933450"/>
          </a:xfrm>
          <a:prstGeom xmlns:a="http://schemas.openxmlformats.org/drawingml/2006/main" prst="ellipse">
            <a:avLst/>
          </a:prstGeom>
          <a:solidFill xmlns:a="http://schemas.openxmlformats.org/drawingml/2006/main">
            <a:srgbClr val="A94A4A"/>
          </a:solidFill>
          <a:ln xmlns:a="http://schemas.openxmlformats.org/drawingml/2006/main" w="0">
            <a:noFill/>
            <a:prstDash val="solid"/>
          </a:ln>
        </p:spPr>
      </p:sp>
      <p:sp>
        <p:nvSpPr>
          <p:cNvPr id="10" name="consent-index-1">
            <a:extLst xmlns:a="http://schemas.openxmlformats.org/drawingml/2006/main">
              <a:ext uri="{FF2B5EF4-FFF2-40B4-BE49-F238E27FC236}">
                <a16:creationId xmlns:a16="http://schemas.microsoft.com/office/drawing/2014/main" id="{E2B032E0-A30A-4C9F-A3AE-3209BB0D2FBA}"/>
              </a:ext>
            </a:extLst>
          </p:cNvPr>
          <p:cNvSpPr>
            <a:spLocks xmlns:a="http://schemas.openxmlformats.org/drawingml/2006/main" noGrp="1"/>
          </p:cNvSpPr>
          <p:nvPr/>
        </p:nvSpPr>
        <p:spPr>
          <a:xfrm xmlns:a="http://schemas.openxmlformats.org/drawingml/2006/main">
            <a:off x="5638800" y="2628900"/>
            <a:ext cx="93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i="0">
                <a:solidFill>
                  <a:srgbClr val="FFFFFF"/>
                </a:solidFill>
                <a:latin typeface="Aptos"/>
                <a:ea typeface="Aptos"/>
                <a:cs typeface="Aptos"/>
              </a:defRPr>
            </a:defPPr>
            <a:lvl1pPr algn="ctr">
              <a:defRPr sz="1950" b="1" i="0">
                <a:solidFill>
                  <a:srgbClr val="FFFFFF"/>
                </a:solidFill>
                <a:latin typeface="Aptos"/>
                <a:ea typeface="Aptos"/>
                <a:cs typeface="Aptos"/>
              </a:defRPr>
            </a:lvl1pPr>
            <a:lvl2pPr algn="ctr">
              <a:defRPr sz="1950" b="1" i="0">
                <a:solidFill>
                  <a:srgbClr val="FFFFFF"/>
                </a:solidFill>
                <a:latin typeface="Aptos"/>
                <a:ea typeface="Aptos"/>
                <a:cs typeface="Aptos"/>
              </a:defRPr>
            </a:lvl2pPr>
            <a:lvl3pPr algn="ctr">
              <a:defRPr sz="1950" b="1" i="0">
                <a:solidFill>
                  <a:srgbClr val="FFFFFF"/>
                </a:solidFill>
                <a:latin typeface="Aptos"/>
                <a:ea typeface="Aptos"/>
                <a:cs typeface="Aptos"/>
              </a:defRPr>
            </a:lvl3pPr>
            <a:lvl4pPr algn="ctr">
              <a:defRPr sz="1950" b="1" i="0">
                <a:solidFill>
                  <a:srgbClr val="FFFFFF"/>
                </a:solidFill>
                <a:latin typeface="Aptos"/>
                <a:ea typeface="Aptos"/>
                <a:cs typeface="Aptos"/>
              </a:defRPr>
            </a:lvl4pPr>
            <a:lvl5pPr algn="ctr">
              <a:defRPr sz="1950" b="1" i="0">
                <a:solidFill>
                  <a:srgbClr val="FFFFFF"/>
                </a:solidFill>
                <a:latin typeface="Aptos"/>
                <a:ea typeface="Aptos"/>
                <a:cs typeface="Aptos"/>
              </a:defRPr>
            </a:lvl5pPr>
            <a:lvl6pPr algn="ctr">
              <a:defRPr sz="1950" b="1" i="0">
                <a:solidFill>
                  <a:srgbClr val="FFFFFF"/>
                </a:solidFill>
                <a:latin typeface="Aptos"/>
                <a:ea typeface="Aptos"/>
                <a:cs typeface="Aptos"/>
              </a:defRPr>
            </a:lvl6pPr>
            <a:lvl7pPr algn="ctr">
              <a:defRPr sz="1950" b="1" i="0">
                <a:solidFill>
                  <a:srgbClr val="FFFFFF"/>
                </a:solidFill>
                <a:latin typeface="Aptos"/>
                <a:ea typeface="Aptos"/>
                <a:cs typeface="Aptos"/>
              </a:defRPr>
            </a:lvl7pPr>
            <a:lvl8pPr algn="ctr">
              <a:defRPr sz="1950" b="1" i="0">
                <a:solidFill>
                  <a:srgbClr val="FFFFFF"/>
                </a:solidFill>
                <a:latin typeface="Aptos"/>
                <a:ea typeface="Aptos"/>
                <a:cs typeface="Aptos"/>
              </a:defRPr>
            </a:lvl8pPr>
            <a:lvl9pPr algn="ctr">
              <a:defRPr sz="1950" b="1" i="0">
                <a:solidFill>
                  <a:srgbClr val="FFFFFF"/>
                </a:solidFill>
                <a:latin typeface="Aptos"/>
                <a:ea typeface="Aptos"/>
                <a:cs typeface="Aptos"/>
              </a:defRPr>
            </a:lvl9pPr>
          </a:lstStyle>
          <a:p xmlns:a="http://schemas.openxmlformats.org/drawingml/2006/main">
            <a:pPr algn="ctr">
              <a:defRPr sz="1950" b="1" i="0">
                <a:solidFill>
                  <a:srgbClr val="FFFFFF"/>
                </a:solidFill>
                <a:latin typeface="Aptos"/>
                <a:ea typeface="Aptos"/>
                <a:cs typeface="Aptos"/>
              </a:defRPr>
            </a:pPr>
            <a:r>
              <a:rPr sz="1950" b="1" i="0">
                <a:solidFill>
                  <a:srgbClr val="FFFFFF"/>
                </a:solidFill>
                <a:latin typeface="Aptos"/>
                <a:ea typeface="Aptos"/>
                <a:cs typeface="Aptos"/>
              </a:rPr>
              <a:t>2</a:t>
            </a:r>
          </a:p>
        </p:txBody>
      </p:sp>
      <p:sp>
        <p:nvSpPr>
          <p:cNvPr id="11" name="consent-title-1">
            <a:extLst xmlns:a="http://schemas.openxmlformats.org/drawingml/2006/main">
              <a:ext uri="{FF2B5EF4-FFF2-40B4-BE49-F238E27FC236}">
                <a16:creationId xmlns:a16="http://schemas.microsoft.com/office/drawing/2014/main" id="{D2CAA6DE-226E-4986-8999-3FBF20C3E00F}"/>
              </a:ext>
            </a:extLst>
          </p:cNvPr>
          <p:cNvSpPr>
            <a:spLocks xmlns:a="http://schemas.openxmlformats.org/drawingml/2006/main" noGrp="1"/>
          </p:cNvSpPr>
          <p:nvPr/>
        </p:nvSpPr>
        <p:spPr>
          <a:xfrm xmlns:a="http://schemas.openxmlformats.org/drawingml/2006/main">
            <a:off x="4629150" y="35242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03366"/>
                </a:solidFill>
                <a:latin typeface="Aptos"/>
                <a:ea typeface="Aptos"/>
                <a:cs typeface="Aptos"/>
              </a:defRPr>
            </a:defPPr>
            <a:lvl1pPr algn="ctr">
              <a:defRPr sz="1350" b="1" i="0">
                <a:solidFill>
                  <a:srgbClr val="003366"/>
                </a:solidFill>
                <a:latin typeface="Aptos"/>
                <a:ea typeface="Aptos"/>
                <a:cs typeface="Aptos"/>
              </a:defRPr>
            </a:lvl1pPr>
            <a:lvl2pPr algn="ctr">
              <a:defRPr sz="1350" b="1" i="0">
                <a:solidFill>
                  <a:srgbClr val="003366"/>
                </a:solidFill>
                <a:latin typeface="Aptos"/>
                <a:ea typeface="Aptos"/>
                <a:cs typeface="Aptos"/>
              </a:defRPr>
            </a:lvl2pPr>
            <a:lvl3pPr algn="ctr">
              <a:defRPr sz="1350" b="1" i="0">
                <a:solidFill>
                  <a:srgbClr val="003366"/>
                </a:solidFill>
                <a:latin typeface="Aptos"/>
                <a:ea typeface="Aptos"/>
                <a:cs typeface="Aptos"/>
              </a:defRPr>
            </a:lvl3pPr>
            <a:lvl4pPr algn="ctr">
              <a:defRPr sz="1350" b="1" i="0">
                <a:solidFill>
                  <a:srgbClr val="003366"/>
                </a:solidFill>
                <a:latin typeface="Aptos"/>
                <a:ea typeface="Aptos"/>
                <a:cs typeface="Aptos"/>
              </a:defRPr>
            </a:lvl4pPr>
            <a:lvl5pPr algn="ctr">
              <a:defRPr sz="1350" b="1" i="0">
                <a:solidFill>
                  <a:srgbClr val="003366"/>
                </a:solidFill>
                <a:latin typeface="Aptos"/>
                <a:ea typeface="Aptos"/>
                <a:cs typeface="Aptos"/>
              </a:defRPr>
            </a:lvl5pPr>
            <a:lvl6pPr algn="ctr">
              <a:defRPr sz="1350" b="1" i="0">
                <a:solidFill>
                  <a:srgbClr val="003366"/>
                </a:solidFill>
                <a:latin typeface="Aptos"/>
                <a:ea typeface="Aptos"/>
                <a:cs typeface="Aptos"/>
              </a:defRPr>
            </a:lvl6pPr>
            <a:lvl7pPr algn="ctr">
              <a:defRPr sz="1350" b="1" i="0">
                <a:solidFill>
                  <a:srgbClr val="003366"/>
                </a:solidFill>
                <a:latin typeface="Aptos"/>
                <a:ea typeface="Aptos"/>
                <a:cs typeface="Aptos"/>
              </a:defRPr>
            </a:lvl7pPr>
            <a:lvl8pPr algn="ctr">
              <a:defRPr sz="1350" b="1" i="0">
                <a:solidFill>
                  <a:srgbClr val="003366"/>
                </a:solidFill>
                <a:latin typeface="Aptos"/>
                <a:ea typeface="Aptos"/>
                <a:cs typeface="Aptos"/>
              </a:defRPr>
            </a:lvl8pPr>
            <a:lvl9pPr algn="ctr">
              <a:defRPr sz="1350" b="1" i="0">
                <a:solidFill>
                  <a:srgbClr val="003366"/>
                </a:solidFill>
                <a:latin typeface="Aptos"/>
                <a:ea typeface="Aptos"/>
                <a:cs typeface="Aptos"/>
              </a:defRPr>
            </a:lvl9pPr>
          </a:lstStyle>
          <a:p xmlns:a="http://schemas.openxmlformats.org/drawingml/2006/main">
            <a:pPr algn="ctr">
              <a:defRPr sz="1350" b="1" i="0">
                <a:solidFill>
                  <a:srgbClr val="003366"/>
                </a:solidFill>
                <a:latin typeface="Aptos"/>
                <a:ea typeface="Aptos"/>
                <a:cs typeface="Aptos"/>
              </a:defRPr>
            </a:pPr>
            <a:r>
              <a:rPr sz="1350" b="1" i="0">
                <a:solidFill>
                  <a:srgbClr val="003366"/>
                </a:solidFill>
                <a:latin typeface="Aptos"/>
                <a:ea typeface="Aptos"/>
                <a:cs typeface="Aptos"/>
              </a:rPr>
              <a:t>SALIDA</a:t>
            </a:r>
          </a:p>
        </p:txBody>
      </p:sp>
      <p:sp>
        <p:nvSpPr>
          <p:cNvPr id="12" name="consent-copy-1">
            <a:extLst xmlns:a="http://schemas.openxmlformats.org/drawingml/2006/main">
              <a:ext uri="{FF2B5EF4-FFF2-40B4-BE49-F238E27FC236}">
                <a16:creationId xmlns:a16="http://schemas.microsoft.com/office/drawing/2014/main" id="{429602C0-EFFE-4488-9015-8D61744F2E36}"/>
              </a:ext>
            </a:extLst>
          </p:cNvPr>
          <p:cNvSpPr>
            <a:spLocks xmlns:a="http://schemas.openxmlformats.org/drawingml/2006/main" noGrp="1"/>
          </p:cNvSpPr>
          <p:nvPr/>
        </p:nvSpPr>
        <p:spPr>
          <a:xfrm xmlns:a="http://schemas.openxmlformats.org/drawingml/2006/main">
            <a:off x="4800600" y="3962400"/>
            <a:ext cx="2609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0" i="0">
                <a:solidFill>
                  <a:srgbClr val="17324D"/>
                </a:solidFill>
                <a:latin typeface="Aptos"/>
                <a:ea typeface="Aptos"/>
                <a:cs typeface="Aptos"/>
              </a:defRPr>
            </a:defPPr>
            <a:lvl1pPr algn="ctr">
              <a:defRPr sz="1350" b="0" i="0">
                <a:solidFill>
                  <a:srgbClr val="17324D"/>
                </a:solidFill>
                <a:latin typeface="Aptos"/>
                <a:ea typeface="Aptos"/>
                <a:cs typeface="Aptos"/>
              </a:defRPr>
            </a:lvl1pPr>
            <a:lvl2pPr algn="ctr">
              <a:defRPr sz="1350" b="0" i="0">
                <a:solidFill>
                  <a:srgbClr val="17324D"/>
                </a:solidFill>
                <a:latin typeface="Aptos"/>
                <a:ea typeface="Aptos"/>
                <a:cs typeface="Aptos"/>
              </a:defRPr>
            </a:lvl2pPr>
            <a:lvl3pPr algn="ctr">
              <a:defRPr sz="1350" b="0" i="0">
                <a:solidFill>
                  <a:srgbClr val="17324D"/>
                </a:solidFill>
                <a:latin typeface="Aptos"/>
                <a:ea typeface="Aptos"/>
                <a:cs typeface="Aptos"/>
              </a:defRPr>
            </a:lvl3pPr>
            <a:lvl4pPr algn="ctr">
              <a:defRPr sz="1350" b="0" i="0">
                <a:solidFill>
                  <a:srgbClr val="17324D"/>
                </a:solidFill>
                <a:latin typeface="Aptos"/>
                <a:ea typeface="Aptos"/>
                <a:cs typeface="Aptos"/>
              </a:defRPr>
            </a:lvl4pPr>
            <a:lvl5pPr algn="ctr">
              <a:defRPr sz="1350" b="0" i="0">
                <a:solidFill>
                  <a:srgbClr val="17324D"/>
                </a:solidFill>
                <a:latin typeface="Aptos"/>
                <a:ea typeface="Aptos"/>
                <a:cs typeface="Aptos"/>
              </a:defRPr>
            </a:lvl5pPr>
            <a:lvl6pPr algn="ctr">
              <a:defRPr sz="1350" b="0" i="0">
                <a:solidFill>
                  <a:srgbClr val="17324D"/>
                </a:solidFill>
                <a:latin typeface="Aptos"/>
                <a:ea typeface="Aptos"/>
                <a:cs typeface="Aptos"/>
              </a:defRPr>
            </a:lvl6pPr>
            <a:lvl7pPr algn="ctr">
              <a:defRPr sz="1350" b="0" i="0">
                <a:solidFill>
                  <a:srgbClr val="17324D"/>
                </a:solidFill>
                <a:latin typeface="Aptos"/>
                <a:ea typeface="Aptos"/>
                <a:cs typeface="Aptos"/>
              </a:defRPr>
            </a:lvl7pPr>
            <a:lvl8pPr algn="ctr">
              <a:defRPr sz="1350" b="0" i="0">
                <a:solidFill>
                  <a:srgbClr val="17324D"/>
                </a:solidFill>
                <a:latin typeface="Aptos"/>
                <a:ea typeface="Aptos"/>
                <a:cs typeface="Aptos"/>
              </a:defRPr>
            </a:lvl8pPr>
            <a:lvl9pPr algn="ctr">
              <a:defRPr sz="1350" b="0" i="0">
                <a:solidFill>
                  <a:srgbClr val="17324D"/>
                </a:solidFill>
                <a:latin typeface="Aptos"/>
                <a:ea typeface="Aptos"/>
                <a:cs typeface="Aptos"/>
              </a:defRPr>
            </a:lvl9pPr>
          </a:lstStyle>
          <a:p xmlns:a="http://schemas.openxmlformats.org/drawingml/2006/main">
            <a:pPr algn="ctr">
              <a:defRPr sz="1350" b="0" i="0">
                <a:solidFill>
                  <a:srgbClr val="17324D"/>
                </a:solidFill>
                <a:latin typeface="Aptos"/>
                <a:ea typeface="Aptos"/>
                <a:cs typeface="Aptos"/>
              </a:defRPr>
            </a:pPr>
            <a:r>
              <a:rPr sz="1350" b="0" i="0">
                <a:solidFill>
                  <a:srgbClr val="17324D"/>
                </a:solidFill>
                <a:latin typeface="Aptos"/>
                <a:ea typeface="Aptos"/>
                <a:cs typeface="Aptos"/>
              </a:rPr>
              <a:t>Falta un dato</a:t>
            </a:r>
          </a:p>
          <a:p xmlns:a="http://schemas.openxmlformats.org/drawingml/2006/main">
            <a:pPr algn="ctr">
              <a:defRPr sz="1350" b="0" i="0">
                <a:solidFill>
                  <a:srgbClr val="17324D"/>
                </a:solidFill>
                <a:latin typeface="Aptos"/>
                <a:ea typeface="Aptos"/>
                <a:cs typeface="Aptos"/>
              </a:defRPr>
            </a:pPr>
            <a:r>
              <a:rPr sz="1350" b="0" i="0">
                <a:solidFill>
                  <a:srgbClr val="17324D"/>
                </a:solidFill>
                <a:latin typeface="Aptos"/>
                <a:ea typeface="Aptos"/>
                <a:cs typeface="Aptos"/>
              </a:rPr>
              <a:t>La persona pide cerrar</a:t>
            </a:r>
          </a:p>
        </p:txBody>
      </p:sp>
      <p:sp>
        <p:nvSpPr>
          <p:cNvPr id="13" name="consent-link-1">
            <a:extLst xmlns:a="http://schemas.openxmlformats.org/drawingml/2006/main">
              <a:ext uri="{FF2B5EF4-FFF2-40B4-BE49-F238E27FC236}">
                <a16:creationId xmlns:a16="http://schemas.microsoft.com/office/drawing/2014/main" id="{D3E4EA3D-5791-4E6A-B799-C5145A947664}"/>
              </a:ext>
            </a:extLst>
          </p:cNvPr>
          <p:cNvSpPr>
            <a:spLocks xmlns:a="http://schemas.openxmlformats.org/drawingml/2006/main" noGrp="1"/>
          </p:cNvSpPr>
          <p:nvPr/>
        </p:nvSpPr>
        <p:spPr>
          <a:xfrm xmlns:a="http://schemas.openxmlformats.org/drawingml/2006/main">
            <a:off x="6572250" y="2809875"/>
            <a:ext cx="1866900" cy="38100"/>
          </a:xfrm>
          <a:prstGeom xmlns:a="http://schemas.openxmlformats.org/drawingml/2006/main" prst="rect">
            <a:avLst/>
          </a:prstGeom>
          <a:solidFill xmlns:a="http://schemas.openxmlformats.org/drawingml/2006/main">
            <a:srgbClr val="EAF4F8"/>
          </a:solidFill>
          <a:ln xmlns:a="http://schemas.openxmlformats.org/drawingml/2006/main" w="0">
            <a:noFill/>
            <a:prstDash val="solid"/>
          </a:ln>
        </p:spPr>
      </p:sp>
      <p:sp>
        <p:nvSpPr>
          <p:cNvPr id="14" name="consent-circle-2">
            <a:extLst xmlns:a="http://schemas.openxmlformats.org/drawingml/2006/main">
              <a:ext uri="{FF2B5EF4-FFF2-40B4-BE49-F238E27FC236}">
                <a16:creationId xmlns:a16="http://schemas.microsoft.com/office/drawing/2014/main" id="{CB955EDD-730E-4861-9E70-55B50168AF88}"/>
              </a:ext>
            </a:extLst>
          </p:cNvPr>
          <p:cNvSpPr>
            <a:spLocks xmlns:a="http://schemas.openxmlformats.org/drawingml/2006/main" noGrp="1"/>
          </p:cNvSpPr>
          <p:nvPr/>
        </p:nvSpPr>
        <p:spPr>
          <a:xfrm xmlns:a="http://schemas.openxmlformats.org/drawingml/2006/main">
            <a:off x="9448800" y="2362200"/>
            <a:ext cx="933450" cy="933450"/>
          </a:xfrm>
          <a:prstGeom xmlns:a="http://schemas.openxmlformats.org/drawingml/2006/main" prst="ellipse">
            <a:avLst/>
          </a:prstGeom>
          <a:solidFill xmlns:a="http://schemas.openxmlformats.org/drawingml/2006/main">
            <a:srgbClr val="4A8F77"/>
          </a:solidFill>
          <a:ln xmlns:a="http://schemas.openxmlformats.org/drawingml/2006/main" w="0">
            <a:noFill/>
            <a:prstDash val="solid"/>
          </a:ln>
        </p:spPr>
      </p:sp>
      <p:sp>
        <p:nvSpPr>
          <p:cNvPr id="15" name="consent-index-2">
            <a:extLst xmlns:a="http://schemas.openxmlformats.org/drawingml/2006/main">
              <a:ext uri="{FF2B5EF4-FFF2-40B4-BE49-F238E27FC236}">
                <a16:creationId xmlns:a16="http://schemas.microsoft.com/office/drawing/2014/main" id="{58FF5CBB-D83E-43F9-B5D9-6A8057D782AA}"/>
              </a:ext>
            </a:extLst>
          </p:cNvPr>
          <p:cNvSpPr>
            <a:spLocks xmlns:a="http://schemas.openxmlformats.org/drawingml/2006/main" noGrp="1"/>
          </p:cNvSpPr>
          <p:nvPr/>
        </p:nvSpPr>
        <p:spPr>
          <a:xfrm xmlns:a="http://schemas.openxmlformats.org/drawingml/2006/main">
            <a:off x="9448800" y="2628900"/>
            <a:ext cx="93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i="0">
                <a:solidFill>
                  <a:srgbClr val="FFFFFF"/>
                </a:solidFill>
                <a:latin typeface="Aptos"/>
                <a:ea typeface="Aptos"/>
                <a:cs typeface="Aptos"/>
              </a:defRPr>
            </a:defPPr>
            <a:lvl1pPr algn="ctr">
              <a:defRPr sz="1950" b="1" i="0">
                <a:solidFill>
                  <a:srgbClr val="FFFFFF"/>
                </a:solidFill>
                <a:latin typeface="Aptos"/>
                <a:ea typeface="Aptos"/>
                <a:cs typeface="Aptos"/>
              </a:defRPr>
            </a:lvl1pPr>
            <a:lvl2pPr algn="ctr">
              <a:defRPr sz="1950" b="1" i="0">
                <a:solidFill>
                  <a:srgbClr val="FFFFFF"/>
                </a:solidFill>
                <a:latin typeface="Aptos"/>
                <a:ea typeface="Aptos"/>
                <a:cs typeface="Aptos"/>
              </a:defRPr>
            </a:lvl2pPr>
            <a:lvl3pPr algn="ctr">
              <a:defRPr sz="1950" b="1" i="0">
                <a:solidFill>
                  <a:srgbClr val="FFFFFF"/>
                </a:solidFill>
                <a:latin typeface="Aptos"/>
                <a:ea typeface="Aptos"/>
                <a:cs typeface="Aptos"/>
              </a:defRPr>
            </a:lvl3pPr>
            <a:lvl4pPr algn="ctr">
              <a:defRPr sz="1950" b="1" i="0">
                <a:solidFill>
                  <a:srgbClr val="FFFFFF"/>
                </a:solidFill>
                <a:latin typeface="Aptos"/>
                <a:ea typeface="Aptos"/>
                <a:cs typeface="Aptos"/>
              </a:defRPr>
            </a:lvl4pPr>
            <a:lvl5pPr algn="ctr">
              <a:defRPr sz="1950" b="1" i="0">
                <a:solidFill>
                  <a:srgbClr val="FFFFFF"/>
                </a:solidFill>
                <a:latin typeface="Aptos"/>
                <a:ea typeface="Aptos"/>
                <a:cs typeface="Aptos"/>
              </a:defRPr>
            </a:lvl5pPr>
            <a:lvl6pPr algn="ctr">
              <a:defRPr sz="1950" b="1" i="0">
                <a:solidFill>
                  <a:srgbClr val="FFFFFF"/>
                </a:solidFill>
                <a:latin typeface="Aptos"/>
                <a:ea typeface="Aptos"/>
                <a:cs typeface="Aptos"/>
              </a:defRPr>
            </a:lvl6pPr>
            <a:lvl7pPr algn="ctr">
              <a:defRPr sz="1950" b="1" i="0">
                <a:solidFill>
                  <a:srgbClr val="FFFFFF"/>
                </a:solidFill>
                <a:latin typeface="Aptos"/>
                <a:ea typeface="Aptos"/>
                <a:cs typeface="Aptos"/>
              </a:defRPr>
            </a:lvl7pPr>
            <a:lvl8pPr algn="ctr">
              <a:defRPr sz="1950" b="1" i="0">
                <a:solidFill>
                  <a:srgbClr val="FFFFFF"/>
                </a:solidFill>
                <a:latin typeface="Aptos"/>
                <a:ea typeface="Aptos"/>
                <a:cs typeface="Aptos"/>
              </a:defRPr>
            </a:lvl8pPr>
            <a:lvl9pPr algn="ctr">
              <a:defRPr sz="1950" b="1" i="0">
                <a:solidFill>
                  <a:srgbClr val="FFFFFF"/>
                </a:solidFill>
                <a:latin typeface="Aptos"/>
                <a:ea typeface="Aptos"/>
                <a:cs typeface="Aptos"/>
              </a:defRPr>
            </a:lvl9pPr>
          </a:lstStyle>
          <a:p xmlns:a="http://schemas.openxmlformats.org/drawingml/2006/main">
            <a:pPr algn="ctr">
              <a:defRPr sz="1950" b="1" i="0">
                <a:solidFill>
                  <a:srgbClr val="FFFFFF"/>
                </a:solidFill>
                <a:latin typeface="Aptos"/>
                <a:ea typeface="Aptos"/>
                <a:cs typeface="Aptos"/>
              </a:defRPr>
            </a:pPr>
            <a:r>
              <a:rPr sz="1950" b="1" i="0">
                <a:solidFill>
                  <a:srgbClr val="FFFFFF"/>
                </a:solidFill>
                <a:latin typeface="Aptos"/>
                <a:ea typeface="Aptos"/>
                <a:cs typeface="Aptos"/>
              </a:rPr>
              <a:t>3</a:t>
            </a:r>
          </a:p>
        </p:txBody>
      </p:sp>
      <p:sp>
        <p:nvSpPr>
          <p:cNvPr id="16" name="consent-title-2">
            <a:extLst xmlns:a="http://schemas.openxmlformats.org/drawingml/2006/main">
              <a:ext uri="{FF2B5EF4-FFF2-40B4-BE49-F238E27FC236}">
                <a16:creationId xmlns:a16="http://schemas.microsoft.com/office/drawing/2014/main" id="{F7A71674-2E4F-47CC-9937-86428BEDDC28}"/>
              </a:ext>
            </a:extLst>
          </p:cNvPr>
          <p:cNvSpPr>
            <a:spLocks xmlns:a="http://schemas.openxmlformats.org/drawingml/2006/main" noGrp="1"/>
          </p:cNvSpPr>
          <p:nvPr/>
        </p:nvSpPr>
        <p:spPr>
          <a:xfrm xmlns:a="http://schemas.openxmlformats.org/drawingml/2006/main">
            <a:off x="8439150" y="35242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03366"/>
                </a:solidFill>
                <a:latin typeface="Aptos"/>
                <a:ea typeface="Aptos"/>
                <a:cs typeface="Aptos"/>
              </a:defRPr>
            </a:defPPr>
            <a:lvl1pPr algn="ctr">
              <a:defRPr sz="1350" b="1" i="0">
                <a:solidFill>
                  <a:srgbClr val="003366"/>
                </a:solidFill>
                <a:latin typeface="Aptos"/>
                <a:ea typeface="Aptos"/>
                <a:cs typeface="Aptos"/>
              </a:defRPr>
            </a:lvl1pPr>
            <a:lvl2pPr algn="ctr">
              <a:defRPr sz="1350" b="1" i="0">
                <a:solidFill>
                  <a:srgbClr val="003366"/>
                </a:solidFill>
                <a:latin typeface="Aptos"/>
                <a:ea typeface="Aptos"/>
                <a:cs typeface="Aptos"/>
              </a:defRPr>
            </a:lvl2pPr>
            <a:lvl3pPr algn="ctr">
              <a:defRPr sz="1350" b="1" i="0">
                <a:solidFill>
                  <a:srgbClr val="003366"/>
                </a:solidFill>
                <a:latin typeface="Aptos"/>
                <a:ea typeface="Aptos"/>
                <a:cs typeface="Aptos"/>
              </a:defRPr>
            </a:lvl3pPr>
            <a:lvl4pPr algn="ctr">
              <a:defRPr sz="1350" b="1" i="0">
                <a:solidFill>
                  <a:srgbClr val="003366"/>
                </a:solidFill>
                <a:latin typeface="Aptos"/>
                <a:ea typeface="Aptos"/>
                <a:cs typeface="Aptos"/>
              </a:defRPr>
            </a:lvl4pPr>
            <a:lvl5pPr algn="ctr">
              <a:defRPr sz="1350" b="1" i="0">
                <a:solidFill>
                  <a:srgbClr val="003366"/>
                </a:solidFill>
                <a:latin typeface="Aptos"/>
                <a:ea typeface="Aptos"/>
                <a:cs typeface="Aptos"/>
              </a:defRPr>
            </a:lvl5pPr>
            <a:lvl6pPr algn="ctr">
              <a:defRPr sz="1350" b="1" i="0">
                <a:solidFill>
                  <a:srgbClr val="003366"/>
                </a:solidFill>
                <a:latin typeface="Aptos"/>
                <a:ea typeface="Aptos"/>
                <a:cs typeface="Aptos"/>
              </a:defRPr>
            </a:lvl6pPr>
            <a:lvl7pPr algn="ctr">
              <a:defRPr sz="1350" b="1" i="0">
                <a:solidFill>
                  <a:srgbClr val="003366"/>
                </a:solidFill>
                <a:latin typeface="Aptos"/>
                <a:ea typeface="Aptos"/>
                <a:cs typeface="Aptos"/>
              </a:defRPr>
            </a:lvl7pPr>
            <a:lvl8pPr algn="ctr">
              <a:defRPr sz="1350" b="1" i="0">
                <a:solidFill>
                  <a:srgbClr val="003366"/>
                </a:solidFill>
                <a:latin typeface="Aptos"/>
                <a:ea typeface="Aptos"/>
                <a:cs typeface="Aptos"/>
              </a:defRPr>
            </a:lvl8pPr>
            <a:lvl9pPr algn="ctr">
              <a:defRPr sz="1350" b="1" i="0">
                <a:solidFill>
                  <a:srgbClr val="003366"/>
                </a:solidFill>
                <a:latin typeface="Aptos"/>
                <a:ea typeface="Aptos"/>
                <a:cs typeface="Aptos"/>
              </a:defRPr>
            </a:lvl9pPr>
          </a:lstStyle>
          <a:p xmlns:a="http://schemas.openxmlformats.org/drawingml/2006/main">
            <a:pPr algn="ctr">
              <a:defRPr sz="1350" b="1" i="0">
                <a:solidFill>
                  <a:srgbClr val="003366"/>
                </a:solidFill>
                <a:latin typeface="Aptos"/>
                <a:ea typeface="Aptos"/>
                <a:cs typeface="Aptos"/>
              </a:defRPr>
            </a:pPr>
            <a:r>
              <a:rPr sz="1350" b="1" i="0">
                <a:solidFill>
                  <a:srgbClr val="003366"/>
                </a:solidFill>
                <a:latin typeface="Aptos"/>
                <a:ea typeface="Aptos"/>
                <a:cs typeface="Aptos"/>
              </a:rPr>
              <a:t>REVISIÓN HUMANA</a:t>
            </a:r>
          </a:p>
        </p:txBody>
      </p:sp>
      <p:sp>
        <p:nvSpPr>
          <p:cNvPr id="17" name="consent-copy-2">
            <a:extLst xmlns:a="http://schemas.openxmlformats.org/drawingml/2006/main">
              <a:ext uri="{FF2B5EF4-FFF2-40B4-BE49-F238E27FC236}">
                <a16:creationId xmlns:a16="http://schemas.microsoft.com/office/drawing/2014/main" id="{236A2725-CBD6-4DF3-8FF6-0A0395596856}"/>
              </a:ext>
            </a:extLst>
          </p:cNvPr>
          <p:cNvSpPr>
            <a:spLocks xmlns:a="http://schemas.openxmlformats.org/drawingml/2006/main" noGrp="1"/>
          </p:cNvSpPr>
          <p:nvPr/>
        </p:nvSpPr>
        <p:spPr>
          <a:xfrm xmlns:a="http://schemas.openxmlformats.org/drawingml/2006/main">
            <a:off x="8610600" y="3962400"/>
            <a:ext cx="2609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0" i="0">
                <a:solidFill>
                  <a:srgbClr val="17324D"/>
                </a:solidFill>
                <a:latin typeface="Aptos"/>
                <a:ea typeface="Aptos"/>
                <a:cs typeface="Aptos"/>
              </a:defRPr>
            </a:defPPr>
            <a:lvl1pPr algn="ctr">
              <a:defRPr sz="1350" b="0" i="0">
                <a:solidFill>
                  <a:srgbClr val="17324D"/>
                </a:solidFill>
                <a:latin typeface="Aptos"/>
                <a:ea typeface="Aptos"/>
                <a:cs typeface="Aptos"/>
              </a:defRPr>
            </a:lvl1pPr>
            <a:lvl2pPr algn="ctr">
              <a:defRPr sz="1350" b="0" i="0">
                <a:solidFill>
                  <a:srgbClr val="17324D"/>
                </a:solidFill>
                <a:latin typeface="Aptos"/>
                <a:ea typeface="Aptos"/>
                <a:cs typeface="Aptos"/>
              </a:defRPr>
            </a:lvl2pPr>
            <a:lvl3pPr algn="ctr">
              <a:defRPr sz="1350" b="0" i="0">
                <a:solidFill>
                  <a:srgbClr val="17324D"/>
                </a:solidFill>
                <a:latin typeface="Aptos"/>
                <a:ea typeface="Aptos"/>
                <a:cs typeface="Aptos"/>
              </a:defRPr>
            </a:lvl3pPr>
            <a:lvl4pPr algn="ctr">
              <a:defRPr sz="1350" b="0" i="0">
                <a:solidFill>
                  <a:srgbClr val="17324D"/>
                </a:solidFill>
                <a:latin typeface="Aptos"/>
                <a:ea typeface="Aptos"/>
                <a:cs typeface="Aptos"/>
              </a:defRPr>
            </a:lvl4pPr>
            <a:lvl5pPr algn="ctr">
              <a:defRPr sz="1350" b="0" i="0">
                <a:solidFill>
                  <a:srgbClr val="17324D"/>
                </a:solidFill>
                <a:latin typeface="Aptos"/>
                <a:ea typeface="Aptos"/>
                <a:cs typeface="Aptos"/>
              </a:defRPr>
            </a:lvl5pPr>
            <a:lvl6pPr algn="ctr">
              <a:defRPr sz="1350" b="0" i="0">
                <a:solidFill>
                  <a:srgbClr val="17324D"/>
                </a:solidFill>
                <a:latin typeface="Aptos"/>
                <a:ea typeface="Aptos"/>
                <a:cs typeface="Aptos"/>
              </a:defRPr>
            </a:lvl6pPr>
            <a:lvl7pPr algn="ctr">
              <a:defRPr sz="1350" b="0" i="0">
                <a:solidFill>
                  <a:srgbClr val="17324D"/>
                </a:solidFill>
                <a:latin typeface="Aptos"/>
                <a:ea typeface="Aptos"/>
                <a:cs typeface="Aptos"/>
              </a:defRPr>
            </a:lvl7pPr>
            <a:lvl8pPr algn="ctr">
              <a:defRPr sz="1350" b="0" i="0">
                <a:solidFill>
                  <a:srgbClr val="17324D"/>
                </a:solidFill>
                <a:latin typeface="Aptos"/>
                <a:ea typeface="Aptos"/>
                <a:cs typeface="Aptos"/>
              </a:defRPr>
            </a:lvl8pPr>
            <a:lvl9pPr algn="ctr">
              <a:defRPr sz="1350" b="0" i="0">
                <a:solidFill>
                  <a:srgbClr val="17324D"/>
                </a:solidFill>
                <a:latin typeface="Aptos"/>
                <a:ea typeface="Aptos"/>
                <a:cs typeface="Aptos"/>
              </a:defRPr>
            </a:lvl9pPr>
          </a:lstStyle>
          <a:p xmlns:a="http://schemas.openxmlformats.org/drawingml/2006/main">
            <a:pPr algn="ctr">
              <a:defRPr sz="1350" b="0" i="0">
                <a:solidFill>
                  <a:srgbClr val="17324D"/>
                </a:solidFill>
                <a:latin typeface="Aptos"/>
                <a:ea typeface="Aptos"/>
                <a:cs typeface="Aptos"/>
              </a:defRPr>
            </a:pPr>
            <a:r>
              <a:rPr sz="1350" b="0" i="0">
                <a:solidFill>
                  <a:srgbClr val="17324D"/>
                </a:solidFill>
                <a:latin typeface="Aptos"/>
                <a:ea typeface="Aptos"/>
                <a:cs typeface="Aptos"/>
              </a:rPr>
              <a:t>Caso sensible</a:t>
            </a:r>
          </a:p>
          <a:p xmlns:a="http://schemas.openxmlformats.org/drawingml/2006/main">
            <a:pPr algn="ctr">
              <a:defRPr sz="1350" b="0" i="0">
                <a:solidFill>
                  <a:srgbClr val="17324D"/>
                </a:solidFill>
                <a:latin typeface="Aptos"/>
                <a:ea typeface="Aptos"/>
                <a:cs typeface="Aptos"/>
              </a:defRPr>
            </a:pPr>
            <a:r>
              <a:rPr sz="1350" b="0" i="0">
                <a:solidFill>
                  <a:srgbClr val="17324D"/>
                </a:solidFill>
                <a:latin typeface="Aptos"/>
                <a:ea typeface="Aptos"/>
                <a:cs typeface="Aptos"/>
              </a:rPr>
              <a:t>Regla o excepción dudosa</a:t>
            </a:r>
          </a:p>
        </p:txBody>
      </p:sp>
      <p:sp>
        <p:nvSpPr>
          <p:cNvPr id="18" name="consent-rule-box">
            <a:extLst xmlns:a="http://schemas.openxmlformats.org/drawingml/2006/main">
              <a:ext uri="{FF2B5EF4-FFF2-40B4-BE49-F238E27FC236}">
                <a16:creationId xmlns:a16="http://schemas.microsoft.com/office/drawing/2014/main" id="{311D248F-ADFA-4329-885D-6A309DD0343C}"/>
              </a:ext>
            </a:extLst>
          </p:cNvPr>
          <p:cNvSpPr>
            <a:spLocks xmlns:a="http://schemas.openxmlformats.org/drawingml/2006/main" noGrp="1"/>
          </p:cNvSpPr>
          <p:nvPr/>
        </p:nvSpPr>
        <p:spPr>
          <a:xfrm xmlns:a="http://schemas.openxmlformats.org/drawingml/2006/main">
            <a:off x="2552700" y="5219700"/>
            <a:ext cx="7086600" cy="361950"/>
          </a:xfrm>
          <a:prstGeom xmlns:a="http://schemas.openxmlformats.org/drawingml/2006/main" prst="roundRect">
            <a:avLst>
              <a:gd name="adj" fmla="val 21053"/>
            </a:avLst>
          </a:prstGeom>
          <a:solidFill xmlns:a="http://schemas.openxmlformats.org/drawingml/2006/main">
            <a:srgbClr val="EAF4F8"/>
          </a:solidFill>
          <a:ln xmlns:a="http://schemas.openxmlformats.org/drawingml/2006/main" w="0">
            <a:noFill/>
            <a:prstDash val="solid"/>
          </a:ln>
        </p:spPr>
      </p:sp>
      <p:sp>
        <p:nvSpPr>
          <p:cNvPr id="19" name="consent-rule-text">
            <a:extLst xmlns:a="http://schemas.openxmlformats.org/drawingml/2006/main">
              <a:ext uri="{FF2B5EF4-FFF2-40B4-BE49-F238E27FC236}">
                <a16:creationId xmlns:a16="http://schemas.microsoft.com/office/drawing/2014/main" id="{63B246F1-DB37-4BDF-820E-6CD7DFDAE1FD}"/>
              </a:ext>
            </a:extLst>
          </p:cNvPr>
          <p:cNvSpPr>
            <a:spLocks xmlns:a="http://schemas.openxmlformats.org/drawingml/2006/main" noGrp="1"/>
          </p:cNvSpPr>
          <p:nvPr/>
        </p:nvSpPr>
        <p:spPr>
          <a:xfrm xmlns:a="http://schemas.openxmlformats.org/drawingml/2006/main">
            <a:off x="2667000" y="5286375"/>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03366"/>
                </a:solidFill>
                <a:latin typeface="Aptos"/>
                <a:ea typeface="Aptos"/>
                <a:cs typeface="Aptos"/>
              </a:defRPr>
            </a:defPPr>
            <a:lvl1pPr algn="ctr">
              <a:defRPr sz="1125" b="1" i="0">
                <a:solidFill>
                  <a:srgbClr val="003366"/>
                </a:solidFill>
                <a:latin typeface="Aptos"/>
                <a:ea typeface="Aptos"/>
                <a:cs typeface="Aptos"/>
              </a:defRPr>
            </a:lvl1pPr>
            <a:lvl2pPr algn="ctr">
              <a:defRPr sz="1125" b="1" i="0">
                <a:solidFill>
                  <a:srgbClr val="003366"/>
                </a:solidFill>
                <a:latin typeface="Aptos"/>
                <a:ea typeface="Aptos"/>
                <a:cs typeface="Aptos"/>
              </a:defRPr>
            </a:lvl2pPr>
            <a:lvl3pPr algn="ctr">
              <a:defRPr sz="1125" b="1" i="0">
                <a:solidFill>
                  <a:srgbClr val="003366"/>
                </a:solidFill>
                <a:latin typeface="Aptos"/>
                <a:ea typeface="Aptos"/>
                <a:cs typeface="Aptos"/>
              </a:defRPr>
            </a:lvl3pPr>
            <a:lvl4pPr algn="ctr">
              <a:defRPr sz="1125" b="1" i="0">
                <a:solidFill>
                  <a:srgbClr val="003366"/>
                </a:solidFill>
                <a:latin typeface="Aptos"/>
                <a:ea typeface="Aptos"/>
                <a:cs typeface="Aptos"/>
              </a:defRPr>
            </a:lvl4pPr>
            <a:lvl5pPr algn="ctr">
              <a:defRPr sz="1125" b="1" i="0">
                <a:solidFill>
                  <a:srgbClr val="003366"/>
                </a:solidFill>
                <a:latin typeface="Aptos"/>
                <a:ea typeface="Aptos"/>
                <a:cs typeface="Aptos"/>
              </a:defRPr>
            </a:lvl5pPr>
            <a:lvl6pPr algn="ctr">
              <a:defRPr sz="1125" b="1" i="0">
                <a:solidFill>
                  <a:srgbClr val="003366"/>
                </a:solidFill>
                <a:latin typeface="Aptos"/>
                <a:ea typeface="Aptos"/>
                <a:cs typeface="Aptos"/>
              </a:defRPr>
            </a:lvl6pPr>
            <a:lvl7pPr algn="ctr">
              <a:defRPr sz="1125" b="1" i="0">
                <a:solidFill>
                  <a:srgbClr val="003366"/>
                </a:solidFill>
                <a:latin typeface="Aptos"/>
                <a:ea typeface="Aptos"/>
                <a:cs typeface="Aptos"/>
              </a:defRPr>
            </a:lvl7pPr>
            <a:lvl8pPr algn="ctr">
              <a:defRPr sz="1125" b="1" i="0">
                <a:solidFill>
                  <a:srgbClr val="003366"/>
                </a:solidFill>
                <a:latin typeface="Aptos"/>
                <a:ea typeface="Aptos"/>
                <a:cs typeface="Aptos"/>
              </a:defRPr>
            </a:lvl8pPr>
            <a:lvl9pPr algn="ctr">
              <a:defRPr sz="1125" b="1" i="0">
                <a:solidFill>
                  <a:srgbClr val="003366"/>
                </a:solidFill>
                <a:latin typeface="Aptos"/>
                <a:ea typeface="Aptos"/>
                <a:cs typeface="Aptos"/>
              </a:defRPr>
            </a:lvl9pPr>
          </a:lstStyle>
          <a:p xmlns:a="http://schemas.openxmlformats.org/drawingml/2006/main">
            <a:pPr algn="ctr">
              <a:defRPr sz="1125" b="1" i="0">
                <a:solidFill>
                  <a:srgbClr val="003366"/>
                </a:solidFill>
                <a:latin typeface="Aptos"/>
                <a:ea typeface="Aptos"/>
                <a:cs typeface="Aptos"/>
              </a:defRPr>
            </a:pPr>
            <a:r>
              <a:rPr sz="1125" b="1" i="0">
                <a:solidFill>
                  <a:srgbClr val="003366"/>
                </a:solidFill>
                <a:latin typeface="Aptos"/>
                <a:ea typeface="Aptos"/>
                <a:cs typeface="Aptos"/>
              </a:rPr>
              <a:t>El canal y el propósito deben coincidir con la expectativa explicada</a:t>
            </a:r>
          </a:p>
        </p:txBody>
      </p:sp>
      <p:sp>
        <p:nvSpPr>
          <p:cNvPr id="20" name="consent-limit">
            <a:extLst xmlns:a="http://schemas.openxmlformats.org/drawingml/2006/main">
              <a:ext uri="{FF2B5EF4-FFF2-40B4-BE49-F238E27FC236}">
                <a16:creationId xmlns:a16="http://schemas.microsoft.com/office/drawing/2014/main" id="{7C9BA536-9836-40C7-A2C1-6CBF3DCEF6DA}"/>
              </a:ext>
            </a:extLst>
          </p:cNvPr>
          <p:cNvSpPr>
            <a:spLocks xmlns:a="http://schemas.openxmlformats.org/drawingml/2006/main" noGrp="1"/>
          </p:cNvSpPr>
          <p:nvPr/>
        </p:nvSpPr>
        <p:spPr>
          <a:xfrm xmlns:a="http://schemas.openxmlformats.org/drawingml/2006/main">
            <a:off x="2381250" y="573405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526B7F"/>
                </a:solidFill>
                <a:latin typeface="Aptos"/>
                <a:ea typeface="Aptos"/>
                <a:cs typeface="Aptos"/>
              </a:defRPr>
            </a:defPPr>
            <a:lvl1pPr algn="ctr">
              <a:defRPr sz="1275" b="0" i="0">
                <a:solidFill>
                  <a:srgbClr val="526B7F"/>
                </a:solidFill>
                <a:latin typeface="Aptos"/>
                <a:ea typeface="Aptos"/>
                <a:cs typeface="Aptos"/>
              </a:defRPr>
            </a:lvl1pPr>
            <a:lvl2pPr algn="ctr">
              <a:defRPr sz="1275" b="0" i="0">
                <a:solidFill>
                  <a:srgbClr val="526B7F"/>
                </a:solidFill>
                <a:latin typeface="Aptos"/>
                <a:ea typeface="Aptos"/>
                <a:cs typeface="Aptos"/>
              </a:defRPr>
            </a:lvl2pPr>
            <a:lvl3pPr algn="ctr">
              <a:defRPr sz="1275" b="0" i="0">
                <a:solidFill>
                  <a:srgbClr val="526B7F"/>
                </a:solidFill>
                <a:latin typeface="Aptos"/>
                <a:ea typeface="Aptos"/>
                <a:cs typeface="Aptos"/>
              </a:defRPr>
            </a:lvl3pPr>
            <a:lvl4pPr algn="ctr">
              <a:defRPr sz="1275" b="0" i="0">
                <a:solidFill>
                  <a:srgbClr val="526B7F"/>
                </a:solidFill>
                <a:latin typeface="Aptos"/>
                <a:ea typeface="Aptos"/>
                <a:cs typeface="Aptos"/>
              </a:defRPr>
            </a:lvl4pPr>
            <a:lvl5pPr algn="ctr">
              <a:defRPr sz="1275" b="0" i="0">
                <a:solidFill>
                  <a:srgbClr val="526B7F"/>
                </a:solidFill>
                <a:latin typeface="Aptos"/>
                <a:ea typeface="Aptos"/>
                <a:cs typeface="Aptos"/>
              </a:defRPr>
            </a:lvl5pPr>
            <a:lvl6pPr algn="ctr">
              <a:defRPr sz="1275" b="0" i="0">
                <a:solidFill>
                  <a:srgbClr val="526B7F"/>
                </a:solidFill>
                <a:latin typeface="Aptos"/>
                <a:ea typeface="Aptos"/>
                <a:cs typeface="Aptos"/>
              </a:defRPr>
            </a:lvl6pPr>
            <a:lvl7pPr algn="ctr">
              <a:defRPr sz="1275" b="0" i="0">
                <a:solidFill>
                  <a:srgbClr val="526B7F"/>
                </a:solidFill>
                <a:latin typeface="Aptos"/>
                <a:ea typeface="Aptos"/>
                <a:cs typeface="Aptos"/>
              </a:defRPr>
            </a:lvl7pPr>
            <a:lvl8pPr algn="ctr">
              <a:defRPr sz="1275" b="0" i="0">
                <a:solidFill>
                  <a:srgbClr val="526B7F"/>
                </a:solidFill>
                <a:latin typeface="Aptos"/>
                <a:ea typeface="Aptos"/>
                <a:cs typeface="Aptos"/>
              </a:defRPr>
            </a:lvl8pPr>
            <a:lvl9pPr algn="ctr">
              <a:defRPr sz="1275" b="0" i="0">
                <a:solidFill>
                  <a:srgbClr val="526B7F"/>
                </a:solidFill>
                <a:latin typeface="Aptos"/>
                <a:ea typeface="Aptos"/>
                <a:cs typeface="Aptos"/>
              </a:defRPr>
            </a:lvl9pPr>
          </a:lstStyle>
          <a:p xmlns:a="http://schemas.openxmlformats.org/drawingml/2006/main">
            <a:pPr algn="ctr">
              <a:defRPr sz="1275" b="0" i="0">
                <a:solidFill>
                  <a:srgbClr val="526B7F"/>
                </a:solidFill>
                <a:latin typeface="Aptos"/>
                <a:ea typeface="Aptos"/>
                <a:cs typeface="Aptos"/>
              </a:defRPr>
            </a:pPr>
            <a:r>
              <a:rPr sz="1275" b="0" i="0">
                <a:solidFill>
                  <a:srgbClr val="526B7F"/>
                </a:solidFill>
                <a:latin typeface="Aptos"/>
                <a:ea typeface="Aptos"/>
                <a:cs typeface="Aptos"/>
              </a:rPr>
              <a:t>Esta práctica no reemplaza una revisión legal ni una política aprobada.</a:t>
            </a:r>
          </a:p>
        </p:txBody>
      </p:sp>
      <p:sp>
        <p:nvSpPr>
          <p:cNvPr id="21" name="brand-3">
            <a:extLst xmlns:a="http://schemas.openxmlformats.org/drawingml/2006/main">
              <a:ext uri="{FF2B5EF4-FFF2-40B4-BE49-F238E27FC236}">
                <a16:creationId xmlns:a16="http://schemas.microsoft.com/office/drawing/2014/main" id="{03A3CD18-1B6F-4121-A9E0-A8D526242A0F}"/>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22" name="page-3">
            <a:extLst xmlns:a="http://schemas.openxmlformats.org/drawingml/2006/main">
              <a:ext uri="{FF2B5EF4-FFF2-40B4-BE49-F238E27FC236}">
                <a16:creationId xmlns:a16="http://schemas.microsoft.com/office/drawing/2014/main" id="{870C566A-AA20-4586-8BA9-437B0BB69B41}"/>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03</a:t>
            </a:r>
          </a:p>
        </p:txBody>
      </p:sp>
    </p:spTree>
    <p:extLst>
      <p:ext uri="{BB962C8B-B14F-4D97-AF65-F5344CB8AC3E}">
        <p14:creationId xmlns:p14="http://schemas.microsoft.com/office/powerpoint/2010/main" val="789567995"/>
      </p:ext>
    </p:extLst>
  </p:cSld>
</p:sld>
</file>

<file path=ppt/slides/slide4.xml><?xml version="1.0" encoding="utf-8"?>
<p:sld xmlns:p="http://schemas.openxmlformats.org/presentationml/2006/main">
  <p:cSld>
    <p:bg>
      <p:bgPr>
        <a:solidFill xmlns:a="http://schemas.openxmlformats.org/drawingml/2006/main">
          <a:srgbClr val="F5F9FB"/>
        </a:solidFill>
      </p:bgPr>
    </p:bg>
    <p:spTree>
      <p:nvGrpSpPr>
        <p:cNvPr id="1" name=""/>
        <p:cNvGrpSpPr/>
        <p:nvPr/>
      </p:nvGrpSpPr>
      <p:grpSpPr>
        <a:xfrm xmlns:a="http://schemas.openxmlformats.org/drawingml/2006/main"/>
      </p:grpSpPr>
      <p:sp>
        <p:nvSpPr>
          <p:cNvPr id="9" name="title-4">
            <a:extLst xmlns:a="http://schemas.openxmlformats.org/drawingml/2006/main">
              <a:ext uri="{FF2B5EF4-FFF2-40B4-BE49-F238E27FC236}">
                <a16:creationId xmlns:a16="http://schemas.microsoft.com/office/drawing/2014/main" id="{34C2B9C8-4F8A-47D9-A6D6-5C4DF0EAB747}"/>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Rutas posibles para el próximo paso</a:t>
            </a:r>
          </a:p>
        </p:txBody>
      </p:sp>
      <p:sp>
        <p:nvSpPr>
          <p:cNvPr id="2" name="title-rule-4">
            <a:extLst xmlns:a="http://schemas.openxmlformats.org/drawingml/2006/main">
              <a:ext uri="{FF2B5EF4-FFF2-40B4-BE49-F238E27FC236}">
                <a16:creationId xmlns:a16="http://schemas.microsoft.com/office/drawing/2014/main" id="{6B75AE6D-ABA1-47F4-8C3F-82DB8DB174E0}"/>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4">
            <a:extLst xmlns:a="http://schemas.openxmlformats.org/drawingml/2006/main">
              <a:ext uri="{FF2B5EF4-FFF2-40B4-BE49-F238E27FC236}">
                <a16:creationId xmlns:a16="http://schemas.microsoft.com/office/drawing/2014/main" id="{240BB800-C744-44FF-A8DF-E01A586949DB}"/>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La herramienta se elige después de definir datos, salida y responsable.</a:t>
            </a:r>
          </a:p>
        </p:txBody>
      </p:sp>
      <p:graphicFrame>
        <p:nvGraphicFramePr>
          <p:cNvPr id="4" name="">
            <a:extLst xmlns:a="http://schemas.openxmlformats.org/drawingml/2006/main">
              <a:ext uri="{FF2B5EF4-FFF2-40B4-BE49-F238E27FC236}">
                <a16:creationId xmlns:a16="http://schemas.microsoft.com/office/drawing/2014/main" id="{B250BEAB-2604-40EC-8DB8-27F230429736}"/>
              </a:ext>
            </a:extLst>
          </p:cNvPr>
          <p:cNvGraphicFramePr/>
          <p:nvPr/>
        </p:nvGraphicFramePr>
        <p:xfrm>
          <a:off xmlns:a="http://schemas.openxmlformats.org/drawingml/2006/main" x="723900" y="2133600"/>
          <a:ext xmlns:a="http://schemas.openxmlformats.org/drawingml/2006/main" cx="10744200" cy="3143250"/>
        </p:xfrm>
        <a:graphic xmlns:a="http://schemas.openxmlformats.org/drawingml/2006/main">
          <a:graphicData uri="http://schemas.openxmlformats.org/drawingml/2006/table">
            <a:tbl>
              <a:tblPr/>
              <a:tblGrid>
                <a:gridCol w="2095500"/>
                <a:gridCol w="2876550"/>
                <a:gridCol w="2876550"/>
                <a:gridCol w="2895600"/>
              </a:tblGrid>
              <a:tr h="628650">
                <a:tc>
                  <a:txBody>
                    <a:bodyPr/>
                    <a:lstStyle/>
                    <a:p>
                      <a:pPr algn="ctr"/>
                      <a:r>
                        <a:rPr sz="1200" b="1">
                          <a:solidFill>
                            <a:srgbClr val="FFFFFF"/>
                          </a:solidFill>
                          <a:latin typeface="Aptos"/>
                          <a:ea typeface="Aptos"/>
                          <a:cs typeface="Aptos"/>
                        </a:rPr>
                        <a:t>Ruta</a:t>
                      </a:r>
                    </a:p>
                  </a:txBody>
                  <a:tcPr marL="91440" marR="91440" marT="45720" marB="45720">
                    <a:lnL w="9525">
                      <a:solidFill>
                        <a:srgbClr val="EAF4F8"/>
                      </a:solidFill>
                      <a:prstDash val="solid"/>
                    </a:lnL>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00" b="1">
                          <a:solidFill>
                            <a:srgbClr val="FFFFFF"/>
                          </a:solidFill>
                          <a:latin typeface="Aptos"/>
                          <a:ea typeface="Aptos"/>
                          <a:cs typeface="Aptos"/>
                        </a:rPr>
                        <a:t>Aporte</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00" b="1">
                          <a:solidFill>
                            <a:srgbClr val="FFFFFF"/>
                          </a:solidFill>
                          <a:latin typeface="Aptos"/>
                          <a:ea typeface="Aptos"/>
                          <a:cs typeface="Aptos"/>
                        </a:rPr>
                        <a:t>Control necesario</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00" b="1">
                          <a:solidFill>
                            <a:srgbClr val="FFFFFF"/>
                          </a:solidFill>
                          <a:latin typeface="Aptos"/>
                          <a:ea typeface="Aptos"/>
                          <a:cs typeface="Aptos"/>
                        </a:rPr>
                        <a:t>Límite de la práctica</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r>
              <a:tr h="628650">
                <a:tc>
                  <a:txBody>
                    <a:bodyPr/>
                    <a:lstStyle/>
                    <a:p>
                      <a:r>
                        <a:rPr sz="1275" b="1">
                          <a:solidFill>
                            <a:srgbClr val="003366"/>
                          </a:solidFill>
                          <a:latin typeface="Aptos"/>
                          <a:ea typeface="Aptos"/>
                          <a:cs typeface="Aptos"/>
                        </a:rPr>
                        <a:t>Formulario</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125">
                          <a:solidFill>
                            <a:srgbClr val="17324D"/>
                          </a:solidFill>
                          <a:latin typeface="Aptos"/>
                          <a:ea typeface="Aptos"/>
                          <a:cs typeface="Aptos"/>
                        </a:rPr>
                        <a:t>Registra una consulta</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Dato mínimo y consentimiento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Sin publicar ni conectar</a:t>
                      </a:r>
                    </a:p>
                  </a:txBody>
                  <a:tcPr marL="91440" marR="91440" marT="45720" marB="45720">
                    <a:lnR w="9525">
                      <a:solidFill>
                        <a:srgbClr val="EAF4F8"/>
                      </a:solidFill>
                      <a:prstDash val="solid"/>
                    </a:lnR>
                    <a:lnB w="9525">
                      <a:solidFill>
                        <a:srgbClr val="EAF4F8"/>
                      </a:solidFill>
                      <a:prstDash val="solid"/>
                    </a:lnB>
                    <a:solidFill>
                      <a:srgbClr val="FFFFFF"/>
                    </a:solidFill>
                  </a:tcPr>
                </a:tc>
              </a:tr>
              <a:tr h="628650">
                <a:tc>
                  <a:txBody>
                    <a:bodyPr/>
                    <a:lstStyle/>
                    <a:p>
                      <a:r>
                        <a:rPr sz="1275" b="1">
                          <a:solidFill>
                            <a:srgbClr val="003366"/>
                          </a:solidFill>
                          <a:latin typeface="Aptos"/>
                          <a:ea typeface="Aptos"/>
                          <a:cs typeface="Aptos"/>
                        </a:rPr>
                        <a:t>Calendario</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125">
                          <a:solidFill>
                            <a:srgbClr val="17324D"/>
                          </a:solidFill>
                          <a:latin typeface="Aptos"/>
                          <a:ea typeface="Aptos"/>
                          <a:cs typeface="Aptos"/>
                        </a:rPr>
                        <a:t>Reduce intercambio de horarios</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Excepciones y revisión humana</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Sin reservar cuentas reales</a:t>
                      </a:r>
                    </a:p>
                  </a:txBody>
                  <a:tcPr marL="91440" marR="91440" marT="45720" marB="45720">
                    <a:lnR w="9525">
                      <a:solidFill>
                        <a:srgbClr val="EAF4F8"/>
                      </a:solidFill>
                      <a:prstDash val="solid"/>
                    </a:lnR>
                    <a:lnB w="9525">
                      <a:solidFill>
                        <a:srgbClr val="EAF4F8"/>
                      </a:solidFill>
                      <a:prstDash val="solid"/>
                    </a:lnB>
                    <a:solidFill>
                      <a:srgbClr val="FFFFFF"/>
                    </a:solidFill>
                  </a:tcPr>
                </a:tc>
              </a:tr>
              <a:tr h="628650">
                <a:tc>
                  <a:txBody>
                    <a:bodyPr/>
                    <a:lstStyle/>
                    <a:p>
                      <a:r>
                        <a:rPr sz="1275" b="1">
                          <a:solidFill>
                            <a:srgbClr val="003366"/>
                          </a:solidFill>
                          <a:latin typeface="Aptos"/>
                          <a:ea typeface="Aptos"/>
                          <a:cs typeface="Aptos"/>
                        </a:rPr>
                        <a:t>Mensajería</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125">
                          <a:solidFill>
                            <a:srgbClr val="17324D"/>
                          </a:solidFill>
                          <a:latin typeface="Aptos"/>
                          <a:ea typeface="Aptos"/>
                          <a:cs typeface="Aptos"/>
                        </a:rPr>
                        <a:t>Facilita conversación</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Salida y control de duplicados</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Sin enviar mensajes</a:t>
                      </a:r>
                    </a:p>
                  </a:txBody>
                  <a:tcPr marL="91440" marR="91440" marT="45720" marB="45720">
                    <a:lnR w="9525">
                      <a:solidFill>
                        <a:srgbClr val="EAF4F8"/>
                      </a:solidFill>
                      <a:prstDash val="solid"/>
                    </a:lnR>
                    <a:lnB w="9525">
                      <a:solidFill>
                        <a:srgbClr val="EAF4F8"/>
                      </a:solidFill>
                      <a:prstDash val="solid"/>
                    </a:lnB>
                    <a:solidFill>
                      <a:srgbClr val="FFFFFF"/>
                    </a:solidFill>
                  </a:tcPr>
                </a:tc>
              </a:tr>
              <a:tr h="628650">
                <a:tc>
                  <a:txBody>
                    <a:bodyPr/>
                    <a:lstStyle/>
                    <a:p>
                      <a:r>
                        <a:rPr sz="1275" b="1">
                          <a:solidFill>
                            <a:srgbClr val="003366"/>
                          </a:solidFill>
                          <a:latin typeface="Aptos"/>
                          <a:ea typeface="Aptos"/>
                          <a:cs typeface="Aptos"/>
                        </a:rPr>
                        <a:t>CRM</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125">
                          <a:solidFill>
                            <a:srgbClr val="17324D"/>
                          </a:solidFill>
                          <a:latin typeface="Aptos"/>
                          <a:ea typeface="Aptos"/>
                          <a:cs typeface="Aptos"/>
                        </a:rPr>
                        <a:t>Reúne contexto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Configuración, costo y responsables</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125">
                          <a:solidFill>
                            <a:srgbClr val="17324D"/>
                          </a:solidFill>
                          <a:latin typeface="Aptos"/>
                          <a:ea typeface="Aptos"/>
                          <a:cs typeface="Aptos"/>
                        </a:rPr>
                        <a:t>Sin crear contactos</a:t>
                      </a:r>
                    </a:p>
                  </a:txBody>
                  <a:tcPr marL="91440" marR="91440" marT="45720" marB="45720">
                    <a:lnR w="9525">
                      <a:solidFill>
                        <a:srgbClr val="EAF4F8"/>
                      </a:solidFill>
                      <a:prstDash val="solid"/>
                    </a:lnR>
                    <a:lnB w="9525">
                      <a:solidFill>
                        <a:srgbClr val="EAF4F8"/>
                      </a:solidFill>
                      <a:prstDash val="solid"/>
                    </a:lnB>
                    <a:solidFill>
                      <a:srgbClr val="FFFFFF"/>
                    </a:solidFill>
                  </a:tcPr>
                </a:tc>
              </a:tr>
            </a:tbl>
          </a:graphicData>
        </a:graphic>
      </p:graphicFrame>
      <p:sp>
        <p:nvSpPr>
          <p:cNvPr id="5" name="route-rule-box">
            <a:extLst xmlns:a="http://schemas.openxmlformats.org/drawingml/2006/main">
              <a:ext uri="{FF2B5EF4-FFF2-40B4-BE49-F238E27FC236}">
                <a16:creationId xmlns:a16="http://schemas.microsoft.com/office/drawing/2014/main" id="{B30AE0D4-399C-42F7-93A1-A88C3D0DE398}"/>
              </a:ext>
            </a:extLst>
          </p:cNvPr>
          <p:cNvSpPr>
            <a:spLocks xmlns:a="http://schemas.openxmlformats.org/drawingml/2006/main" noGrp="1"/>
          </p:cNvSpPr>
          <p:nvPr/>
        </p:nvSpPr>
        <p:spPr>
          <a:xfrm xmlns:a="http://schemas.openxmlformats.org/drawingml/2006/main">
            <a:off x="3390900" y="5543550"/>
            <a:ext cx="5410200" cy="361950"/>
          </a:xfrm>
          <a:prstGeom xmlns:a="http://schemas.openxmlformats.org/drawingml/2006/main" prst="roundRect">
            <a:avLst>
              <a:gd name="adj" fmla="val 21053"/>
            </a:avLst>
          </a:prstGeom>
          <a:solidFill xmlns:a="http://schemas.openxmlformats.org/drawingml/2006/main">
            <a:srgbClr val="003366"/>
          </a:solidFill>
          <a:ln xmlns:a="http://schemas.openxmlformats.org/drawingml/2006/main" w="0">
            <a:noFill/>
            <a:prstDash val="solid"/>
          </a:ln>
        </p:spPr>
      </p:sp>
      <p:sp>
        <p:nvSpPr>
          <p:cNvPr id="6" name="route-rule-text">
            <a:extLst xmlns:a="http://schemas.openxmlformats.org/drawingml/2006/main">
              <a:ext uri="{FF2B5EF4-FFF2-40B4-BE49-F238E27FC236}">
                <a16:creationId xmlns:a16="http://schemas.microsoft.com/office/drawing/2014/main" id="{A80C3797-94BE-4A6B-9666-17EE66A57C9F}"/>
              </a:ext>
            </a:extLst>
          </p:cNvPr>
          <p:cNvSpPr>
            <a:spLocks xmlns:a="http://schemas.openxmlformats.org/drawingml/2006/main" noGrp="1"/>
          </p:cNvSpPr>
          <p:nvPr/>
        </p:nvSpPr>
        <p:spPr>
          <a:xfrm xmlns:a="http://schemas.openxmlformats.org/drawingml/2006/main">
            <a:off x="3505200" y="5610225"/>
            <a:ext cx="5181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El MVP puede comenzar con una tabla y revisión manual</a:t>
            </a:r>
          </a:p>
        </p:txBody>
      </p:sp>
      <p:sp>
        <p:nvSpPr>
          <p:cNvPr id="7" name="brand-4">
            <a:extLst xmlns:a="http://schemas.openxmlformats.org/drawingml/2006/main">
              <a:ext uri="{FF2B5EF4-FFF2-40B4-BE49-F238E27FC236}">
                <a16:creationId xmlns:a16="http://schemas.microsoft.com/office/drawing/2014/main" id="{5AB19656-AD42-4E4B-B495-B0AA3FB4DDDA}"/>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8" name="page-4">
            <a:extLst xmlns:a="http://schemas.openxmlformats.org/drawingml/2006/main">
              <a:ext uri="{FF2B5EF4-FFF2-40B4-BE49-F238E27FC236}">
                <a16:creationId xmlns:a16="http://schemas.microsoft.com/office/drawing/2014/main" id="{48B5EE2C-3ED1-47F3-800B-5938A79863B5}"/>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04</a:t>
            </a:r>
          </a:p>
        </p:txBody>
      </p:sp>
    </p:spTree>
    <p:extLst>
      <p:ext uri="{BB962C8B-B14F-4D97-AF65-F5344CB8AC3E}">
        <p14:creationId xmlns:p14="http://schemas.microsoft.com/office/powerpoint/2010/main" val="12055299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5">
            <a:extLst xmlns:a="http://schemas.openxmlformats.org/drawingml/2006/main">
              <a:ext uri="{FF2B5EF4-FFF2-40B4-BE49-F238E27FC236}">
                <a16:creationId xmlns:a16="http://schemas.microsoft.com/office/drawing/2014/main" id="{0E7860CD-BA6B-4774-9FA4-0ED14700A7BF}"/>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Tres mensajes en borrador</a:t>
            </a:r>
          </a:p>
        </p:txBody>
      </p:sp>
      <p:sp>
        <p:nvSpPr>
          <p:cNvPr id="2" name="title-rule-5">
            <a:extLst xmlns:a="http://schemas.openxmlformats.org/drawingml/2006/main">
              <a:ext uri="{FF2B5EF4-FFF2-40B4-BE49-F238E27FC236}">
                <a16:creationId xmlns:a16="http://schemas.microsoft.com/office/drawing/2014/main" id="{FB26C47A-0846-4703-A861-CB2C8538DBD6}"/>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5">
            <a:extLst xmlns:a="http://schemas.openxmlformats.org/drawingml/2006/main">
              <a:ext uri="{FF2B5EF4-FFF2-40B4-BE49-F238E27FC236}">
                <a16:creationId xmlns:a16="http://schemas.microsoft.com/office/drawing/2014/main" id="{994C7D75-E194-4C3E-9D61-E381CC4E2171}"/>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Texto unificado para presentación, guion y módulo. No se envía desde esta actividad.</a:t>
            </a:r>
          </a:p>
        </p:txBody>
      </p:sp>
      <p:graphicFrame>
        <p:nvGraphicFramePr>
          <p:cNvPr id="4" name="">
            <a:extLst xmlns:a="http://schemas.openxmlformats.org/drawingml/2006/main">
              <a:ext uri="{FF2B5EF4-FFF2-40B4-BE49-F238E27FC236}">
                <a16:creationId xmlns:a16="http://schemas.microsoft.com/office/drawing/2014/main" id="{88833755-871B-4974-90E7-2B62E3317818}"/>
              </a:ext>
            </a:extLst>
          </p:cNvPr>
          <p:cNvGraphicFramePr/>
          <p:nvPr/>
        </p:nvGraphicFramePr>
        <p:xfrm>
          <a:off xmlns:a="http://schemas.openxmlformats.org/drawingml/2006/main" x="723900" y="2095500"/>
          <a:ext xmlns:a="http://schemas.openxmlformats.org/drawingml/2006/main" cx="10744200" cy="3390900"/>
        </p:xfrm>
        <a:graphic xmlns:a="http://schemas.openxmlformats.org/drawingml/2006/main">
          <a:graphicData uri="http://schemas.openxmlformats.org/drawingml/2006/table">
            <a:tbl>
              <a:tblPr/>
              <a:tblGrid>
                <a:gridCol w="2000250"/>
                <a:gridCol w="8743950"/>
              </a:tblGrid>
              <a:tr h="847725">
                <a:tc>
                  <a:txBody>
                    <a:bodyPr/>
                    <a:lstStyle/>
                    <a:p>
                      <a:pPr algn="ctr"/>
                      <a:r>
                        <a:rPr sz="1275" b="1">
                          <a:solidFill>
                            <a:srgbClr val="FFFFFF"/>
                          </a:solidFill>
                          <a:latin typeface="Aptos"/>
                          <a:ea typeface="Aptos"/>
                          <a:cs typeface="Aptos"/>
                        </a:rPr>
                        <a:t>Momento</a:t>
                      </a:r>
                    </a:p>
                  </a:txBody>
                  <a:tcPr marL="91440" marR="91440" marT="45720" marB="45720">
                    <a:lnL w="9525">
                      <a:solidFill>
                        <a:srgbClr val="EAF4F8"/>
                      </a:solidFill>
                      <a:prstDash val="solid"/>
                    </a:lnL>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75" b="1">
                          <a:solidFill>
                            <a:srgbClr val="FFFFFF"/>
                          </a:solidFill>
                          <a:latin typeface="Aptos"/>
                          <a:ea typeface="Aptos"/>
                          <a:cs typeface="Aptos"/>
                        </a:rPr>
                        <a:t>Mensaje</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r>
              <a:tr h="847725">
                <a:tc>
                  <a:txBody>
                    <a:bodyPr/>
                    <a:lstStyle/>
                    <a:p>
                      <a:r>
                        <a:rPr sz="1275" b="1">
                          <a:solidFill>
                            <a:srgbClr val="003366"/>
                          </a:solidFill>
                          <a:latin typeface="Aptos"/>
                          <a:ea typeface="Aptos"/>
                          <a:cs typeface="Aptos"/>
                        </a:rPr>
                        <a:t>Confirmación</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125">
                          <a:solidFill>
                            <a:srgbClr val="17324D"/>
                          </a:solidFill>
                          <a:latin typeface="Aptos"/>
                          <a:ea typeface="Aptos"/>
                          <a:cs typeface="Aptos"/>
                        </a:rPr>
                        <a:t>Hola, Demo Persona. Recibimos tu consulta sobre el taller. Una persona la revisará antes de continuar. Si prefieres no seguir, indícalo en tu respuesta.</a:t>
                      </a:r>
                    </a:p>
                  </a:txBody>
                  <a:tcPr marL="91440" marR="91440" marT="45720" marB="45720">
                    <a:lnR w="9525">
                      <a:solidFill>
                        <a:srgbClr val="EAF4F8"/>
                      </a:solidFill>
                      <a:prstDash val="solid"/>
                    </a:lnR>
                    <a:lnB w="9525">
                      <a:solidFill>
                        <a:srgbClr val="EAF4F8"/>
                      </a:solidFill>
                      <a:prstDash val="solid"/>
                    </a:lnB>
                    <a:solidFill>
                      <a:srgbClr val="F5F9FB"/>
                    </a:solidFill>
                  </a:tcPr>
                </a:tc>
              </a:tr>
              <a:tr h="847725">
                <a:tc>
                  <a:txBody>
                    <a:bodyPr/>
                    <a:lstStyle/>
                    <a:p>
                      <a:r>
                        <a:rPr sz="1275" b="1">
                          <a:solidFill>
                            <a:srgbClr val="003366"/>
                          </a:solidFill>
                          <a:latin typeface="Aptos"/>
                          <a:ea typeface="Aptos"/>
                          <a:cs typeface="Aptos"/>
                        </a:rPr>
                        <a:t>Calificación</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125">
                          <a:solidFill>
                            <a:srgbClr val="17324D"/>
                          </a:solidFill>
                          <a:latin typeface="Aptos"/>
                          <a:ea typeface="Aptos"/>
                          <a:cs typeface="Aptos"/>
                        </a:rPr>
                        <a:t>Para preparar la revisión, ¿qué objetivo o proceso te gustaría mejorar? No compartas contraseñas, datos de pago ni información sensible.</a:t>
                      </a:r>
                    </a:p>
                  </a:txBody>
                  <a:tcPr marL="91440" marR="91440" marT="45720" marB="45720">
                    <a:lnR w="9525">
                      <a:solidFill>
                        <a:srgbClr val="EAF4F8"/>
                      </a:solidFill>
                      <a:prstDash val="solid"/>
                    </a:lnR>
                    <a:lnB w="9525">
                      <a:solidFill>
                        <a:srgbClr val="EAF4F8"/>
                      </a:solidFill>
                      <a:prstDash val="solid"/>
                    </a:lnB>
                    <a:solidFill>
                      <a:srgbClr val="F5F9FB"/>
                    </a:solidFill>
                  </a:tcPr>
                </a:tc>
              </a:tr>
              <a:tr h="847725">
                <a:tc>
                  <a:txBody>
                    <a:bodyPr/>
                    <a:lstStyle/>
                    <a:p>
                      <a:r>
                        <a:rPr sz="1275" b="1">
                          <a:solidFill>
                            <a:srgbClr val="003366"/>
                          </a:solidFill>
                          <a:latin typeface="Aptos"/>
                          <a:ea typeface="Aptos"/>
                          <a:cs typeface="Aptos"/>
                        </a:rPr>
                        <a:t>Próximo paso</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125">
                          <a:solidFill>
                            <a:srgbClr val="17324D"/>
                          </a:solidFill>
                          <a:latin typeface="Aptos"/>
                          <a:ea typeface="Aptos"/>
                          <a:cs typeface="Aptos"/>
                        </a:rPr>
                        <a:t>Retomamos tu consulta. Responde CONTINUAR si deseas que una persona revise el próximo paso, o CERRAR si prefieres terminar el seguimiento.</a:t>
                      </a:r>
                    </a:p>
                  </a:txBody>
                  <a:tcPr marL="91440" marR="91440" marT="45720" marB="45720">
                    <a:lnR w="9525">
                      <a:solidFill>
                        <a:srgbClr val="EAF4F8"/>
                      </a:solidFill>
                      <a:prstDash val="solid"/>
                    </a:lnR>
                    <a:lnB w="9525">
                      <a:solidFill>
                        <a:srgbClr val="EAF4F8"/>
                      </a:solidFill>
                      <a:prstDash val="solid"/>
                    </a:lnB>
                    <a:solidFill>
                      <a:srgbClr val="F5F9FB"/>
                    </a:solidFill>
                  </a:tcPr>
                </a:tc>
              </a:tr>
            </a:tbl>
          </a:graphicData>
        </a:graphic>
      </p:graphicFrame>
      <p:sp>
        <p:nvSpPr>
          <p:cNvPr id="5" name="message-limit-box">
            <a:extLst xmlns:a="http://schemas.openxmlformats.org/drawingml/2006/main">
              <a:ext uri="{FF2B5EF4-FFF2-40B4-BE49-F238E27FC236}">
                <a16:creationId xmlns:a16="http://schemas.microsoft.com/office/drawing/2014/main" id="{5D12E3C3-5FCC-4D50-AD22-A9808BD2FDAA}"/>
              </a:ext>
            </a:extLst>
          </p:cNvPr>
          <p:cNvSpPr>
            <a:spLocks xmlns:a="http://schemas.openxmlformats.org/drawingml/2006/main" noGrp="1"/>
          </p:cNvSpPr>
          <p:nvPr/>
        </p:nvSpPr>
        <p:spPr>
          <a:xfrm xmlns:a="http://schemas.openxmlformats.org/drawingml/2006/main">
            <a:off x="2724150" y="5676900"/>
            <a:ext cx="6743700" cy="361950"/>
          </a:xfrm>
          <a:prstGeom xmlns:a="http://schemas.openxmlformats.org/drawingml/2006/main" prst="roundRect">
            <a:avLst>
              <a:gd name="adj" fmla="val 21053"/>
            </a:avLst>
          </a:prstGeom>
          <a:solidFill xmlns:a="http://schemas.openxmlformats.org/drawingml/2006/main">
            <a:srgbClr val="EAF4F8"/>
          </a:solidFill>
          <a:ln xmlns:a="http://schemas.openxmlformats.org/drawingml/2006/main" w="0">
            <a:noFill/>
            <a:prstDash val="solid"/>
          </a:ln>
        </p:spPr>
      </p:sp>
      <p:sp>
        <p:nvSpPr>
          <p:cNvPr id="6" name="message-limit-text">
            <a:extLst xmlns:a="http://schemas.openxmlformats.org/drawingml/2006/main">
              <a:ext uri="{FF2B5EF4-FFF2-40B4-BE49-F238E27FC236}">
                <a16:creationId xmlns:a16="http://schemas.microsoft.com/office/drawing/2014/main" id="{FAB55874-EEA3-44BB-96EC-D033A659DCED}"/>
              </a:ext>
            </a:extLst>
          </p:cNvPr>
          <p:cNvSpPr>
            <a:spLocks xmlns:a="http://schemas.openxmlformats.org/drawingml/2006/main" noGrp="1"/>
          </p:cNvSpPr>
          <p:nvPr/>
        </p:nvSpPr>
        <p:spPr>
          <a:xfrm xmlns:a="http://schemas.openxmlformats.org/drawingml/2006/main">
            <a:off x="2838450" y="5743575"/>
            <a:ext cx="6515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03366"/>
                </a:solidFill>
                <a:latin typeface="Aptos"/>
                <a:ea typeface="Aptos"/>
                <a:cs typeface="Aptos"/>
              </a:defRPr>
            </a:defPPr>
            <a:lvl1pPr algn="ctr">
              <a:defRPr sz="1125" b="1" i="0">
                <a:solidFill>
                  <a:srgbClr val="003366"/>
                </a:solidFill>
                <a:latin typeface="Aptos"/>
                <a:ea typeface="Aptos"/>
                <a:cs typeface="Aptos"/>
              </a:defRPr>
            </a:lvl1pPr>
            <a:lvl2pPr algn="ctr">
              <a:defRPr sz="1125" b="1" i="0">
                <a:solidFill>
                  <a:srgbClr val="003366"/>
                </a:solidFill>
                <a:latin typeface="Aptos"/>
                <a:ea typeface="Aptos"/>
                <a:cs typeface="Aptos"/>
              </a:defRPr>
            </a:lvl2pPr>
            <a:lvl3pPr algn="ctr">
              <a:defRPr sz="1125" b="1" i="0">
                <a:solidFill>
                  <a:srgbClr val="003366"/>
                </a:solidFill>
                <a:latin typeface="Aptos"/>
                <a:ea typeface="Aptos"/>
                <a:cs typeface="Aptos"/>
              </a:defRPr>
            </a:lvl3pPr>
            <a:lvl4pPr algn="ctr">
              <a:defRPr sz="1125" b="1" i="0">
                <a:solidFill>
                  <a:srgbClr val="003366"/>
                </a:solidFill>
                <a:latin typeface="Aptos"/>
                <a:ea typeface="Aptos"/>
                <a:cs typeface="Aptos"/>
              </a:defRPr>
            </a:lvl4pPr>
            <a:lvl5pPr algn="ctr">
              <a:defRPr sz="1125" b="1" i="0">
                <a:solidFill>
                  <a:srgbClr val="003366"/>
                </a:solidFill>
                <a:latin typeface="Aptos"/>
                <a:ea typeface="Aptos"/>
                <a:cs typeface="Aptos"/>
              </a:defRPr>
            </a:lvl5pPr>
            <a:lvl6pPr algn="ctr">
              <a:defRPr sz="1125" b="1" i="0">
                <a:solidFill>
                  <a:srgbClr val="003366"/>
                </a:solidFill>
                <a:latin typeface="Aptos"/>
                <a:ea typeface="Aptos"/>
                <a:cs typeface="Aptos"/>
              </a:defRPr>
            </a:lvl6pPr>
            <a:lvl7pPr algn="ctr">
              <a:defRPr sz="1125" b="1" i="0">
                <a:solidFill>
                  <a:srgbClr val="003366"/>
                </a:solidFill>
                <a:latin typeface="Aptos"/>
                <a:ea typeface="Aptos"/>
                <a:cs typeface="Aptos"/>
              </a:defRPr>
            </a:lvl7pPr>
            <a:lvl8pPr algn="ctr">
              <a:defRPr sz="1125" b="1" i="0">
                <a:solidFill>
                  <a:srgbClr val="003366"/>
                </a:solidFill>
                <a:latin typeface="Aptos"/>
                <a:ea typeface="Aptos"/>
                <a:cs typeface="Aptos"/>
              </a:defRPr>
            </a:lvl8pPr>
            <a:lvl9pPr algn="ctr">
              <a:defRPr sz="1125" b="1" i="0">
                <a:solidFill>
                  <a:srgbClr val="003366"/>
                </a:solidFill>
                <a:latin typeface="Aptos"/>
                <a:ea typeface="Aptos"/>
                <a:cs typeface="Aptos"/>
              </a:defRPr>
            </a:lvl9pPr>
          </a:lstStyle>
          <a:p xmlns:a="http://schemas.openxmlformats.org/drawingml/2006/main">
            <a:pPr algn="ctr">
              <a:defRPr sz="1125" b="1" i="0">
                <a:solidFill>
                  <a:srgbClr val="003366"/>
                </a:solidFill>
                <a:latin typeface="Aptos"/>
                <a:ea typeface="Aptos"/>
                <a:cs typeface="Aptos"/>
              </a:defRPr>
            </a:pPr>
            <a:r>
              <a:rPr sz="1125" b="1" i="0">
                <a:solidFill>
                  <a:srgbClr val="003366"/>
                </a:solidFill>
                <a:latin typeface="Aptos"/>
                <a:ea typeface="Aptos"/>
                <a:cs typeface="Aptos"/>
              </a:rPr>
              <a:t>CONTINUAR y CERRAR son parte del diseño. No existe un bot activo.</a:t>
            </a:r>
          </a:p>
        </p:txBody>
      </p:sp>
      <p:sp>
        <p:nvSpPr>
          <p:cNvPr id="7" name="brand-5">
            <a:extLst xmlns:a="http://schemas.openxmlformats.org/drawingml/2006/main">
              <a:ext uri="{FF2B5EF4-FFF2-40B4-BE49-F238E27FC236}">
                <a16:creationId xmlns:a16="http://schemas.microsoft.com/office/drawing/2014/main" id="{25A5406D-CC6F-49F8-B2FC-380AF1E85D76}"/>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8" name="page-5">
            <a:extLst xmlns:a="http://schemas.openxmlformats.org/drawingml/2006/main">
              <a:ext uri="{FF2B5EF4-FFF2-40B4-BE49-F238E27FC236}">
                <a16:creationId xmlns:a16="http://schemas.microsoft.com/office/drawing/2014/main" id="{CECB00BD-49AB-49D4-A2FB-7470E2130573}"/>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05</a:t>
            </a:r>
          </a:p>
        </p:txBody>
      </p:sp>
    </p:spTree>
    <p:extLst>
      <p:ext uri="{BB962C8B-B14F-4D97-AF65-F5344CB8AC3E}">
        <p14:creationId xmlns:p14="http://schemas.microsoft.com/office/powerpoint/2010/main" val="76096984"/>
      </p:ext>
    </p:extLst>
  </p:cSld>
</p:sld>
</file>

<file path=ppt/slides/slide6.xml><?xml version="1.0" encoding="utf-8"?>
<p:sld xmlns:p="http://schemas.openxmlformats.org/presentationml/2006/main">
  <p:cSld>
    <p:bg>
      <p:bgPr>
        <a:solidFill xmlns:a="http://schemas.openxmlformats.org/drawingml/2006/main">
          <a:srgbClr val="F5F9FB"/>
        </a:solidFill>
      </p:bgPr>
    </p:bg>
    <p:spTree>
      <p:nvGrpSpPr>
        <p:cNvPr id="1" name=""/>
        <p:cNvGrpSpPr/>
        <p:nvPr/>
      </p:nvGrpSpPr>
      <p:grpSpPr>
        <a:xfrm xmlns:a="http://schemas.openxmlformats.org/drawingml/2006/main"/>
      </p:grpSpPr>
      <p:sp>
        <p:nvSpPr>
          <p:cNvPr id="9" name="title-6">
            <a:extLst xmlns:a="http://schemas.openxmlformats.org/drawingml/2006/main">
              <a:ext uri="{FF2B5EF4-FFF2-40B4-BE49-F238E27FC236}">
                <a16:creationId xmlns:a16="http://schemas.microsoft.com/office/drawing/2014/main" id="{4E50E42A-52FB-4F14-B6B1-5685694BC4AC}"/>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Cuatro casos simulados</a:t>
            </a:r>
          </a:p>
        </p:txBody>
      </p:sp>
      <p:sp>
        <p:nvSpPr>
          <p:cNvPr id="2" name="title-rule-6">
            <a:extLst xmlns:a="http://schemas.openxmlformats.org/drawingml/2006/main">
              <a:ext uri="{FF2B5EF4-FFF2-40B4-BE49-F238E27FC236}">
                <a16:creationId xmlns:a16="http://schemas.microsoft.com/office/drawing/2014/main" id="{0E0E40A5-3C10-4E88-866C-534916B11A46}"/>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6">
            <a:extLst xmlns:a="http://schemas.openxmlformats.org/drawingml/2006/main">
              <a:ext uri="{FF2B5EF4-FFF2-40B4-BE49-F238E27FC236}">
                <a16:creationId xmlns:a16="http://schemas.microsoft.com/office/drawing/2014/main" id="{D8FF5CA7-40B9-4CBF-BB5D-D1970F1AFE98}"/>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Cada caso usa su propio identificador y comienza en No probado.</a:t>
            </a:r>
          </a:p>
        </p:txBody>
      </p:sp>
      <p:graphicFrame>
        <p:nvGraphicFramePr>
          <p:cNvPr id="4" name="">
            <a:extLst xmlns:a="http://schemas.openxmlformats.org/drawingml/2006/main">
              <a:ext uri="{FF2B5EF4-FFF2-40B4-BE49-F238E27FC236}">
                <a16:creationId xmlns:a16="http://schemas.microsoft.com/office/drawing/2014/main" id="{8C8EFE8E-6D39-4F26-973D-EF214AAC0B73}"/>
              </a:ext>
            </a:extLst>
          </p:cNvPr>
          <p:cNvGraphicFramePr/>
          <p:nvPr/>
        </p:nvGraphicFramePr>
        <p:xfrm>
          <a:off xmlns:a="http://schemas.openxmlformats.org/drawingml/2006/main" x="552450" y="2095500"/>
          <a:ext xmlns:a="http://schemas.openxmlformats.org/drawingml/2006/main" cx="11087100" cy="3429000"/>
        </p:xfrm>
        <a:graphic xmlns:a="http://schemas.openxmlformats.org/drawingml/2006/main">
          <a:graphicData uri="http://schemas.openxmlformats.org/drawingml/2006/table">
            <a:tbl>
              <a:tblPr/>
              <a:tblGrid>
                <a:gridCol w="1809750"/>
                <a:gridCol w="1952625"/>
                <a:gridCol w="4000500"/>
                <a:gridCol w="1381125"/>
                <a:gridCol w="1943100"/>
              </a:tblGrid>
              <a:tr h="685800">
                <a:tc>
                  <a:txBody>
                    <a:bodyPr/>
                    <a:lstStyle/>
                    <a:p>
                      <a:pPr algn="ctr"/>
                      <a:r>
                        <a:rPr sz="1125" b="1">
                          <a:solidFill>
                            <a:srgbClr val="FFFFFF"/>
                          </a:solidFill>
                          <a:latin typeface="Aptos"/>
                          <a:ea typeface="Aptos"/>
                          <a:cs typeface="Aptos"/>
                        </a:rPr>
                        <a:t>Caso</a:t>
                      </a:r>
                    </a:p>
                  </a:txBody>
                  <a:tcPr marL="91440" marR="91440" marT="45720" marB="45720">
                    <a:lnL w="9525">
                      <a:solidFill>
                        <a:srgbClr val="EAF4F8"/>
                      </a:solidFill>
                      <a:prstDash val="solid"/>
                    </a:lnL>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125" b="1">
                          <a:solidFill>
                            <a:srgbClr val="FFFFFF"/>
                          </a:solidFill>
                          <a:latin typeface="Aptos"/>
                          <a:ea typeface="Aptos"/>
                          <a:cs typeface="Aptos"/>
                        </a:rPr>
                        <a:t>Entrada</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125" b="1">
                          <a:solidFill>
                            <a:srgbClr val="FFFFFF"/>
                          </a:solidFill>
                          <a:latin typeface="Aptos"/>
                          <a:ea typeface="Aptos"/>
                          <a:cs typeface="Aptos"/>
                        </a:rPr>
                        <a:t>Resultado esperado</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125" b="1">
                          <a:solidFill>
                            <a:srgbClr val="FFFFFF"/>
                          </a:solidFill>
                          <a:latin typeface="Aptos"/>
                          <a:ea typeface="Aptos"/>
                          <a:cs typeface="Aptos"/>
                        </a:rPr>
                        <a:t>Estado</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125" b="1">
                          <a:solidFill>
                            <a:srgbClr val="FFFFFF"/>
                          </a:solidFill>
                          <a:latin typeface="Aptos"/>
                          <a:ea typeface="Aptos"/>
                          <a:cs typeface="Aptos"/>
                        </a:rPr>
                        <a:t>Evidencia</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r>
              <a:tr h="685800">
                <a:tc>
                  <a:txBody>
                    <a:bodyPr/>
                    <a:lstStyle/>
                    <a:p>
                      <a:r>
                        <a:rPr sz="1125" b="1">
                          <a:solidFill>
                            <a:srgbClr val="003366"/>
                          </a:solidFill>
                          <a:latin typeface="Aptos"/>
                          <a:ea typeface="Aptos"/>
                          <a:cs typeface="Aptos"/>
                        </a:rPr>
                        <a:t>Camino feliz</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050">
                          <a:solidFill>
                            <a:srgbClr val="17324D"/>
                          </a:solidFill>
                          <a:latin typeface="Aptos"/>
                          <a:ea typeface="Aptos"/>
                          <a:cs typeface="Aptos"/>
                        </a:rPr>
                        <a:t>DEMO-LEAD-005</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050">
                          <a:solidFill>
                            <a:srgbClr val="17324D"/>
                          </a:solidFill>
                          <a:latin typeface="Aptos"/>
                          <a:ea typeface="Aptos"/>
                          <a:cs typeface="Aptos"/>
                        </a:rPr>
                        <a:t>Cuatro momentos y revisión humana</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050" b="1">
                          <a:solidFill>
                            <a:srgbClr val="A94A4A"/>
                          </a:solidFill>
                          <a:latin typeface="Aptos"/>
                          <a:ea typeface="Aptos"/>
                          <a:cs typeface="Aptos"/>
                        </a:rPr>
                        <a:t>No probado</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050">
                          <a:solidFill>
                            <a:srgbClr val="17324D"/>
                          </a:solidFill>
                          <a:latin typeface="Aptos"/>
                          <a:ea typeface="Aptos"/>
                          <a:cs typeface="Aptos"/>
                        </a:rPr>
                        <a:t>Tabla y mensajes</a:t>
                      </a:r>
                    </a:p>
                  </a:txBody>
                  <a:tcPr marL="91440" marR="91440" marT="45720" marB="45720">
                    <a:lnR w="9525">
                      <a:solidFill>
                        <a:srgbClr val="EAF4F8"/>
                      </a:solidFill>
                      <a:prstDash val="solid"/>
                    </a:lnR>
                    <a:lnB w="9525">
                      <a:solidFill>
                        <a:srgbClr val="EAF4F8"/>
                      </a:solidFill>
                      <a:prstDash val="solid"/>
                    </a:lnB>
                    <a:solidFill>
                      <a:srgbClr val="FFFFFF"/>
                    </a:solidFill>
                  </a:tcPr>
                </a:tc>
              </a:tr>
              <a:tr h="685800">
                <a:tc>
                  <a:txBody>
                    <a:bodyPr/>
                    <a:lstStyle/>
                    <a:p>
                      <a:r>
                        <a:rPr sz="1125" b="1">
                          <a:solidFill>
                            <a:srgbClr val="003366"/>
                          </a:solidFill>
                          <a:latin typeface="Aptos"/>
                          <a:ea typeface="Aptos"/>
                          <a:cs typeface="Aptos"/>
                        </a:rPr>
                        <a:t>Dato incompleto</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050">
                          <a:solidFill>
                            <a:srgbClr val="17324D"/>
                          </a:solidFill>
                          <a:latin typeface="Aptos"/>
                          <a:ea typeface="Aptos"/>
                          <a:cs typeface="Aptos"/>
                        </a:rPr>
                        <a:t>DEMO-LEAD-006</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050">
                          <a:solidFill>
                            <a:srgbClr val="17324D"/>
                          </a:solidFill>
                          <a:latin typeface="Aptos"/>
                          <a:ea typeface="Aptos"/>
                          <a:cs typeface="Aptos"/>
                        </a:rPr>
                        <a:t>Sin interés: detener en Ingreso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050" b="1">
                          <a:solidFill>
                            <a:srgbClr val="A94A4A"/>
                          </a:solidFill>
                          <a:latin typeface="Aptos"/>
                          <a:ea typeface="Aptos"/>
                          <a:cs typeface="Aptos"/>
                        </a:rPr>
                        <a:t>No probado</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050">
                          <a:solidFill>
                            <a:srgbClr val="17324D"/>
                          </a:solidFill>
                          <a:latin typeface="Aptos"/>
                          <a:ea typeface="Aptos"/>
                          <a:cs typeface="Aptos"/>
                        </a:rPr>
                        <a:t>Campo ausente</a:t>
                      </a:r>
                    </a:p>
                  </a:txBody>
                  <a:tcPr marL="91440" marR="91440" marT="45720" marB="45720">
                    <a:lnR w="9525">
                      <a:solidFill>
                        <a:srgbClr val="EAF4F8"/>
                      </a:solidFill>
                      <a:prstDash val="solid"/>
                    </a:lnR>
                    <a:lnB w="9525">
                      <a:solidFill>
                        <a:srgbClr val="EAF4F8"/>
                      </a:solidFill>
                      <a:prstDash val="solid"/>
                    </a:lnB>
                    <a:solidFill>
                      <a:srgbClr val="FFFFFF"/>
                    </a:solidFill>
                  </a:tcPr>
                </a:tc>
              </a:tr>
              <a:tr h="685800">
                <a:tc>
                  <a:txBody>
                    <a:bodyPr/>
                    <a:lstStyle/>
                    <a:p>
                      <a:r>
                        <a:rPr sz="1125" b="1">
                          <a:solidFill>
                            <a:srgbClr val="003366"/>
                          </a:solidFill>
                          <a:latin typeface="Aptos"/>
                          <a:ea typeface="Aptos"/>
                          <a:cs typeface="Aptos"/>
                        </a:rPr>
                        <a:t>Solicitud de cierre</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050">
                          <a:solidFill>
                            <a:srgbClr val="17324D"/>
                          </a:solidFill>
                          <a:latin typeface="Aptos"/>
                          <a:ea typeface="Aptos"/>
                          <a:cs typeface="Aptos"/>
                        </a:rPr>
                        <a:t>DEMO-LEAD-007</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050">
                          <a:solidFill>
                            <a:srgbClr val="17324D"/>
                          </a:solidFill>
                          <a:latin typeface="Aptos"/>
                          <a:ea typeface="Aptos"/>
                          <a:cs typeface="Aptos"/>
                        </a:rPr>
                        <a:t>CERRAR detiene el seguimiento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050" b="1">
                          <a:solidFill>
                            <a:srgbClr val="A94A4A"/>
                          </a:solidFill>
                          <a:latin typeface="Aptos"/>
                          <a:ea typeface="Aptos"/>
                          <a:cs typeface="Aptos"/>
                        </a:rPr>
                        <a:t>No probado</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050">
                          <a:solidFill>
                            <a:srgbClr val="17324D"/>
                          </a:solidFill>
                          <a:latin typeface="Aptos"/>
                          <a:ea typeface="Aptos"/>
                          <a:cs typeface="Aptos"/>
                        </a:rPr>
                        <a:t>Registro simulado</a:t>
                      </a:r>
                    </a:p>
                  </a:txBody>
                  <a:tcPr marL="91440" marR="91440" marT="45720" marB="45720">
                    <a:lnR w="9525">
                      <a:solidFill>
                        <a:srgbClr val="EAF4F8"/>
                      </a:solidFill>
                      <a:prstDash val="solid"/>
                    </a:lnR>
                    <a:lnB w="9525">
                      <a:solidFill>
                        <a:srgbClr val="EAF4F8"/>
                      </a:solidFill>
                      <a:prstDash val="solid"/>
                    </a:lnB>
                    <a:solidFill>
                      <a:srgbClr val="FFFFFF"/>
                    </a:solidFill>
                  </a:tcPr>
                </a:tc>
              </a:tr>
              <a:tr h="685800">
                <a:tc>
                  <a:txBody>
                    <a:bodyPr/>
                    <a:lstStyle/>
                    <a:p>
                      <a:r>
                        <a:rPr sz="1125" b="1">
                          <a:solidFill>
                            <a:srgbClr val="003366"/>
                          </a:solidFill>
                          <a:latin typeface="Aptos"/>
                          <a:ea typeface="Aptos"/>
                          <a:cs typeface="Aptos"/>
                        </a:rPr>
                        <a:t>Evento repetido</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050">
                          <a:solidFill>
                            <a:srgbClr val="17324D"/>
                          </a:solidFill>
                          <a:latin typeface="Aptos"/>
                          <a:ea typeface="Aptos"/>
                          <a:cs typeface="Aptos"/>
                        </a:rPr>
                        <a:t>DEMO-LEAD-008</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r>
                        <a:rPr sz="1050">
                          <a:solidFill>
                            <a:srgbClr val="17324D"/>
                          </a:solidFill>
                          <a:latin typeface="Aptos"/>
                          <a:ea typeface="Aptos"/>
                          <a:cs typeface="Aptos"/>
                        </a:rPr>
                        <a:t>Riesgo documentado. Sin deduplicación</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050" b="1">
                          <a:solidFill>
                            <a:srgbClr val="A94A4A"/>
                          </a:solidFill>
                          <a:latin typeface="Aptos"/>
                          <a:ea typeface="Aptos"/>
                          <a:cs typeface="Aptos"/>
                        </a:rPr>
                        <a:t>No probado</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050">
                          <a:solidFill>
                            <a:srgbClr val="17324D"/>
                          </a:solidFill>
                          <a:latin typeface="Aptos"/>
                          <a:ea typeface="Aptos"/>
                          <a:cs typeface="Aptos"/>
                        </a:rPr>
                        <a:t>Dos registros</a:t>
                      </a:r>
                    </a:p>
                  </a:txBody>
                  <a:tcPr marL="91440" marR="91440" marT="45720" marB="45720">
                    <a:lnR w="9525">
                      <a:solidFill>
                        <a:srgbClr val="EAF4F8"/>
                      </a:solidFill>
                      <a:prstDash val="solid"/>
                    </a:lnR>
                    <a:lnB w="9525">
                      <a:solidFill>
                        <a:srgbClr val="EAF4F8"/>
                      </a:solidFill>
                      <a:prstDash val="solid"/>
                    </a:lnB>
                    <a:solidFill>
                      <a:srgbClr val="FFFFFF"/>
                    </a:solidFill>
                  </a:tcPr>
                </a:tc>
              </a:tr>
            </a:tbl>
          </a:graphicData>
        </a:graphic>
      </p:graphicFrame>
      <p:sp>
        <p:nvSpPr>
          <p:cNvPr id="5" name="case-limit-box">
            <a:extLst xmlns:a="http://schemas.openxmlformats.org/drawingml/2006/main">
              <a:ext uri="{FF2B5EF4-FFF2-40B4-BE49-F238E27FC236}">
                <a16:creationId xmlns:a16="http://schemas.microsoft.com/office/drawing/2014/main" id="{F6CA59F6-2005-4B96-A269-3DE372E5378B}"/>
              </a:ext>
            </a:extLst>
          </p:cNvPr>
          <p:cNvSpPr>
            <a:spLocks xmlns:a="http://schemas.openxmlformats.org/drawingml/2006/main" noGrp="1"/>
          </p:cNvSpPr>
          <p:nvPr/>
        </p:nvSpPr>
        <p:spPr>
          <a:xfrm xmlns:a="http://schemas.openxmlformats.org/drawingml/2006/main">
            <a:off x="2686050" y="5715000"/>
            <a:ext cx="6819900" cy="361950"/>
          </a:xfrm>
          <a:prstGeom xmlns:a="http://schemas.openxmlformats.org/drawingml/2006/main" prst="roundRect">
            <a:avLst>
              <a:gd name="adj" fmla="val 21053"/>
            </a:avLst>
          </a:prstGeom>
          <a:solidFill xmlns:a="http://schemas.openxmlformats.org/drawingml/2006/main">
            <a:srgbClr val="A94A4A"/>
          </a:solidFill>
          <a:ln xmlns:a="http://schemas.openxmlformats.org/drawingml/2006/main" w="0">
            <a:noFill/>
            <a:prstDash val="solid"/>
          </a:ln>
        </p:spPr>
      </p:sp>
      <p:sp>
        <p:nvSpPr>
          <p:cNvPr id="6" name="case-limit-text">
            <a:extLst xmlns:a="http://schemas.openxmlformats.org/drawingml/2006/main">
              <a:ext uri="{FF2B5EF4-FFF2-40B4-BE49-F238E27FC236}">
                <a16:creationId xmlns:a16="http://schemas.microsoft.com/office/drawing/2014/main" id="{355AE74E-A111-426B-BE44-9B0C3E413B95}"/>
              </a:ext>
            </a:extLst>
          </p:cNvPr>
          <p:cNvSpPr>
            <a:spLocks xmlns:a="http://schemas.openxmlformats.org/drawingml/2006/main" noGrp="1"/>
          </p:cNvSpPr>
          <p:nvPr/>
        </p:nvSpPr>
        <p:spPr>
          <a:xfrm xmlns:a="http://schemas.openxmlformats.org/drawingml/2006/main">
            <a:off x="2800350" y="5781675"/>
            <a:ext cx="6591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SIMULACIÓN: una lectura en pantalla no demuestra entrega ni reserva</a:t>
            </a:r>
          </a:p>
        </p:txBody>
      </p:sp>
      <p:sp>
        <p:nvSpPr>
          <p:cNvPr id="7" name="brand-6">
            <a:extLst xmlns:a="http://schemas.openxmlformats.org/drawingml/2006/main">
              <a:ext uri="{FF2B5EF4-FFF2-40B4-BE49-F238E27FC236}">
                <a16:creationId xmlns:a16="http://schemas.microsoft.com/office/drawing/2014/main" id="{2FEE5BEF-13D0-4CAB-8F3C-959D2E4BDF70}"/>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8" name="page-6">
            <a:extLst xmlns:a="http://schemas.openxmlformats.org/drawingml/2006/main">
              <a:ext uri="{FF2B5EF4-FFF2-40B4-BE49-F238E27FC236}">
                <a16:creationId xmlns:a16="http://schemas.microsoft.com/office/drawing/2014/main" id="{7F74634F-B9A7-4F27-91CF-75F2AC4BC1BA}"/>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06</a:t>
            </a:r>
          </a:p>
        </p:txBody>
      </p:sp>
    </p:spTree>
    <p:extLst>
      <p:ext uri="{BB962C8B-B14F-4D97-AF65-F5344CB8AC3E}">
        <p14:creationId xmlns:p14="http://schemas.microsoft.com/office/powerpoint/2010/main" val="7134453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7">
            <a:extLst xmlns:a="http://schemas.openxmlformats.org/drawingml/2006/main">
              <a:ext uri="{FF2B5EF4-FFF2-40B4-BE49-F238E27FC236}">
                <a16:creationId xmlns:a16="http://schemas.microsoft.com/office/drawing/2014/main" id="{AA1DC5FA-7F73-4124-A363-2DC926BBF325}"/>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Cinco controles de calidad</a:t>
            </a:r>
          </a:p>
        </p:txBody>
      </p:sp>
      <p:sp>
        <p:nvSpPr>
          <p:cNvPr id="2" name="title-rule-7">
            <a:extLst xmlns:a="http://schemas.openxmlformats.org/drawingml/2006/main">
              <a:ext uri="{FF2B5EF4-FFF2-40B4-BE49-F238E27FC236}">
                <a16:creationId xmlns:a16="http://schemas.microsoft.com/office/drawing/2014/main" id="{3955A3E0-B5E2-435E-AC77-5B8C53DE23B9}"/>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7">
            <a:extLst xmlns:a="http://schemas.openxmlformats.org/drawingml/2006/main">
              <a:ext uri="{FF2B5EF4-FFF2-40B4-BE49-F238E27FC236}">
                <a16:creationId xmlns:a16="http://schemas.microsoft.com/office/drawing/2014/main" id="{9667DF7F-265E-411F-A901-373D5F8EEB4A}"/>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La evidencia de diseño se registra, pero no cambia el estado inicial.</a:t>
            </a:r>
          </a:p>
        </p:txBody>
      </p:sp>
      <p:graphicFrame>
        <p:nvGraphicFramePr>
          <p:cNvPr id="4" name="">
            <a:extLst xmlns:a="http://schemas.openxmlformats.org/drawingml/2006/main">
              <a:ext uri="{FF2B5EF4-FFF2-40B4-BE49-F238E27FC236}">
                <a16:creationId xmlns:a16="http://schemas.microsoft.com/office/drawing/2014/main" id="{F8CF0A0E-8807-4782-A2B0-02F143D7680B}"/>
              </a:ext>
            </a:extLst>
          </p:cNvPr>
          <p:cNvGraphicFramePr/>
          <p:nvPr/>
        </p:nvGraphicFramePr>
        <p:xfrm>
          <a:off xmlns:a="http://schemas.openxmlformats.org/drawingml/2006/main" x="685800" y="2095500"/>
          <a:ext xmlns:a="http://schemas.openxmlformats.org/drawingml/2006/main" cx="6858000" cy="3238500"/>
        </p:xfrm>
        <a:graphic xmlns:a="http://schemas.openxmlformats.org/drawingml/2006/main">
          <a:graphicData uri="http://schemas.openxmlformats.org/drawingml/2006/table">
            <a:tbl>
              <a:tblPr/>
              <a:tblGrid>
                <a:gridCol w="5191125"/>
                <a:gridCol w="1666875"/>
              </a:tblGrid>
              <a:tr h="539750">
                <a:tc>
                  <a:txBody>
                    <a:bodyPr/>
                    <a:lstStyle/>
                    <a:p>
                      <a:pPr algn="ctr"/>
                      <a:r>
                        <a:rPr sz="1200" b="1">
                          <a:solidFill>
                            <a:srgbClr val="FFFFFF"/>
                          </a:solidFill>
                          <a:latin typeface="Aptos"/>
                          <a:ea typeface="Aptos"/>
                          <a:cs typeface="Aptos"/>
                        </a:rPr>
                        <a:t>Control</a:t>
                      </a:r>
                    </a:p>
                  </a:txBody>
                  <a:tcPr marL="91440" marR="91440" marT="45720" marB="45720">
                    <a:lnL w="9525">
                      <a:solidFill>
                        <a:srgbClr val="EAF4F8"/>
                      </a:solidFill>
                      <a:prstDash val="solid"/>
                    </a:lnL>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00" b="1">
                          <a:solidFill>
                            <a:srgbClr val="FFFFFF"/>
                          </a:solidFill>
                          <a:latin typeface="Aptos"/>
                          <a:ea typeface="Aptos"/>
                          <a:cs typeface="Aptos"/>
                        </a:rPr>
                        <a:t>Estado inicial</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r>
              <a:tr h="539750">
                <a:tc>
                  <a:txBody>
                    <a:bodyPr/>
                    <a:lstStyle/>
                    <a:p>
                      <a:r>
                        <a:rPr sz="1125">
                          <a:solidFill>
                            <a:srgbClr val="17324D"/>
                          </a:solidFill>
                          <a:latin typeface="Aptos"/>
                          <a:ea typeface="Aptos"/>
                          <a:cs typeface="Aptos"/>
                        </a:rPr>
                        <a:t>El destino es de prueba</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F5F9FB"/>
                    </a:solidFill>
                  </a:tcPr>
                </a:tc>
                <a:tc>
                  <a:txBody>
                    <a:bodyPr/>
                    <a:lstStyle/>
                    <a:p>
                      <a:pPr algn="ctr"/>
                      <a:r>
                        <a:rPr sz="1125" b="1">
                          <a:solidFill>
                            <a:srgbClr val="A94A4A"/>
                          </a:solidFill>
                          <a:latin typeface="Aptos"/>
                          <a:ea typeface="Aptos"/>
                          <a:cs typeface="Aptos"/>
                        </a:rPr>
                        <a:t>No probado</a:t>
                      </a:r>
                    </a:p>
                  </a:txBody>
                  <a:tcPr marL="91440" marR="91440" marT="45720" marB="45720">
                    <a:lnR w="9525">
                      <a:solidFill>
                        <a:srgbClr val="EAF4F8"/>
                      </a:solidFill>
                      <a:prstDash val="solid"/>
                    </a:lnR>
                    <a:lnB w="9525">
                      <a:solidFill>
                        <a:srgbClr val="EAF4F8"/>
                      </a:solidFill>
                      <a:prstDash val="solid"/>
                    </a:lnB>
                    <a:solidFill>
                      <a:srgbClr val="EAF4F8"/>
                    </a:solidFill>
                  </a:tcPr>
                </a:tc>
              </a:tr>
              <a:tr h="539750">
                <a:tc>
                  <a:txBody>
                    <a:bodyPr/>
                    <a:lstStyle/>
                    <a:p>
                      <a:r>
                        <a:rPr sz="1125">
                          <a:solidFill>
                            <a:srgbClr val="17324D"/>
                          </a:solidFill>
                          <a:latin typeface="Aptos"/>
                          <a:ea typeface="Aptos"/>
                          <a:cs typeface="Aptos"/>
                        </a:rPr>
                        <a:t>Los campos mínimos llegan completos</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F5F9FB"/>
                    </a:solidFill>
                  </a:tcPr>
                </a:tc>
                <a:tc>
                  <a:txBody>
                    <a:bodyPr/>
                    <a:lstStyle/>
                    <a:p>
                      <a:pPr algn="ctr"/>
                      <a:r>
                        <a:rPr sz="1125" b="1">
                          <a:solidFill>
                            <a:srgbClr val="A94A4A"/>
                          </a:solidFill>
                          <a:latin typeface="Aptos"/>
                          <a:ea typeface="Aptos"/>
                          <a:cs typeface="Aptos"/>
                        </a:rPr>
                        <a:t>No probado</a:t>
                      </a:r>
                    </a:p>
                  </a:txBody>
                  <a:tcPr marL="91440" marR="91440" marT="45720" marB="45720">
                    <a:lnR w="9525">
                      <a:solidFill>
                        <a:srgbClr val="EAF4F8"/>
                      </a:solidFill>
                      <a:prstDash val="solid"/>
                    </a:lnR>
                    <a:lnB w="9525">
                      <a:solidFill>
                        <a:srgbClr val="EAF4F8"/>
                      </a:solidFill>
                      <a:prstDash val="solid"/>
                    </a:lnB>
                    <a:solidFill>
                      <a:srgbClr val="EAF4F8"/>
                    </a:solidFill>
                  </a:tcPr>
                </a:tc>
              </a:tr>
              <a:tr h="539750">
                <a:tc>
                  <a:txBody>
                    <a:bodyPr/>
                    <a:lstStyle/>
                    <a:p>
                      <a:r>
                        <a:rPr sz="1125">
                          <a:solidFill>
                            <a:srgbClr val="17324D"/>
                          </a:solidFill>
                          <a:latin typeface="Aptos"/>
                          <a:ea typeface="Aptos"/>
                          <a:cs typeface="Aptos"/>
                        </a:rPr>
                        <a:t>El usuario recibe confirmación</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F5F9FB"/>
                    </a:solidFill>
                  </a:tcPr>
                </a:tc>
                <a:tc>
                  <a:txBody>
                    <a:bodyPr/>
                    <a:lstStyle/>
                    <a:p>
                      <a:pPr algn="ctr"/>
                      <a:r>
                        <a:rPr sz="1125" b="1">
                          <a:solidFill>
                            <a:srgbClr val="A94A4A"/>
                          </a:solidFill>
                          <a:latin typeface="Aptos"/>
                          <a:ea typeface="Aptos"/>
                          <a:cs typeface="Aptos"/>
                        </a:rPr>
                        <a:t>No probado</a:t>
                      </a:r>
                    </a:p>
                  </a:txBody>
                  <a:tcPr marL="91440" marR="91440" marT="45720" marB="45720">
                    <a:lnR w="9525">
                      <a:solidFill>
                        <a:srgbClr val="EAF4F8"/>
                      </a:solidFill>
                      <a:prstDash val="solid"/>
                    </a:lnR>
                    <a:lnB w="9525">
                      <a:solidFill>
                        <a:srgbClr val="EAF4F8"/>
                      </a:solidFill>
                      <a:prstDash val="solid"/>
                    </a:lnB>
                    <a:solidFill>
                      <a:srgbClr val="EAF4F8"/>
                    </a:solidFill>
                  </a:tcPr>
                </a:tc>
              </a:tr>
              <a:tr h="539750">
                <a:tc>
                  <a:txBody>
                    <a:bodyPr/>
                    <a:lstStyle/>
                    <a:p>
                      <a:r>
                        <a:rPr sz="1125">
                          <a:solidFill>
                            <a:srgbClr val="17324D"/>
                          </a:solidFill>
                          <a:latin typeface="Aptos"/>
                          <a:ea typeface="Aptos"/>
                          <a:cs typeface="Aptos"/>
                        </a:rPr>
                        <a:t>Existe salida o contacto humano</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F5F9FB"/>
                    </a:solidFill>
                  </a:tcPr>
                </a:tc>
                <a:tc>
                  <a:txBody>
                    <a:bodyPr/>
                    <a:lstStyle/>
                    <a:p>
                      <a:pPr algn="ctr"/>
                      <a:r>
                        <a:rPr sz="1125" b="1">
                          <a:solidFill>
                            <a:srgbClr val="A94A4A"/>
                          </a:solidFill>
                          <a:latin typeface="Aptos"/>
                          <a:ea typeface="Aptos"/>
                          <a:cs typeface="Aptos"/>
                        </a:rPr>
                        <a:t>No probado</a:t>
                      </a:r>
                    </a:p>
                  </a:txBody>
                  <a:tcPr marL="91440" marR="91440" marT="45720" marB="45720">
                    <a:lnR w="9525">
                      <a:solidFill>
                        <a:srgbClr val="EAF4F8"/>
                      </a:solidFill>
                      <a:prstDash val="solid"/>
                    </a:lnR>
                    <a:lnB w="9525">
                      <a:solidFill>
                        <a:srgbClr val="EAF4F8"/>
                      </a:solidFill>
                      <a:prstDash val="solid"/>
                    </a:lnB>
                    <a:solidFill>
                      <a:srgbClr val="EAF4F8"/>
                    </a:solidFill>
                  </a:tcPr>
                </a:tc>
              </a:tr>
              <a:tr h="539750">
                <a:tc>
                  <a:txBody>
                    <a:bodyPr/>
                    <a:lstStyle/>
                    <a:p>
                      <a:r>
                        <a:rPr sz="1125">
                          <a:solidFill>
                            <a:srgbClr val="17324D"/>
                          </a:solidFill>
                          <a:latin typeface="Aptos"/>
                          <a:ea typeface="Aptos"/>
                          <a:cs typeface="Aptos"/>
                        </a:rPr>
                        <a:t>No se envían mensajes duplicados</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F5F9FB"/>
                    </a:solidFill>
                  </a:tcPr>
                </a:tc>
                <a:tc>
                  <a:txBody>
                    <a:bodyPr/>
                    <a:lstStyle/>
                    <a:p>
                      <a:pPr algn="ctr"/>
                      <a:r>
                        <a:rPr sz="1125" b="1">
                          <a:solidFill>
                            <a:srgbClr val="A94A4A"/>
                          </a:solidFill>
                          <a:latin typeface="Aptos"/>
                          <a:ea typeface="Aptos"/>
                          <a:cs typeface="Aptos"/>
                        </a:rPr>
                        <a:t>No probado</a:t>
                      </a:r>
                    </a:p>
                  </a:txBody>
                  <a:tcPr marL="91440" marR="91440" marT="45720" marB="45720">
                    <a:lnR w="9525">
                      <a:solidFill>
                        <a:srgbClr val="EAF4F8"/>
                      </a:solidFill>
                      <a:prstDash val="solid"/>
                    </a:lnR>
                    <a:lnB w="9525">
                      <a:solidFill>
                        <a:srgbClr val="EAF4F8"/>
                      </a:solidFill>
                      <a:prstDash val="solid"/>
                    </a:lnB>
                    <a:solidFill>
                      <a:srgbClr val="EAF4F8"/>
                    </a:solidFill>
                  </a:tcPr>
                </a:tc>
              </a:tr>
            </a:tbl>
          </a:graphicData>
        </a:graphic>
      </p:graphicFrame>
      <p:sp>
        <p:nvSpPr>
          <p:cNvPr id="5" name="qa-state-start">
            <a:extLst xmlns:a="http://schemas.openxmlformats.org/drawingml/2006/main">
              <a:ext uri="{FF2B5EF4-FFF2-40B4-BE49-F238E27FC236}">
                <a16:creationId xmlns:a16="http://schemas.microsoft.com/office/drawing/2014/main" id="{95230C26-5840-4109-90D0-100CB2ACE068}"/>
              </a:ext>
            </a:extLst>
          </p:cNvPr>
          <p:cNvSpPr>
            <a:spLocks xmlns:a="http://schemas.openxmlformats.org/drawingml/2006/main" noGrp="1"/>
          </p:cNvSpPr>
          <p:nvPr/>
        </p:nvSpPr>
        <p:spPr>
          <a:xfrm xmlns:a="http://schemas.openxmlformats.org/drawingml/2006/main">
            <a:off x="7981950" y="2438400"/>
            <a:ext cx="895350" cy="895350"/>
          </a:xfrm>
          <a:prstGeom xmlns:a="http://schemas.openxmlformats.org/drawingml/2006/main" prst="ellipse">
            <a:avLst/>
          </a:prstGeom>
          <a:solidFill xmlns:a="http://schemas.openxmlformats.org/drawingml/2006/main">
            <a:srgbClr val="D6A84B"/>
          </a:solidFill>
          <a:ln xmlns:a="http://schemas.openxmlformats.org/drawingml/2006/main" w="0">
            <a:noFill/>
            <a:prstDash val="solid"/>
          </a:ln>
        </p:spPr>
      </p:sp>
      <p:sp>
        <p:nvSpPr>
          <p:cNvPr id="6" name="qa-state-start-copy">
            <a:extLst xmlns:a="http://schemas.openxmlformats.org/drawingml/2006/main">
              <a:ext uri="{FF2B5EF4-FFF2-40B4-BE49-F238E27FC236}">
                <a16:creationId xmlns:a16="http://schemas.microsoft.com/office/drawing/2014/main" id="{D09F5D61-7034-4438-B7BB-45BD355F9AA7}"/>
              </a:ext>
            </a:extLst>
          </p:cNvPr>
          <p:cNvSpPr>
            <a:spLocks xmlns:a="http://schemas.openxmlformats.org/drawingml/2006/main" noGrp="1"/>
          </p:cNvSpPr>
          <p:nvPr/>
        </p:nvSpPr>
        <p:spPr>
          <a:xfrm xmlns:a="http://schemas.openxmlformats.org/drawingml/2006/main">
            <a:off x="7981950" y="2667000"/>
            <a:ext cx="895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ptos"/>
                <a:ea typeface="Aptos"/>
                <a:cs typeface="Aptos"/>
              </a:defRPr>
            </a:defPPr>
            <a:lvl1pPr algn="ctr">
              <a:defRPr sz="900" b="1" i="0">
                <a:solidFill>
                  <a:srgbClr val="FFFFFF"/>
                </a:solidFill>
                <a:latin typeface="Aptos"/>
                <a:ea typeface="Aptos"/>
                <a:cs typeface="Aptos"/>
              </a:defRPr>
            </a:lvl1pPr>
            <a:lvl2pPr algn="ctr">
              <a:defRPr sz="900" b="1" i="0">
                <a:solidFill>
                  <a:srgbClr val="FFFFFF"/>
                </a:solidFill>
                <a:latin typeface="Aptos"/>
                <a:ea typeface="Aptos"/>
                <a:cs typeface="Aptos"/>
              </a:defRPr>
            </a:lvl2pPr>
            <a:lvl3pPr algn="ctr">
              <a:defRPr sz="900" b="1" i="0">
                <a:solidFill>
                  <a:srgbClr val="FFFFFF"/>
                </a:solidFill>
                <a:latin typeface="Aptos"/>
                <a:ea typeface="Aptos"/>
                <a:cs typeface="Aptos"/>
              </a:defRPr>
            </a:lvl3pPr>
            <a:lvl4pPr algn="ctr">
              <a:defRPr sz="900" b="1" i="0">
                <a:solidFill>
                  <a:srgbClr val="FFFFFF"/>
                </a:solidFill>
                <a:latin typeface="Aptos"/>
                <a:ea typeface="Aptos"/>
                <a:cs typeface="Aptos"/>
              </a:defRPr>
            </a:lvl4pPr>
            <a:lvl5pPr algn="ctr">
              <a:defRPr sz="900" b="1" i="0">
                <a:solidFill>
                  <a:srgbClr val="FFFFFF"/>
                </a:solidFill>
                <a:latin typeface="Aptos"/>
                <a:ea typeface="Aptos"/>
                <a:cs typeface="Aptos"/>
              </a:defRPr>
            </a:lvl5pPr>
            <a:lvl6pPr algn="ctr">
              <a:defRPr sz="900" b="1" i="0">
                <a:solidFill>
                  <a:srgbClr val="FFFFFF"/>
                </a:solidFill>
                <a:latin typeface="Aptos"/>
                <a:ea typeface="Aptos"/>
                <a:cs typeface="Aptos"/>
              </a:defRPr>
            </a:lvl6pPr>
            <a:lvl7pPr algn="ctr">
              <a:defRPr sz="900" b="1" i="0">
                <a:solidFill>
                  <a:srgbClr val="FFFFFF"/>
                </a:solidFill>
                <a:latin typeface="Aptos"/>
                <a:ea typeface="Aptos"/>
                <a:cs typeface="Aptos"/>
              </a:defRPr>
            </a:lvl7pPr>
            <a:lvl8pPr algn="ctr">
              <a:defRPr sz="900" b="1" i="0">
                <a:solidFill>
                  <a:srgbClr val="FFFFFF"/>
                </a:solidFill>
                <a:latin typeface="Aptos"/>
                <a:ea typeface="Aptos"/>
                <a:cs typeface="Aptos"/>
              </a:defRPr>
            </a:lvl8pPr>
            <a:lvl9pPr algn="ctr">
              <a:defRPr sz="900" b="1" i="0">
                <a:solidFill>
                  <a:srgbClr val="FFFFFF"/>
                </a:solidFill>
                <a:latin typeface="Aptos"/>
                <a:ea typeface="Aptos"/>
                <a:cs typeface="Aptos"/>
              </a:defRPr>
            </a:lvl9pPr>
          </a:lstStyle>
          <a:p xmlns:a="http://schemas.openxmlformats.org/drawingml/2006/main">
            <a:pPr algn="ctr">
              <a:defRPr sz="900" b="1" i="0">
                <a:solidFill>
                  <a:srgbClr val="FFFFFF"/>
                </a:solidFill>
                <a:latin typeface="Aptos"/>
                <a:ea typeface="Aptos"/>
                <a:cs typeface="Aptos"/>
              </a:defRPr>
            </a:pPr>
            <a:r>
              <a:rPr sz="900" b="1" i="0">
                <a:solidFill>
                  <a:srgbClr val="FFFFFF"/>
                </a:solidFill>
                <a:latin typeface="Aptos"/>
                <a:ea typeface="Aptos"/>
                <a:cs typeface="Aptos"/>
              </a:rPr>
              <a:t>NO</a:t>
            </a:r>
          </a:p>
          <a:p xmlns:a="http://schemas.openxmlformats.org/drawingml/2006/main">
            <a:pPr algn="ctr">
              <a:defRPr sz="900" b="1" i="0">
                <a:solidFill>
                  <a:srgbClr val="FFFFFF"/>
                </a:solidFill>
                <a:latin typeface="Aptos"/>
                <a:ea typeface="Aptos"/>
                <a:cs typeface="Aptos"/>
              </a:defRPr>
            </a:pPr>
            <a:r>
              <a:rPr sz="900" b="1" i="0">
                <a:solidFill>
                  <a:srgbClr val="FFFFFF"/>
                </a:solidFill>
                <a:latin typeface="Aptos"/>
                <a:ea typeface="Aptos"/>
                <a:cs typeface="Aptos"/>
              </a:rPr>
              <a:t>PROBADO</a:t>
            </a:r>
          </a:p>
        </p:txBody>
      </p:sp>
      <p:sp>
        <p:nvSpPr>
          <p:cNvPr id="7" name="qa-link-a">
            <a:extLst xmlns:a="http://schemas.openxmlformats.org/drawingml/2006/main">
              <a:ext uri="{FF2B5EF4-FFF2-40B4-BE49-F238E27FC236}">
                <a16:creationId xmlns:a16="http://schemas.microsoft.com/office/drawing/2014/main" id="{1B045B1C-9285-4FE2-A44A-DA1A79F03A7E}"/>
              </a:ext>
            </a:extLst>
          </p:cNvPr>
          <p:cNvSpPr>
            <a:spLocks xmlns:a="http://schemas.openxmlformats.org/drawingml/2006/main" noGrp="1"/>
          </p:cNvSpPr>
          <p:nvPr/>
        </p:nvSpPr>
        <p:spPr>
          <a:xfrm xmlns:a="http://schemas.openxmlformats.org/drawingml/2006/main">
            <a:off x="8877300" y="2876550"/>
            <a:ext cx="685800" cy="38100"/>
          </a:xfrm>
          <a:prstGeom xmlns:a="http://schemas.openxmlformats.org/drawingml/2006/main" prst="rect">
            <a:avLst/>
          </a:prstGeom>
          <a:solidFill xmlns:a="http://schemas.openxmlformats.org/drawingml/2006/main">
            <a:srgbClr val="EAF4F8"/>
          </a:solidFill>
          <a:ln xmlns:a="http://schemas.openxmlformats.org/drawingml/2006/main" w="0">
            <a:noFill/>
            <a:prstDash val="solid"/>
          </a:ln>
        </p:spPr>
      </p:sp>
      <p:sp>
        <p:nvSpPr>
          <p:cNvPr id="8" name="qa-evidence">
            <a:extLst xmlns:a="http://schemas.openxmlformats.org/drawingml/2006/main">
              <a:ext uri="{FF2B5EF4-FFF2-40B4-BE49-F238E27FC236}">
                <a16:creationId xmlns:a16="http://schemas.microsoft.com/office/drawing/2014/main" id="{6639CEAE-0491-4E98-A3DA-E73D97FEA35A}"/>
              </a:ext>
            </a:extLst>
          </p:cNvPr>
          <p:cNvSpPr>
            <a:spLocks xmlns:a="http://schemas.openxmlformats.org/drawingml/2006/main" noGrp="1"/>
          </p:cNvSpPr>
          <p:nvPr/>
        </p:nvSpPr>
        <p:spPr>
          <a:xfrm xmlns:a="http://schemas.openxmlformats.org/drawingml/2006/main">
            <a:off x="9563100" y="2438400"/>
            <a:ext cx="1885950" cy="895350"/>
          </a:xfrm>
          <a:prstGeom xmlns:a="http://schemas.openxmlformats.org/drawingml/2006/main" prst="roundRect">
            <a:avLst>
              <a:gd name="adj" fmla="val 8511"/>
            </a:avLst>
          </a:prstGeom>
          <a:solidFill xmlns:a="http://schemas.openxmlformats.org/drawingml/2006/main">
            <a:srgbClr val="EAF4F8"/>
          </a:solidFill>
          <a:ln xmlns:a="http://schemas.openxmlformats.org/drawingml/2006/main" w="0">
            <a:noFill/>
            <a:prstDash val="solid"/>
          </a:ln>
        </p:spPr>
      </p:sp>
      <p:sp>
        <p:nvSpPr>
          <p:cNvPr id="9" name="qa-evidence-copy">
            <a:extLst xmlns:a="http://schemas.openxmlformats.org/drawingml/2006/main">
              <a:ext uri="{FF2B5EF4-FFF2-40B4-BE49-F238E27FC236}">
                <a16:creationId xmlns:a16="http://schemas.microsoft.com/office/drawing/2014/main" id="{E29FB0B0-B6DA-4718-91F5-0E8F0F308862}"/>
              </a:ext>
            </a:extLst>
          </p:cNvPr>
          <p:cNvSpPr>
            <a:spLocks xmlns:a="http://schemas.openxmlformats.org/drawingml/2006/main" noGrp="1"/>
          </p:cNvSpPr>
          <p:nvPr/>
        </p:nvSpPr>
        <p:spPr>
          <a:xfrm xmlns:a="http://schemas.openxmlformats.org/drawingml/2006/main">
            <a:off x="9696450" y="2657475"/>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i="0">
                <a:solidFill>
                  <a:srgbClr val="003366"/>
                </a:solidFill>
                <a:latin typeface="Aptos"/>
                <a:ea typeface="Aptos"/>
                <a:cs typeface="Aptos"/>
              </a:defRPr>
            </a:defPPr>
            <a:lvl1pPr algn="ctr">
              <a:defRPr sz="1200" b="1" i="0">
                <a:solidFill>
                  <a:srgbClr val="003366"/>
                </a:solidFill>
                <a:latin typeface="Aptos"/>
                <a:ea typeface="Aptos"/>
                <a:cs typeface="Aptos"/>
              </a:defRPr>
            </a:lvl1pPr>
            <a:lvl2pPr algn="ctr">
              <a:defRPr sz="1200" b="1" i="0">
                <a:solidFill>
                  <a:srgbClr val="003366"/>
                </a:solidFill>
                <a:latin typeface="Aptos"/>
                <a:ea typeface="Aptos"/>
                <a:cs typeface="Aptos"/>
              </a:defRPr>
            </a:lvl2pPr>
            <a:lvl3pPr algn="ctr">
              <a:defRPr sz="1200" b="1" i="0">
                <a:solidFill>
                  <a:srgbClr val="003366"/>
                </a:solidFill>
                <a:latin typeface="Aptos"/>
                <a:ea typeface="Aptos"/>
                <a:cs typeface="Aptos"/>
              </a:defRPr>
            </a:lvl3pPr>
            <a:lvl4pPr algn="ctr">
              <a:defRPr sz="1200" b="1" i="0">
                <a:solidFill>
                  <a:srgbClr val="003366"/>
                </a:solidFill>
                <a:latin typeface="Aptos"/>
                <a:ea typeface="Aptos"/>
                <a:cs typeface="Aptos"/>
              </a:defRPr>
            </a:lvl4pPr>
            <a:lvl5pPr algn="ctr">
              <a:defRPr sz="1200" b="1" i="0">
                <a:solidFill>
                  <a:srgbClr val="003366"/>
                </a:solidFill>
                <a:latin typeface="Aptos"/>
                <a:ea typeface="Aptos"/>
                <a:cs typeface="Aptos"/>
              </a:defRPr>
            </a:lvl5pPr>
            <a:lvl6pPr algn="ctr">
              <a:defRPr sz="1200" b="1" i="0">
                <a:solidFill>
                  <a:srgbClr val="003366"/>
                </a:solidFill>
                <a:latin typeface="Aptos"/>
                <a:ea typeface="Aptos"/>
                <a:cs typeface="Aptos"/>
              </a:defRPr>
            </a:lvl6pPr>
            <a:lvl7pPr algn="ctr">
              <a:defRPr sz="1200" b="1" i="0">
                <a:solidFill>
                  <a:srgbClr val="003366"/>
                </a:solidFill>
                <a:latin typeface="Aptos"/>
                <a:ea typeface="Aptos"/>
                <a:cs typeface="Aptos"/>
              </a:defRPr>
            </a:lvl7pPr>
            <a:lvl8pPr algn="ctr">
              <a:defRPr sz="1200" b="1" i="0">
                <a:solidFill>
                  <a:srgbClr val="003366"/>
                </a:solidFill>
                <a:latin typeface="Aptos"/>
                <a:ea typeface="Aptos"/>
                <a:cs typeface="Aptos"/>
              </a:defRPr>
            </a:lvl8pPr>
            <a:lvl9pPr algn="ctr">
              <a:defRPr sz="1200" b="1" i="0">
                <a:solidFill>
                  <a:srgbClr val="003366"/>
                </a:solidFill>
                <a:latin typeface="Aptos"/>
                <a:ea typeface="Aptos"/>
                <a:cs typeface="Aptos"/>
              </a:defRPr>
            </a:lvl9pPr>
          </a:lstStyle>
          <a:p xmlns:a="http://schemas.openxmlformats.org/drawingml/2006/main">
            <a:pPr algn="ctr">
              <a:defRPr sz="1200" b="1" i="0">
                <a:solidFill>
                  <a:srgbClr val="003366"/>
                </a:solidFill>
                <a:latin typeface="Aptos"/>
                <a:ea typeface="Aptos"/>
                <a:cs typeface="Aptos"/>
              </a:defRPr>
            </a:pPr>
            <a:r>
              <a:rPr sz="1200" b="1" i="0">
                <a:solidFill>
                  <a:srgbClr val="003366"/>
                </a:solidFill>
                <a:latin typeface="Aptos"/>
                <a:ea typeface="Aptos"/>
                <a:cs typeface="Aptos"/>
              </a:rPr>
              <a:t>Prueba ejecutada</a:t>
            </a:r>
          </a:p>
          <a:p xmlns:a="http://schemas.openxmlformats.org/drawingml/2006/main">
            <a:pPr algn="ctr">
              <a:defRPr sz="1200" b="1" i="0">
                <a:solidFill>
                  <a:srgbClr val="003366"/>
                </a:solidFill>
                <a:latin typeface="Aptos"/>
                <a:ea typeface="Aptos"/>
                <a:cs typeface="Aptos"/>
              </a:defRPr>
            </a:pPr>
            <a:r>
              <a:rPr sz="1200" b="1" i="0">
                <a:solidFill>
                  <a:srgbClr val="003366"/>
                </a:solidFill>
                <a:latin typeface="Aptos"/>
                <a:ea typeface="Aptos"/>
                <a:cs typeface="Aptos"/>
              </a:rPr>
              <a:t>y evidencia</a:t>
            </a:r>
          </a:p>
        </p:txBody>
      </p:sp>
      <p:sp>
        <p:nvSpPr>
          <p:cNvPr id="10" name="qa-link-b">
            <a:extLst xmlns:a="http://schemas.openxmlformats.org/drawingml/2006/main">
              <a:ext uri="{FF2B5EF4-FFF2-40B4-BE49-F238E27FC236}">
                <a16:creationId xmlns:a16="http://schemas.microsoft.com/office/drawing/2014/main" id="{B1B23CFC-7B3C-459F-869C-C1E03CE4CA23}"/>
              </a:ext>
            </a:extLst>
          </p:cNvPr>
          <p:cNvSpPr>
            <a:spLocks xmlns:a="http://schemas.openxmlformats.org/drawingml/2006/main" noGrp="1"/>
          </p:cNvSpPr>
          <p:nvPr/>
        </p:nvSpPr>
        <p:spPr>
          <a:xfrm xmlns:a="http://schemas.openxmlformats.org/drawingml/2006/main">
            <a:off x="10458450" y="3333750"/>
            <a:ext cx="38100" cy="38100"/>
          </a:xfrm>
          <a:prstGeom xmlns:a="http://schemas.openxmlformats.org/drawingml/2006/main" prst="rect">
            <a:avLst/>
          </a:prstGeom>
          <a:solidFill xmlns:a="http://schemas.openxmlformats.org/drawingml/2006/main">
            <a:srgbClr val="EAF4F8"/>
          </a:solidFill>
          <a:ln xmlns:a="http://schemas.openxmlformats.org/drawingml/2006/main" w="0">
            <a:noFill/>
            <a:prstDash val="solid"/>
          </a:ln>
        </p:spPr>
      </p:sp>
      <p:sp>
        <p:nvSpPr>
          <p:cNvPr id="11" name="qa-approved">
            <a:extLst xmlns:a="http://schemas.openxmlformats.org/drawingml/2006/main">
              <a:ext uri="{FF2B5EF4-FFF2-40B4-BE49-F238E27FC236}">
                <a16:creationId xmlns:a16="http://schemas.microsoft.com/office/drawing/2014/main" id="{C357C3FA-CCF5-4ED4-8DC4-F108624B7EBE}"/>
              </a:ext>
            </a:extLst>
          </p:cNvPr>
          <p:cNvSpPr>
            <a:spLocks xmlns:a="http://schemas.openxmlformats.org/drawingml/2006/main" noGrp="1"/>
          </p:cNvSpPr>
          <p:nvPr/>
        </p:nvSpPr>
        <p:spPr>
          <a:xfrm xmlns:a="http://schemas.openxmlformats.org/drawingml/2006/main">
            <a:off x="7962900" y="3867150"/>
            <a:ext cx="1562100" cy="666750"/>
          </a:xfrm>
          <a:prstGeom xmlns:a="http://schemas.openxmlformats.org/drawingml/2006/main" prst="roundRect">
            <a:avLst>
              <a:gd name="adj" fmla="val 11429"/>
            </a:avLst>
          </a:prstGeom>
          <a:solidFill xmlns:a="http://schemas.openxmlformats.org/drawingml/2006/main">
            <a:srgbClr val="4A8F77"/>
          </a:solidFill>
          <a:ln xmlns:a="http://schemas.openxmlformats.org/drawingml/2006/main" w="0">
            <a:noFill/>
            <a:prstDash val="solid"/>
          </a:ln>
        </p:spPr>
      </p:sp>
      <p:sp>
        <p:nvSpPr>
          <p:cNvPr id="12" name="qa-approved-copy">
            <a:extLst xmlns:a="http://schemas.openxmlformats.org/drawingml/2006/main">
              <a:ext uri="{FF2B5EF4-FFF2-40B4-BE49-F238E27FC236}">
                <a16:creationId xmlns:a16="http://schemas.microsoft.com/office/drawing/2014/main" id="{352FCE41-E793-4CB0-91A0-DF1124F7E842}"/>
              </a:ext>
            </a:extLst>
          </p:cNvPr>
          <p:cNvSpPr>
            <a:spLocks xmlns:a="http://schemas.openxmlformats.org/drawingml/2006/main" noGrp="1"/>
          </p:cNvSpPr>
          <p:nvPr/>
        </p:nvSpPr>
        <p:spPr>
          <a:xfrm xmlns:a="http://schemas.openxmlformats.org/drawingml/2006/main">
            <a:off x="8077200" y="407670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APROBADO</a:t>
            </a:r>
          </a:p>
        </p:txBody>
      </p:sp>
      <p:sp>
        <p:nvSpPr>
          <p:cNvPr id="13" name="qa-failed">
            <a:extLst xmlns:a="http://schemas.openxmlformats.org/drawingml/2006/main">
              <a:ext uri="{FF2B5EF4-FFF2-40B4-BE49-F238E27FC236}">
                <a16:creationId xmlns:a16="http://schemas.microsoft.com/office/drawing/2014/main" id="{78FBC230-0D5B-4702-9355-A0F8E30FAC79}"/>
              </a:ext>
            </a:extLst>
          </p:cNvPr>
          <p:cNvSpPr>
            <a:spLocks xmlns:a="http://schemas.openxmlformats.org/drawingml/2006/main" noGrp="1"/>
          </p:cNvSpPr>
          <p:nvPr/>
        </p:nvSpPr>
        <p:spPr>
          <a:xfrm xmlns:a="http://schemas.openxmlformats.org/drawingml/2006/main">
            <a:off x="9886950" y="3867150"/>
            <a:ext cx="1562100" cy="666750"/>
          </a:xfrm>
          <a:prstGeom xmlns:a="http://schemas.openxmlformats.org/drawingml/2006/main" prst="roundRect">
            <a:avLst>
              <a:gd name="adj" fmla="val 11429"/>
            </a:avLst>
          </a:prstGeom>
          <a:solidFill xmlns:a="http://schemas.openxmlformats.org/drawingml/2006/main">
            <a:srgbClr val="A94A4A"/>
          </a:solidFill>
          <a:ln xmlns:a="http://schemas.openxmlformats.org/drawingml/2006/main" w="0">
            <a:noFill/>
            <a:prstDash val="solid"/>
          </a:ln>
        </p:spPr>
      </p:sp>
      <p:sp>
        <p:nvSpPr>
          <p:cNvPr id="14" name="qa-failed-copy">
            <a:extLst xmlns:a="http://schemas.openxmlformats.org/drawingml/2006/main">
              <a:ext uri="{FF2B5EF4-FFF2-40B4-BE49-F238E27FC236}">
                <a16:creationId xmlns:a16="http://schemas.microsoft.com/office/drawing/2014/main" id="{6542EB97-13D3-451A-A6F6-2F274748D29D}"/>
              </a:ext>
            </a:extLst>
          </p:cNvPr>
          <p:cNvSpPr>
            <a:spLocks xmlns:a="http://schemas.openxmlformats.org/drawingml/2006/main" noGrp="1"/>
          </p:cNvSpPr>
          <p:nvPr/>
        </p:nvSpPr>
        <p:spPr>
          <a:xfrm xmlns:a="http://schemas.openxmlformats.org/drawingml/2006/main">
            <a:off x="10001250" y="407670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FALLIDO</a:t>
            </a:r>
          </a:p>
        </p:txBody>
      </p:sp>
      <p:sp>
        <p:nvSpPr>
          <p:cNvPr id="15" name="qa-rule">
            <a:extLst xmlns:a="http://schemas.openxmlformats.org/drawingml/2006/main">
              <a:ext uri="{FF2B5EF4-FFF2-40B4-BE49-F238E27FC236}">
                <a16:creationId xmlns:a16="http://schemas.microsoft.com/office/drawing/2014/main" id="{D993D606-C9FB-4F26-B878-A3B93AFA472B}"/>
              </a:ext>
            </a:extLst>
          </p:cNvPr>
          <p:cNvSpPr>
            <a:spLocks xmlns:a="http://schemas.openxmlformats.org/drawingml/2006/main" noGrp="1"/>
          </p:cNvSpPr>
          <p:nvPr/>
        </p:nvSpPr>
        <p:spPr>
          <a:xfrm xmlns:a="http://schemas.openxmlformats.org/drawingml/2006/main">
            <a:off x="7848600" y="4819650"/>
            <a:ext cx="3714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i="0">
                <a:solidFill>
                  <a:srgbClr val="003366"/>
                </a:solidFill>
                <a:latin typeface="Aptos"/>
                <a:ea typeface="Aptos"/>
                <a:cs typeface="Aptos"/>
              </a:defRPr>
            </a:defPPr>
            <a:lvl1pPr algn="ctr">
              <a:defRPr sz="1200" b="1" i="0">
                <a:solidFill>
                  <a:srgbClr val="003366"/>
                </a:solidFill>
                <a:latin typeface="Aptos"/>
                <a:ea typeface="Aptos"/>
                <a:cs typeface="Aptos"/>
              </a:defRPr>
            </a:lvl1pPr>
            <a:lvl2pPr algn="ctr">
              <a:defRPr sz="1200" b="1" i="0">
                <a:solidFill>
                  <a:srgbClr val="003366"/>
                </a:solidFill>
                <a:latin typeface="Aptos"/>
                <a:ea typeface="Aptos"/>
                <a:cs typeface="Aptos"/>
              </a:defRPr>
            </a:lvl2pPr>
            <a:lvl3pPr algn="ctr">
              <a:defRPr sz="1200" b="1" i="0">
                <a:solidFill>
                  <a:srgbClr val="003366"/>
                </a:solidFill>
                <a:latin typeface="Aptos"/>
                <a:ea typeface="Aptos"/>
                <a:cs typeface="Aptos"/>
              </a:defRPr>
            </a:lvl3pPr>
            <a:lvl4pPr algn="ctr">
              <a:defRPr sz="1200" b="1" i="0">
                <a:solidFill>
                  <a:srgbClr val="003366"/>
                </a:solidFill>
                <a:latin typeface="Aptos"/>
                <a:ea typeface="Aptos"/>
                <a:cs typeface="Aptos"/>
              </a:defRPr>
            </a:lvl4pPr>
            <a:lvl5pPr algn="ctr">
              <a:defRPr sz="1200" b="1" i="0">
                <a:solidFill>
                  <a:srgbClr val="003366"/>
                </a:solidFill>
                <a:latin typeface="Aptos"/>
                <a:ea typeface="Aptos"/>
                <a:cs typeface="Aptos"/>
              </a:defRPr>
            </a:lvl5pPr>
            <a:lvl6pPr algn="ctr">
              <a:defRPr sz="1200" b="1" i="0">
                <a:solidFill>
                  <a:srgbClr val="003366"/>
                </a:solidFill>
                <a:latin typeface="Aptos"/>
                <a:ea typeface="Aptos"/>
                <a:cs typeface="Aptos"/>
              </a:defRPr>
            </a:lvl6pPr>
            <a:lvl7pPr algn="ctr">
              <a:defRPr sz="1200" b="1" i="0">
                <a:solidFill>
                  <a:srgbClr val="003366"/>
                </a:solidFill>
                <a:latin typeface="Aptos"/>
                <a:ea typeface="Aptos"/>
                <a:cs typeface="Aptos"/>
              </a:defRPr>
            </a:lvl7pPr>
            <a:lvl8pPr algn="ctr">
              <a:defRPr sz="1200" b="1" i="0">
                <a:solidFill>
                  <a:srgbClr val="003366"/>
                </a:solidFill>
                <a:latin typeface="Aptos"/>
                <a:ea typeface="Aptos"/>
                <a:cs typeface="Aptos"/>
              </a:defRPr>
            </a:lvl8pPr>
            <a:lvl9pPr algn="ctr">
              <a:defRPr sz="1200" b="1" i="0">
                <a:solidFill>
                  <a:srgbClr val="003366"/>
                </a:solidFill>
                <a:latin typeface="Aptos"/>
                <a:ea typeface="Aptos"/>
                <a:cs typeface="Aptos"/>
              </a:defRPr>
            </a:lvl9pPr>
          </a:lstStyle>
          <a:p xmlns:a="http://schemas.openxmlformats.org/drawingml/2006/main">
            <a:pPr algn="ctr">
              <a:defRPr sz="1200" b="1" i="0">
                <a:solidFill>
                  <a:srgbClr val="003366"/>
                </a:solidFill>
                <a:latin typeface="Aptos"/>
                <a:ea typeface="Aptos"/>
                <a:cs typeface="Aptos"/>
              </a:defRPr>
            </a:pPr>
            <a:r>
              <a:rPr sz="1200" b="1" i="0">
                <a:solidFill>
                  <a:srgbClr val="003366"/>
                </a:solidFill>
                <a:latin typeface="Aptos"/>
                <a:ea typeface="Aptos"/>
                <a:cs typeface="Aptos"/>
              </a:rPr>
              <a:t>No aplica exige una razón. No reemplaza una prueba pendiente.</a:t>
            </a:r>
          </a:p>
        </p:txBody>
      </p:sp>
      <p:sp>
        <p:nvSpPr>
          <p:cNvPr id="16" name="qa-limit-box">
            <a:extLst xmlns:a="http://schemas.openxmlformats.org/drawingml/2006/main">
              <a:ext uri="{FF2B5EF4-FFF2-40B4-BE49-F238E27FC236}">
                <a16:creationId xmlns:a16="http://schemas.microsoft.com/office/drawing/2014/main" id="{88213F57-B7FF-4013-A3E4-4FBC0F3BDE89}"/>
              </a:ext>
            </a:extLst>
          </p:cNvPr>
          <p:cNvSpPr>
            <a:spLocks xmlns:a="http://schemas.openxmlformats.org/drawingml/2006/main" noGrp="1"/>
          </p:cNvSpPr>
          <p:nvPr/>
        </p:nvSpPr>
        <p:spPr>
          <a:xfrm xmlns:a="http://schemas.openxmlformats.org/drawingml/2006/main">
            <a:off x="2857500" y="5715000"/>
            <a:ext cx="6477000" cy="361950"/>
          </a:xfrm>
          <a:prstGeom xmlns:a="http://schemas.openxmlformats.org/drawingml/2006/main" prst="roundRect">
            <a:avLst>
              <a:gd name="adj" fmla="val 21053"/>
            </a:avLst>
          </a:prstGeom>
          <a:solidFill xmlns:a="http://schemas.openxmlformats.org/drawingml/2006/main">
            <a:srgbClr val="EAF4F8"/>
          </a:solidFill>
          <a:ln xmlns:a="http://schemas.openxmlformats.org/drawingml/2006/main" w="0">
            <a:noFill/>
            <a:prstDash val="solid"/>
          </a:ln>
        </p:spPr>
      </p:sp>
      <p:sp>
        <p:nvSpPr>
          <p:cNvPr id="17" name="qa-limit-text">
            <a:extLst xmlns:a="http://schemas.openxmlformats.org/drawingml/2006/main">
              <a:ext uri="{FF2B5EF4-FFF2-40B4-BE49-F238E27FC236}">
                <a16:creationId xmlns:a16="http://schemas.microsoft.com/office/drawing/2014/main" id="{3AE05974-3904-4D36-B208-7591F88B9AAC}"/>
              </a:ext>
            </a:extLst>
          </p:cNvPr>
          <p:cNvSpPr>
            <a:spLocks xmlns:a="http://schemas.openxmlformats.org/drawingml/2006/main" noGrp="1"/>
          </p:cNvSpPr>
          <p:nvPr/>
        </p:nvSpPr>
        <p:spPr>
          <a:xfrm xmlns:a="http://schemas.openxmlformats.org/drawingml/2006/main">
            <a:off x="2971800" y="5781675"/>
            <a:ext cx="624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03366"/>
                </a:solidFill>
                <a:latin typeface="Aptos"/>
                <a:ea typeface="Aptos"/>
                <a:cs typeface="Aptos"/>
              </a:defRPr>
            </a:defPPr>
            <a:lvl1pPr algn="ctr">
              <a:defRPr sz="1125" b="1" i="0">
                <a:solidFill>
                  <a:srgbClr val="003366"/>
                </a:solidFill>
                <a:latin typeface="Aptos"/>
                <a:ea typeface="Aptos"/>
                <a:cs typeface="Aptos"/>
              </a:defRPr>
            </a:lvl1pPr>
            <a:lvl2pPr algn="ctr">
              <a:defRPr sz="1125" b="1" i="0">
                <a:solidFill>
                  <a:srgbClr val="003366"/>
                </a:solidFill>
                <a:latin typeface="Aptos"/>
                <a:ea typeface="Aptos"/>
                <a:cs typeface="Aptos"/>
              </a:defRPr>
            </a:lvl2pPr>
            <a:lvl3pPr algn="ctr">
              <a:defRPr sz="1125" b="1" i="0">
                <a:solidFill>
                  <a:srgbClr val="003366"/>
                </a:solidFill>
                <a:latin typeface="Aptos"/>
                <a:ea typeface="Aptos"/>
                <a:cs typeface="Aptos"/>
              </a:defRPr>
            </a:lvl3pPr>
            <a:lvl4pPr algn="ctr">
              <a:defRPr sz="1125" b="1" i="0">
                <a:solidFill>
                  <a:srgbClr val="003366"/>
                </a:solidFill>
                <a:latin typeface="Aptos"/>
                <a:ea typeface="Aptos"/>
                <a:cs typeface="Aptos"/>
              </a:defRPr>
            </a:lvl4pPr>
            <a:lvl5pPr algn="ctr">
              <a:defRPr sz="1125" b="1" i="0">
                <a:solidFill>
                  <a:srgbClr val="003366"/>
                </a:solidFill>
                <a:latin typeface="Aptos"/>
                <a:ea typeface="Aptos"/>
                <a:cs typeface="Aptos"/>
              </a:defRPr>
            </a:lvl5pPr>
            <a:lvl6pPr algn="ctr">
              <a:defRPr sz="1125" b="1" i="0">
                <a:solidFill>
                  <a:srgbClr val="003366"/>
                </a:solidFill>
                <a:latin typeface="Aptos"/>
                <a:ea typeface="Aptos"/>
                <a:cs typeface="Aptos"/>
              </a:defRPr>
            </a:lvl6pPr>
            <a:lvl7pPr algn="ctr">
              <a:defRPr sz="1125" b="1" i="0">
                <a:solidFill>
                  <a:srgbClr val="003366"/>
                </a:solidFill>
                <a:latin typeface="Aptos"/>
                <a:ea typeface="Aptos"/>
                <a:cs typeface="Aptos"/>
              </a:defRPr>
            </a:lvl7pPr>
            <a:lvl8pPr algn="ctr">
              <a:defRPr sz="1125" b="1" i="0">
                <a:solidFill>
                  <a:srgbClr val="003366"/>
                </a:solidFill>
                <a:latin typeface="Aptos"/>
                <a:ea typeface="Aptos"/>
                <a:cs typeface="Aptos"/>
              </a:defRPr>
            </a:lvl8pPr>
            <a:lvl9pPr algn="ctr">
              <a:defRPr sz="1125" b="1" i="0">
                <a:solidFill>
                  <a:srgbClr val="003366"/>
                </a:solidFill>
                <a:latin typeface="Aptos"/>
                <a:ea typeface="Aptos"/>
                <a:cs typeface="Aptos"/>
              </a:defRPr>
            </a:lvl9pPr>
          </a:lstStyle>
          <a:p xmlns:a="http://schemas.openxmlformats.org/drawingml/2006/main">
            <a:pPr algn="ctr">
              <a:defRPr sz="1125" b="1" i="0">
                <a:solidFill>
                  <a:srgbClr val="003366"/>
                </a:solidFill>
                <a:latin typeface="Aptos"/>
                <a:ea typeface="Aptos"/>
                <a:cs typeface="Aptos"/>
              </a:defRPr>
            </a:pPr>
            <a:r>
              <a:rPr sz="1125" b="1" i="0">
                <a:solidFill>
                  <a:srgbClr val="003366"/>
                </a:solidFill>
                <a:latin typeface="Aptos"/>
                <a:ea typeface="Aptos"/>
                <a:cs typeface="Aptos"/>
              </a:rPr>
              <a:t>Ningún control aparece aprobado en esta lección</a:t>
            </a:r>
          </a:p>
        </p:txBody>
      </p:sp>
      <p:sp>
        <p:nvSpPr>
          <p:cNvPr id="18" name="brand-7">
            <a:extLst xmlns:a="http://schemas.openxmlformats.org/drawingml/2006/main">
              <a:ext uri="{FF2B5EF4-FFF2-40B4-BE49-F238E27FC236}">
                <a16:creationId xmlns:a16="http://schemas.microsoft.com/office/drawing/2014/main" id="{C14CA284-1A90-4910-9775-CC78B546020E}"/>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19" name="page-7">
            <a:extLst xmlns:a="http://schemas.openxmlformats.org/drawingml/2006/main">
              <a:ext uri="{FF2B5EF4-FFF2-40B4-BE49-F238E27FC236}">
                <a16:creationId xmlns:a16="http://schemas.microsoft.com/office/drawing/2014/main" id="{B14B99FB-9270-4288-868D-AE90DDBE3AF6}"/>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07</a:t>
            </a:r>
          </a:p>
        </p:txBody>
      </p:sp>
    </p:spTree>
    <p:extLst>
      <p:ext uri="{BB962C8B-B14F-4D97-AF65-F5344CB8AC3E}">
        <p14:creationId xmlns:p14="http://schemas.microsoft.com/office/powerpoint/2010/main" val="1872057986"/>
      </p:ext>
    </p:extLst>
  </p:cSld>
</p:sld>
</file>

<file path=ppt/slides/slide8.xml><?xml version="1.0" encoding="utf-8"?>
<p:sld xmlns:p="http://schemas.openxmlformats.org/presentationml/2006/main">
  <p:cSld>
    <p:bg>
      <p:bgPr>
        <a:solidFill xmlns:a="http://schemas.openxmlformats.org/drawingml/2006/main">
          <a:srgbClr val="003366"/>
        </a:solidFill>
      </p:bgPr>
    </p:bg>
    <p:spTree>
      <p:nvGrpSpPr>
        <p:cNvPr id="1" name=""/>
        <p:cNvGrpSpPr/>
        <p:nvPr/>
      </p:nvGrpSpPr>
      <p:grpSpPr>
        <a:xfrm xmlns:a="http://schemas.openxmlformats.org/drawingml/2006/main"/>
      </p:grpSpPr>
      <p:sp>
        <p:nvSpPr>
          <p:cNvPr id="31" name="close-kicker">
            <a:extLst xmlns:a="http://schemas.openxmlformats.org/drawingml/2006/main">
              <a:ext uri="{FF2B5EF4-FFF2-40B4-BE49-F238E27FC236}">
                <a16:creationId xmlns:a16="http://schemas.microsoft.com/office/drawing/2014/main" id="{3C0C4DBC-AA3C-4171-9064-14AB94CE1895}"/>
              </a:ext>
            </a:extLst>
          </p:cNvPr>
          <p:cNvSpPr>
            <a:spLocks xmlns:a="http://schemas.openxmlformats.org/drawingml/2006/main" noGrp="1"/>
          </p:cNvSpPr>
          <p:nvPr/>
        </p:nvSpPr>
        <p:spPr>
          <a:xfrm xmlns:a="http://schemas.openxmlformats.org/drawingml/2006/main">
            <a:off x="781050" y="6286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19A7CE"/>
                </a:solidFill>
                <a:latin typeface="Aptos"/>
                <a:ea typeface="Aptos"/>
                <a:cs typeface="Aptos"/>
              </a:defRPr>
            </a:defPPr>
            <a:lvl1pPr algn="l">
              <a:defRPr sz="1125" b="1" i="0">
                <a:solidFill>
                  <a:srgbClr val="19A7CE"/>
                </a:solidFill>
                <a:latin typeface="Aptos"/>
                <a:ea typeface="Aptos"/>
                <a:cs typeface="Aptos"/>
              </a:defRPr>
            </a:lvl1pPr>
            <a:lvl2pPr algn="l">
              <a:defRPr sz="1125" b="1" i="0">
                <a:solidFill>
                  <a:srgbClr val="19A7CE"/>
                </a:solidFill>
                <a:latin typeface="Aptos"/>
                <a:ea typeface="Aptos"/>
                <a:cs typeface="Aptos"/>
              </a:defRPr>
            </a:lvl2pPr>
            <a:lvl3pPr algn="l">
              <a:defRPr sz="1125" b="1" i="0">
                <a:solidFill>
                  <a:srgbClr val="19A7CE"/>
                </a:solidFill>
                <a:latin typeface="Aptos"/>
                <a:ea typeface="Aptos"/>
                <a:cs typeface="Aptos"/>
              </a:defRPr>
            </a:lvl3pPr>
            <a:lvl4pPr algn="l">
              <a:defRPr sz="1125" b="1" i="0">
                <a:solidFill>
                  <a:srgbClr val="19A7CE"/>
                </a:solidFill>
                <a:latin typeface="Aptos"/>
                <a:ea typeface="Aptos"/>
                <a:cs typeface="Aptos"/>
              </a:defRPr>
            </a:lvl4pPr>
            <a:lvl5pPr algn="l">
              <a:defRPr sz="1125" b="1" i="0">
                <a:solidFill>
                  <a:srgbClr val="19A7CE"/>
                </a:solidFill>
                <a:latin typeface="Aptos"/>
                <a:ea typeface="Aptos"/>
                <a:cs typeface="Aptos"/>
              </a:defRPr>
            </a:lvl5pPr>
            <a:lvl6pPr algn="l">
              <a:defRPr sz="1125" b="1" i="0">
                <a:solidFill>
                  <a:srgbClr val="19A7CE"/>
                </a:solidFill>
                <a:latin typeface="Aptos"/>
                <a:ea typeface="Aptos"/>
                <a:cs typeface="Aptos"/>
              </a:defRPr>
            </a:lvl6pPr>
            <a:lvl7pPr algn="l">
              <a:defRPr sz="1125" b="1" i="0">
                <a:solidFill>
                  <a:srgbClr val="19A7CE"/>
                </a:solidFill>
                <a:latin typeface="Aptos"/>
                <a:ea typeface="Aptos"/>
                <a:cs typeface="Aptos"/>
              </a:defRPr>
            </a:lvl7pPr>
            <a:lvl8pPr algn="l">
              <a:defRPr sz="1125" b="1" i="0">
                <a:solidFill>
                  <a:srgbClr val="19A7CE"/>
                </a:solidFill>
                <a:latin typeface="Aptos"/>
                <a:ea typeface="Aptos"/>
                <a:cs typeface="Aptos"/>
              </a:defRPr>
            </a:lvl8pPr>
            <a:lvl9pPr algn="l">
              <a:defRPr sz="1125" b="1" i="0">
                <a:solidFill>
                  <a:srgbClr val="19A7CE"/>
                </a:solidFill>
                <a:latin typeface="Aptos"/>
                <a:ea typeface="Aptos"/>
                <a:cs typeface="Aptos"/>
              </a:defRPr>
            </a:lvl9pPr>
          </a:lstStyle>
          <a:p xmlns:a="http://schemas.openxmlformats.org/drawingml/2006/main">
            <a:pPr algn="l">
              <a:defRPr sz="1125" b="1" i="0">
                <a:solidFill>
                  <a:srgbClr val="19A7CE"/>
                </a:solidFill>
                <a:latin typeface="Aptos"/>
                <a:ea typeface="Aptos"/>
                <a:cs typeface="Aptos"/>
              </a:defRPr>
            </a:pPr>
            <a:r>
              <a:rPr sz="1125" b="1" i="0">
                <a:solidFill>
                  <a:srgbClr val="19A7CE"/>
                </a:solidFill>
                <a:latin typeface="Aptos"/>
                <a:ea typeface="Aptos"/>
                <a:cs typeface="Aptos"/>
              </a:rPr>
              <a:t>EVIDENCIA DEL PASO 5</a:t>
            </a:r>
          </a:p>
        </p:txBody>
      </p:sp>
      <p:sp>
        <p:nvSpPr>
          <p:cNvPr id="2" name="close-title">
            <a:extLst xmlns:a="http://schemas.openxmlformats.org/drawingml/2006/main">
              <a:ext uri="{FF2B5EF4-FFF2-40B4-BE49-F238E27FC236}">
                <a16:creationId xmlns:a16="http://schemas.microsoft.com/office/drawing/2014/main" id="{DD6E1681-9E69-46A8-A90B-4AF93217B873}"/>
              </a:ext>
            </a:extLst>
          </p:cNvPr>
          <p:cNvSpPr>
            <a:spLocks xmlns:a="http://schemas.openxmlformats.org/drawingml/2006/main" noGrp="1"/>
          </p:cNvSpPr>
          <p:nvPr/>
        </p:nvSpPr>
        <p:spPr>
          <a:xfrm xmlns:a="http://schemas.openxmlformats.org/drawingml/2006/main">
            <a:off x="781050" y="1104900"/>
            <a:ext cx="819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FFFFFF"/>
                </a:solidFill>
                <a:latin typeface="Aptos"/>
                <a:ea typeface="Aptos"/>
                <a:cs typeface="Aptos"/>
              </a:defRPr>
            </a:defPPr>
            <a:lvl1pPr algn="l">
              <a:defRPr sz="3150" b="1" i="0">
                <a:solidFill>
                  <a:srgbClr val="FFFFFF"/>
                </a:solidFill>
                <a:latin typeface="Aptos"/>
                <a:ea typeface="Aptos"/>
                <a:cs typeface="Aptos"/>
              </a:defRPr>
            </a:lvl1pPr>
            <a:lvl2pPr algn="l">
              <a:defRPr sz="3150" b="1" i="0">
                <a:solidFill>
                  <a:srgbClr val="FFFFFF"/>
                </a:solidFill>
                <a:latin typeface="Aptos"/>
                <a:ea typeface="Aptos"/>
                <a:cs typeface="Aptos"/>
              </a:defRPr>
            </a:lvl2pPr>
            <a:lvl3pPr algn="l">
              <a:defRPr sz="3150" b="1" i="0">
                <a:solidFill>
                  <a:srgbClr val="FFFFFF"/>
                </a:solidFill>
                <a:latin typeface="Aptos"/>
                <a:ea typeface="Aptos"/>
                <a:cs typeface="Aptos"/>
              </a:defRPr>
            </a:lvl3pPr>
            <a:lvl4pPr algn="l">
              <a:defRPr sz="3150" b="1" i="0">
                <a:solidFill>
                  <a:srgbClr val="FFFFFF"/>
                </a:solidFill>
                <a:latin typeface="Aptos"/>
                <a:ea typeface="Aptos"/>
                <a:cs typeface="Aptos"/>
              </a:defRPr>
            </a:lvl4pPr>
            <a:lvl5pPr algn="l">
              <a:defRPr sz="3150" b="1" i="0">
                <a:solidFill>
                  <a:srgbClr val="FFFFFF"/>
                </a:solidFill>
                <a:latin typeface="Aptos"/>
                <a:ea typeface="Aptos"/>
                <a:cs typeface="Aptos"/>
              </a:defRPr>
            </a:lvl5pPr>
            <a:lvl6pPr algn="l">
              <a:defRPr sz="3150" b="1" i="0">
                <a:solidFill>
                  <a:srgbClr val="FFFFFF"/>
                </a:solidFill>
                <a:latin typeface="Aptos"/>
                <a:ea typeface="Aptos"/>
                <a:cs typeface="Aptos"/>
              </a:defRPr>
            </a:lvl6pPr>
            <a:lvl7pPr algn="l">
              <a:defRPr sz="3150" b="1" i="0">
                <a:solidFill>
                  <a:srgbClr val="FFFFFF"/>
                </a:solidFill>
                <a:latin typeface="Aptos"/>
                <a:ea typeface="Aptos"/>
                <a:cs typeface="Aptos"/>
              </a:defRPr>
            </a:lvl7pPr>
            <a:lvl8pPr algn="l">
              <a:defRPr sz="3150" b="1" i="0">
                <a:solidFill>
                  <a:srgbClr val="FFFFFF"/>
                </a:solidFill>
                <a:latin typeface="Aptos"/>
                <a:ea typeface="Aptos"/>
                <a:cs typeface="Aptos"/>
              </a:defRPr>
            </a:lvl8pPr>
            <a:lvl9pPr algn="l">
              <a:defRPr sz="3150" b="1" i="0">
                <a:solidFill>
                  <a:srgbClr val="FFFFFF"/>
                </a:solidFill>
                <a:latin typeface="Aptos"/>
                <a:ea typeface="Aptos"/>
                <a:cs typeface="Aptos"/>
              </a:defRPr>
            </a:lvl9pPr>
          </a:lstStyle>
          <a:p xmlns:a="http://schemas.openxmlformats.org/drawingml/2006/main">
            <a:pPr algn="l">
              <a:defRPr sz="3150" b="1" i="0">
                <a:solidFill>
                  <a:srgbClr val="FFFFFF"/>
                </a:solidFill>
                <a:latin typeface="Aptos"/>
                <a:ea typeface="Aptos"/>
                <a:cs typeface="Aptos"/>
              </a:defRPr>
            </a:pPr>
            <a:r>
              <a:rPr sz="3150" b="1" i="0">
                <a:solidFill>
                  <a:srgbClr val="FFFFFF"/>
                </a:solidFill>
                <a:latin typeface="Aptos"/>
                <a:ea typeface="Aptos"/>
                <a:cs typeface="Aptos"/>
              </a:rPr>
              <a:t>Recorrido listo para revisión</a:t>
            </a:r>
          </a:p>
        </p:txBody>
      </p:sp>
      <p:sp>
        <p:nvSpPr>
          <p:cNvPr id="3" name="close-check-circle-0">
            <a:extLst xmlns:a="http://schemas.openxmlformats.org/drawingml/2006/main">
              <a:ext uri="{FF2B5EF4-FFF2-40B4-BE49-F238E27FC236}">
                <a16:creationId xmlns:a16="http://schemas.microsoft.com/office/drawing/2014/main" id="{FBB0B04A-3997-4875-A9B6-47A3CC4EB4F8}"/>
              </a:ext>
            </a:extLst>
          </p:cNvPr>
          <p:cNvSpPr>
            <a:spLocks xmlns:a="http://schemas.openxmlformats.org/drawingml/2006/main" noGrp="1"/>
          </p:cNvSpPr>
          <p:nvPr/>
        </p:nvSpPr>
        <p:spPr>
          <a:xfrm xmlns:a="http://schemas.openxmlformats.org/drawingml/2006/main">
            <a:off x="800100" y="203835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4" name="close-check-0">
            <a:extLst xmlns:a="http://schemas.openxmlformats.org/drawingml/2006/main">
              <a:ext uri="{FF2B5EF4-FFF2-40B4-BE49-F238E27FC236}">
                <a16:creationId xmlns:a16="http://schemas.microsoft.com/office/drawing/2014/main" id="{06EB17E3-48C6-440A-BA0F-01F42CE78486}"/>
              </a:ext>
            </a:extLst>
          </p:cNvPr>
          <p:cNvSpPr>
            <a:spLocks xmlns:a="http://schemas.openxmlformats.org/drawingml/2006/main" noGrp="1"/>
          </p:cNvSpPr>
          <p:nvPr/>
        </p:nvSpPr>
        <p:spPr>
          <a:xfrm xmlns:a="http://schemas.openxmlformats.org/drawingml/2006/main">
            <a:off x="800100" y="20859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5" name="close-check-label-0">
            <a:extLst xmlns:a="http://schemas.openxmlformats.org/drawingml/2006/main">
              <a:ext uri="{FF2B5EF4-FFF2-40B4-BE49-F238E27FC236}">
                <a16:creationId xmlns:a16="http://schemas.microsoft.com/office/drawing/2014/main" id="{567E3890-5374-4F4B-ABCC-E47C92E2FB5E}"/>
              </a:ext>
            </a:extLst>
          </p:cNvPr>
          <p:cNvSpPr>
            <a:spLocks xmlns:a="http://schemas.openxmlformats.org/drawingml/2006/main" noGrp="1"/>
          </p:cNvSpPr>
          <p:nvPr/>
        </p:nvSpPr>
        <p:spPr>
          <a:xfrm xmlns:a="http://schemas.openxmlformats.org/drawingml/2006/main">
            <a:off x="1371600" y="207645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FFFFF"/>
                </a:solidFill>
                <a:latin typeface="Aptos"/>
                <a:ea typeface="Aptos"/>
                <a:cs typeface="Aptos"/>
              </a:defRPr>
            </a:defPPr>
            <a:lvl1pPr algn="l">
              <a:defRPr sz="1350" b="1" i="0">
                <a:solidFill>
                  <a:srgbClr val="FFFFFF"/>
                </a:solidFill>
                <a:latin typeface="Aptos"/>
                <a:ea typeface="Aptos"/>
                <a:cs typeface="Aptos"/>
              </a:defRPr>
            </a:lvl1pPr>
            <a:lvl2pPr algn="l">
              <a:defRPr sz="1350" b="1" i="0">
                <a:solidFill>
                  <a:srgbClr val="FFFFFF"/>
                </a:solidFill>
                <a:latin typeface="Aptos"/>
                <a:ea typeface="Aptos"/>
                <a:cs typeface="Aptos"/>
              </a:defRPr>
            </a:lvl2pPr>
            <a:lvl3pPr algn="l">
              <a:defRPr sz="1350" b="1" i="0">
                <a:solidFill>
                  <a:srgbClr val="FFFFFF"/>
                </a:solidFill>
                <a:latin typeface="Aptos"/>
                <a:ea typeface="Aptos"/>
                <a:cs typeface="Aptos"/>
              </a:defRPr>
            </a:lvl3pPr>
            <a:lvl4pPr algn="l">
              <a:defRPr sz="1350" b="1" i="0">
                <a:solidFill>
                  <a:srgbClr val="FFFFFF"/>
                </a:solidFill>
                <a:latin typeface="Aptos"/>
                <a:ea typeface="Aptos"/>
                <a:cs typeface="Aptos"/>
              </a:defRPr>
            </a:lvl4pPr>
            <a:lvl5pPr algn="l">
              <a:defRPr sz="1350" b="1" i="0">
                <a:solidFill>
                  <a:srgbClr val="FFFFFF"/>
                </a:solidFill>
                <a:latin typeface="Aptos"/>
                <a:ea typeface="Aptos"/>
                <a:cs typeface="Aptos"/>
              </a:defRPr>
            </a:lvl5pPr>
            <a:lvl6pPr algn="l">
              <a:defRPr sz="1350" b="1" i="0">
                <a:solidFill>
                  <a:srgbClr val="FFFFFF"/>
                </a:solidFill>
                <a:latin typeface="Aptos"/>
                <a:ea typeface="Aptos"/>
                <a:cs typeface="Aptos"/>
              </a:defRPr>
            </a:lvl6pPr>
            <a:lvl7pPr algn="l">
              <a:defRPr sz="1350" b="1" i="0">
                <a:solidFill>
                  <a:srgbClr val="FFFFFF"/>
                </a:solidFill>
                <a:latin typeface="Aptos"/>
                <a:ea typeface="Aptos"/>
                <a:cs typeface="Aptos"/>
              </a:defRPr>
            </a:lvl7pPr>
            <a:lvl8pPr algn="l">
              <a:defRPr sz="1350" b="1" i="0">
                <a:solidFill>
                  <a:srgbClr val="FFFFFF"/>
                </a:solidFill>
                <a:latin typeface="Aptos"/>
                <a:ea typeface="Aptos"/>
                <a:cs typeface="Aptos"/>
              </a:defRPr>
            </a:lvl8pPr>
            <a:lvl9pPr algn="l">
              <a:defRPr sz="1350" b="1" i="0">
                <a:solidFill>
                  <a:srgbClr val="FFFFFF"/>
                </a:solidFill>
                <a:latin typeface="Aptos"/>
                <a:ea typeface="Aptos"/>
                <a:cs typeface="Aptos"/>
              </a:defRPr>
            </a:lvl9pPr>
          </a:lstStyle>
          <a:p xmlns:a="http://schemas.openxmlformats.org/drawingml/2006/main">
            <a:pPr algn="l">
              <a:defRPr sz="1350" b="1" i="0">
                <a:solidFill>
                  <a:srgbClr val="FFFFFF"/>
                </a:solidFill>
                <a:latin typeface="Aptos"/>
                <a:ea typeface="Aptos"/>
                <a:cs typeface="Aptos"/>
              </a:defRPr>
            </a:pPr>
            <a:r>
              <a:rPr sz="1350" b="1" i="0">
                <a:solidFill>
                  <a:srgbClr val="FFFFFF"/>
                </a:solidFill>
                <a:latin typeface="Aptos"/>
                <a:ea typeface="Aptos"/>
                <a:cs typeface="Aptos"/>
              </a:rPr>
              <a:t>Nueve campos documentados</a:t>
            </a:r>
          </a:p>
        </p:txBody>
      </p:sp>
      <p:sp>
        <p:nvSpPr>
          <p:cNvPr id="6" name="close-check-circle-1">
            <a:extLst xmlns:a="http://schemas.openxmlformats.org/drawingml/2006/main">
              <a:ext uri="{FF2B5EF4-FFF2-40B4-BE49-F238E27FC236}">
                <a16:creationId xmlns:a16="http://schemas.microsoft.com/office/drawing/2014/main" id="{DCDF64B6-022E-436A-902F-A5077B234560}"/>
              </a:ext>
            </a:extLst>
          </p:cNvPr>
          <p:cNvSpPr>
            <a:spLocks xmlns:a="http://schemas.openxmlformats.org/drawingml/2006/main" noGrp="1"/>
          </p:cNvSpPr>
          <p:nvPr/>
        </p:nvSpPr>
        <p:spPr>
          <a:xfrm xmlns:a="http://schemas.openxmlformats.org/drawingml/2006/main">
            <a:off x="800100" y="281940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7" name="close-check-1">
            <a:extLst xmlns:a="http://schemas.openxmlformats.org/drawingml/2006/main">
              <a:ext uri="{FF2B5EF4-FFF2-40B4-BE49-F238E27FC236}">
                <a16:creationId xmlns:a16="http://schemas.microsoft.com/office/drawing/2014/main" id="{1B2A400F-9A90-4670-B9CD-9E37BE764395}"/>
              </a:ext>
            </a:extLst>
          </p:cNvPr>
          <p:cNvSpPr>
            <a:spLocks xmlns:a="http://schemas.openxmlformats.org/drawingml/2006/main" noGrp="1"/>
          </p:cNvSpPr>
          <p:nvPr/>
        </p:nvSpPr>
        <p:spPr>
          <a:xfrm xmlns:a="http://schemas.openxmlformats.org/drawingml/2006/main">
            <a:off x="800100" y="28670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8" name="close-check-label-1">
            <a:extLst xmlns:a="http://schemas.openxmlformats.org/drawingml/2006/main">
              <a:ext uri="{FF2B5EF4-FFF2-40B4-BE49-F238E27FC236}">
                <a16:creationId xmlns:a16="http://schemas.microsoft.com/office/drawing/2014/main" id="{68205F35-6060-46E1-8800-391B6BA36292}"/>
              </a:ext>
            </a:extLst>
          </p:cNvPr>
          <p:cNvSpPr>
            <a:spLocks xmlns:a="http://schemas.openxmlformats.org/drawingml/2006/main" noGrp="1"/>
          </p:cNvSpPr>
          <p:nvPr/>
        </p:nvSpPr>
        <p:spPr>
          <a:xfrm xmlns:a="http://schemas.openxmlformats.org/drawingml/2006/main">
            <a:off x="1371600" y="285750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FFFFF"/>
                </a:solidFill>
                <a:latin typeface="Aptos"/>
                <a:ea typeface="Aptos"/>
                <a:cs typeface="Aptos"/>
              </a:defRPr>
            </a:defPPr>
            <a:lvl1pPr algn="l">
              <a:defRPr sz="1350" b="1" i="0">
                <a:solidFill>
                  <a:srgbClr val="FFFFFF"/>
                </a:solidFill>
                <a:latin typeface="Aptos"/>
                <a:ea typeface="Aptos"/>
                <a:cs typeface="Aptos"/>
              </a:defRPr>
            </a:lvl1pPr>
            <a:lvl2pPr algn="l">
              <a:defRPr sz="1350" b="1" i="0">
                <a:solidFill>
                  <a:srgbClr val="FFFFFF"/>
                </a:solidFill>
                <a:latin typeface="Aptos"/>
                <a:ea typeface="Aptos"/>
                <a:cs typeface="Aptos"/>
              </a:defRPr>
            </a:lvl2pPr>
            <a:lvl3pPr algn="l">
              <a:defRPr sz="1350" b="1" i="0">
                <a:solidFill>
                  <a:srgbClr val="FFFFFF"/>
                </a:solidFill>
                <a:latin typeface="Aptos"/>
                <a:ea typeface="Aptos"/>
                <a:cs typeface="Aptos"/>
              </a:defRPr>
            </a:lvl3pPr>
            <a:lvl4pPr algn="l">
              <a:defRPr sz="1350" b="1" i="0">
                <a:solidFill>
                  <a:srgbClr val="FFFFFF"/>
                </a:solidFill>
                <a:latin typeface="Aptos"/>
                <a:ea typeface="Aptos"/>
                <a:cs typeface="Aptos"/>
              </a:defRPr>
            </a:lvl4pPr>
            <a:lvl5pPr algn="l">
              <a:defRPr sz="1350" b="1" i="0">
                <a:solidFill>
                  <a:srgbClr val="FFFFFF"/>
                </a:solidFill>
                <a:latin typeface="Aptos"/>
                <a:ea typeface="Aptos"/>
                <a:cs typeface="Aptos"/>
              </a:defRPr>
            </a:lvl5pPr>
            <a:lvl6pPr algn="l">
              <a:defRPr sz="1350" b="1" i="0">
                <a:solidFill>
                  <a:srgbClr val="FFFFFF"/>
                </a:solidFill>
                <a:latin typeface="Aptos"/>
                <a:ea typeface="Aptos"/>
                <a:cs typeface="Aptos"/>
              </a:defRPr>
            </a:lvl6pPr>
            <a:lvl7pPr algn="l">
              <a:defRPr sz="1350" b="1" i="0">
                <a:solidFill>
                  <a:srgbClr val="FFFFFF"/>
                </a:solidFill>
                <a:latin typeface="Aptos"/>
                <a:ea typeface="Aptos"/>
                <a:cs typeface="Aptos"/>
              </a:defRPr>
            </a:lvl7pPr>
            <a:lvl8pPr algn="l">
              <a:defRPr sz="1350" b="1" i="0">
                <a:solidFill>
                  <a:srgbClr val="FFFFFF"/>
                </a:solidFill>
                <a:latin typeface="Aptos"/>
                <a:ea typeface="Aptos"/>
                <a:cs typeface="Aptos"/>
              </a:defRPr>
            </a:lvl8pPr>
            <a:lvl9pPr algn="l">
              <a:defRPr sz="1350" b="1" i="0">
                <a:solidFill>
                  <a:srgbClr val="FFFFFF"/>
                </a:solidFill>
                <a:latin typeface="Aptos"/>
                <a:ea typeface="Aptos"/>
                <a:cs typeface="Aptos"/>
              </a:defRPr>
            </a:lvl9pPr>
          </a:lstStyle>
          <a:p xmlns:a="http://schemas.openxmlformats.org/drawingml/2006/main">
            <a:pPr algn="l">
              <a:defRPr sz="1350" b="1" i="0">
                <a:solidFill>
                  <a:srgbClr val="FFFFFF"/>
                </a:solidFill>
                <a:latin typeface="Aptos"/>
                <a:ea typeface="Aptos"/>
                <a:cs typeface="Aptos"/>
              </a:defRPr>
            </a:pPr>
            <a:r>
              <a:rPr sz="1350" b="1" i="0">
                <a:solidFill>
                  <a:srgbClr val="FFFFFF"/>
                </a:solidFill>
                <a:latin typeface="Aptos"/>
                <a:ea typeface="Aptos"/>
                <a:cs typeface="Aptos"/>
              </a:rPr>
              <a:t>Cuatro momentos del recorrido</a:t>
            </a:r>
          </a:p>
        </p:txBody>
      </p:sp>
      <p:sp>
        <p:nvSpPr>
          <p:cNvPr id="9" name="close-check-circle-2">
            <a:extLst xmlns:a="http://schemas.openxmlformats.org/drawingml/2006/main">
              <a:ext uri="{FF2B5EF4-FFF2-40B4-BE49-F238E27FC236}">
                <a16:creationId xmlns:a16="http://schemas.microsoft.com/office/drawing/2014/main" id="{0D4E5AC7-5F74-4BB8-943E-9934687D09A8}"/>
              </a:ext>
            </a:extLst>
          </p:cNvPr>
          <p:cNvSpPr>
            <a:spLocks xmlns:a="http://schemas.openxmlformats.org/drawingml/2006/main" noGrp="1"/>
          </p:cNvSpPr>
          <p:nvPr/>
        </p:nvSpPr>
        <p:spPr>
          <a:xfrm xmlns:a="http://schemas.openxmlformats.org/drawingml/2006/main">
            <a:off x="800100" y="360045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0" name="close-check-2">
            <a:extLst xmlns:a="http://schemas.openxmlformats.org/drawingml/2006/main">
              <a:ext uri="{FF2B5EF4-FFF2-40B4-BE49-F238E27FC236}">
                <a16:creationId xmlns:a16="http://schemas.microsoft.com/office/drawing/2014/main" id="{F5E2B38C-3F61-4563-9001-306EC0738C70}"/>
              </a:ext>
            </a:extLst>
          </p:cNvPr>
          <p:cNvSpPr>
            <a:spLocks xmlns:a="http://schemas.openxmlformats.org/drawingml/2006/main" noGrp="1"/>
          </p:cNvSpPr>
          <p:nvPr/>
        </p:nvSpPr>
        <p:spPr>
          <a:xfrm xmlns:a="http://schemas.openxmlformats.org/drawingml/2006/main">
            <a:off x="800100" y="36480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11" name="close-check-label-2">
            <a:extLst xmlns:a="http://schemas.openxmlformats.org/drawingml/2006/main">
              <a:ext uri="{FF2B5EF4-FFF2-40B4-BE49-F238E27FC236}">
                <a16:creationId xmlns:a16="http://schemas.microsoft.com/office/drawing/2014/main" id="{9A6E08BB-9B64-40AB-9511-2A0C0BA9FD68}"/>
              </a:ext>
            </a:extLst>
          </p:cNvPr>
          <p:cNvSpPr>
            <a:spLocks xmlns:a="http://schemas.openxmlformats.org/drawingml/2006/main" noGrp="1"/>
          </p:cNvSpPr>
          <p:nvPr/>
        </p:nvSpPr>
        <p:spPr>
          <a:xfrm xmlns:a="http://schemas.openxmlformats.org/drawingml/2006/main">
            <a:off x="1371600" y="363855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FFFFF"/>
                </a:solidFill>
                <a:latin typeface="Aptos"/>
                <a:ea typeface="Aptos"/>
                <a:cs typeface="Aptos"/>
              </a:defRPr>
            </a:defPPr>
            <a:lvl1pPr algn="l">
              <a:defRPr sz="1350" b="1" i="0">
                <a:solidFill>
                  <a:srgbClr val="FFFFFF"/>
                </a:solidFill>
                <a:latin typeface="Aptos"/>
                <a:ea typeface="Aptos"/>
                <a:cs typeface="Aptos"/>
              </a:defRPr>
            </a:lvl1pPr>
            <a:lvl2pPr algn="l">
              <a:defRPr sz="1350" b="1" i="0">
                <a:solidFill>
                  <a:srgbClr val="FFFFFF"/>
                </a:solidFill>
                <a:latin typeface="Aptos"/>
                <a:ea typeface="Aptos"/>
                <a:cs typeface="Aptos"/>
              </a:defRPr>
            </a:lvl2pPr>
            <a:lvl3pPr algn="l">
              <a:defRPr sz="1350" b="1" i="0">
                <a:solidFill>
                  <a:srgbClr val="FFFFFF"/>
                </a:solidFill>
                <a:latin typeface="Aptos"/>
                <a:ea typeface="Aptos"/>
                <a:cs typeface="Aptos"/>
              </a:defRPr>
            </a:lvl3pPr>
            <a:lvl4pPr algn="l">
              <a:defRPr sz="1350" b="1" i="0">
                <a:solidFill>
                  <a:srgbClr val="FFFFFF"/>
                </a:solidFill>
                <a:latin typeface="Aptos"/>
                <a:ea typeface="Aptos"/>
                <a:cs typeface="Aptos"/>
              </a:defRPr>
            </a:lvl4pPr>
            <a:lvl5pPr algn="l">
              <a:defRPr sz="1350" b="1" i="0">
                <a:solidFill>
                  <a:srgbClr val="FFFFFF"/>
                </a:solidFill>
                <a:latin typeface="Aptos"/>
                <a:ea typeface="Aptos"/>
                <a:cs typeface="Aptos"/>
              </a:defRPr>
            </a:lvl5pPr>
            <a:lvl6pPr algn="l">
              <a:defRPr sz="1350" b="1" i="0">
                <a:solidFill>
                  <a:srgbClr val="FFFFFF"/>
                </a:solidFill>
                <a:latin typeface="Aptos"/>
                <a:ea typeface="Aptos"/>
                <a:cs typeface="Aptos"/>
              </a:defRPr>
            </a:lvl6pPr>
            <a:lvl7pPr algn="l">
              <a:defRPr sz="1350" b="1" i="0">
                <a:solidFill>
                  <a:srgbClr val="FFFFFF"/>
                </a:solidFill>
                <a:latin typeface="Aptos"/>
                <a:ea typeface="Aptos"/>
                <a:cs typeface="Aptos"/>
              </a:defRPr>
            </a:lvl7pPr>
            <a:lvl8pPr algn="l">
              <a:defRPr sz="1350" b="1" i="0">
                <a:solidFill>
                  <a:srgbClr val="FFFFFF"/>
                </a:solidFill>
                <a:latin typeface="Aptos"/>
                <a:ea typeface="Aptos"/>
                <a:cs typeface="Aptos"/>
              </a:defRPr>
            </a:lvl8pPr>
            <a:lvl9pPr algn="l">
              <a:defRPr sz="1350" b="1" i="0">
                <a:solidFill>
                  <a:srgbClr val="FFFFFF"/>
                </a:solidFill>
                <a:latin typeface="Aptos"/>
                <a:ea typeface="Aptos"/>
                <a:cs typeface="Aptos"/>
              </a:defRPr>
            </a:lvl9pPr>
          </a:lstStyle>
          <a:p xmlns:a="http://schemas.openxmlformats.org/drawingml/2006/main">
            <a:pPr algn="l">
              <a:defRPr sz="1350" b="1" i="0">
                <a:solidFill>
                  <a:srgbClr val="FFFFFF"/>
                </a:solidFill>
                <a:latin typeface="Aptos"/>
                <a:ea typeface="Aptos"/>
                <a:cs typeface="Aptos"/>
              </a:defRPr>
            </a:pPr>
            <a:r>
              <a:rPr sz="1350" b="1" i="0">
                <a:solidFill>
                  <a:srgbClr val="FFFFFF"/>
                </a:solidFill>
                <a:latin typeface="Aptos"/>
                <a:ea typeface="Aptos"/>
                <a:cs typeface="Aptos"/>
              </a:rPr>
              <a:t>Tres mensajes en borrador</a:t>
            </a:r>
          </a:p>
        </p:txBody>
      </p:sp>
      <p:sp>
        <p:nvSpPr>
          <p:cNvPr id="12" name="close-check-circle-3">
            <a:extLst xmlns:a="http://schemas.openxmlformats.org/drawingml/2006/main">
              <a:ext uri="{FF2B5EF4-FFF2-40B4-BE49-F238E27FC236}">
                <a16:creationId xmlns:a16="http://schemas.microsoft.com/office/drawing/2014/main" id="{67D3BA73-3887-4359-B98C-6720E220EEA3}"/>
              </a:ext>
            </a:extLst>
          </p:cNvPr>
          <p:cNvSpPr>
            <a:spLocks xmlns:a="http://schemas.openxmlformats.org/drawingml/2006/main" noGrp="1"/>
          </p:cNvSpPr>
          <p:nvPr/>
        </p:nvSpPr>
        <p:spPr>
          <a:xfrm xmlns:a="http://schemas.openxmlformats.org/drawingml/2006/main">
            <a:off x="800100" y="438150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3" name="close-check-3">
            <a:extLst xmlns:a="http://schemas.openxmlformats.org/drawingml/2006/main">
              <a:ext uri="{FF2B5EF4-FFF2-40B4-BE49-F238E27FC236}">
                <a16:creationId xmlns:a16="http://schemas.microsoft.com/office/drawing/2014/main" id="{57DA852E-85F4-44FC-A5F4-119E2E2D59A0}"/>
              </a:ext>
            </a:extLst>
          </p:cNvPr>
          <p:cNvSpPr>
            <a:spLocks xmlns:a="http://schemas.openxmlformats.org/drawingml/2006/main" noGrp="1"/>
          </p:cNvSpPr>
          <p:nvPr/>
        </p:nvSpPr>
        <p:spPr>
          <a:xfrm xmlns:a="http://schemas.openxmlformats.org/drawingml/2006/main">
            <a:off x="800100" y="44291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14" name="close-check-label-3">
            <a:extLst xmlns:a="http://schemas.openxmlformats.org/drawingml/2006/main">
              <a:ext uri="{FF2B5EF4-FFF2-40B4-BE49-F238E27FC236}">
                <a16:creationId xmlns:a16="http://schemas.microsoft.com/office/drawing/2014/main" id="{2877AAAF-D180-4DFA-8EA0-350FCA049586}"/>
              </a:ext>
            </a:extLst>
          </p:cNvPr>
          <p:cNvSpPr>
            <a:spLocks xmlns:a="http://schemas.openxmlformats.org/drawingml/2006/main" noGrp="1"/>
          </p:cNvSpPr>
          <p:nvPr/>
        </p:nvSpPr>
        <p:spPr>
          <a:xfrm xmlns:a="http://schemas.openxmlformats.org/drawingml/2006/main">
            <a:off x="1371600" y="441960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FFFFF"/>
                </a:solidFill>
                <a:latin typeface="Aptos"/>
                <a:ea typeface="Aptos"/>
                <a:cs typeface="Aptos"/>
              </a:defRPr>
            </a:defPPr>
            <a:lvl1pPr algn="l">
              <a:defRPr sz="1350" b="1" i="0">
                <a:solidFill>
                  <a:srgbClr val="FFFFFF"/>
                </a:solidFill>
                <a:latin typeface="Aptos"/>
                <a:ea typeface="Aptos"/>
                <a:cs typeface="Aptos"/>
              </a:defRPr>
            </a:lvl1pPr>
            <a:lvl2pPr algn="l">
              <a:defRPr sz="1350" b="1" i="0">
                <a:solidFill>
                  <a:srgbClr val="FFFFFF"/>
                </a:solidFill>
                <a:latin typeface="Aptos"/>
                <a:ea typeface="Aptos"/>
                <a:cs typeface="Aptos"/>
              </a:defRPr>
            </a:lvl2pPr>
            <a:lvl3pPr algn="l">
              <a:defRPr sz="1350" b="1" i="0">
                <a:solidFill>
                  <a:srgbClr val="FFFFFF"/>
                </a:solidFill>
                <a:latin typeface="Aptos"/>
                <a:ea typeface="Aptos"/>
                <a:cs typeface="Aptos"/>
              </a:defRPr>
            </a:lvl3pPr>
            <a:lvl4pPr algn="l">
              <a:defRPr sz="1350" b="1" i="0">
                <a:solidFill>
                  <a:srgbClr val="FFFFFF"/>
                </a:solidFill>
                <a:latin typeface="Aptos"/>
                <a:ea typeface="Aptos"/>
                <a:cs typeface="Aptos"/>
              </a:defRPr>
            </a:lvl4pPr>
            <a:lvl5pPr algn="l">
              <a:defRPr sz="1350" b="1" i="0">
                <a:solidFill>
                  <a:srgbClr val="FFFFFF"/>
                </a:solidFill>
                <a:latin typeface="Aptos"/>
                <a:ea typeface="Aptos"/>
                <a:cs typeface="Aptos"/>
              </a:defRPr>
            </a:lvl5pPr>
            <a:lvl6pPr algn="l">
              <a:defRPr sz="1350" b="1" i="0">
                <a:solidFill>
                  <a:srgbClr val="FFFFFF"/>
                </a:solidFill>
                <a:latin typeface="Aptos"/>
                <a:ea typeface="Aptos"/>
                <a:cs typeface="Aptos"/>
              </a:defRPr>
            </a:lvl6pPr>
            <a:lvl7pPr algn="l">
              <a:defRPr sz="1350" b="1" i="0">
                <a:solidFill>
                  <a:srgbClr val="FFFFFF"/>
                </a:solidFill>
                <a:latin typeface="Aptos"/>
                <a:ea typeface="Aptos"/>
                <a:cs typeface="Aptos"/>
              </a:defRPr>
            </a:lvl7pPr>
            <a:lvl8pPr algn="l">
              <a:defRPr sz="1350" b="1" i="0">
                <a:solidFill>
                  <a:srgbClr val="FFFFFF"/>
                </a:solidFill>
                <a:latin typeface="Aptos"/>
                <a:ea typeface="Aptos"/>
                <a:cs typeface="Aptos"/>
              </a:defRPr>
            </a:lvl8pPr>
            <a:lvl9pPr algn="l">
              <a:defRPr sz="1350" b="1" i="0">
                <a:solidFill>
                  <a:srgbClr val="FFFFFF"/>
                </a:solidFill>
                <a:latin typeface="Aptos"/>
                <a:ea typeface="Aptos"/>
                <a:cs typeface="Aptos"/>
              </a:defRPr>
            </a:lvl9pPr>
          </a:lstStyle>
          <a:p xmlns:a="http://schemas.openxmlformats.org/drawingml/2006/main">
            <a:pPr algn="l">
              <a:defRPr sz="1350" b="1" i="0">
                <a:solidFill>
                  <a:srgbClr val="FFFFFF"/>
                </a:solidFill>
                <a:latin typeface="Aptos"/>
                <a:ea typeface="Aptos"/>
                <a:cs typeface="Aptos"/>
              </a:defRPr>
            </a:pPr>
            <a:r>
              <a:rPr sz="1350" b="1" i="0">
                <a:solidFill>
                  <a:srgbClr val="FFFFFF"/>
                </a:solidFill>
                <a:latin typeface="Aptos"/>
                <a:ea typeface="Aptos"/>
                <a:cs typeface="Aptos"/>
              </a:rPr>
              <a:t>Cuatro casos simulados</a:t>
            </a:r>
          </a:p>
        </p:txBody>
      </p:sp>
      <p:sp>
        <p:nvSpPr>
          <p:cNvPr id="15" name="close-check-circle-4">
            <a:extLst xmlns:a="http://schemas.openxmlformats.org/drawingml/2006/main">
              <a:ext uri="{FF2B5EF4-FFF2-40B4-BE49-F238E27FC236}">
                <a16:creationId xmlns:a16="http://schemas.microsoft.com/office/drawing/2014/main" id="{0C8CFD54-1ECC-484E-954A-5906D9C7625E}"/>
              </a:ext>
            </a:extLst>
          </p:cNvPr>
          <p:cNvSpPr>
            <a:spLocks xmlns:a="http://schemas.openxmlformats.org/drawingml/2006/main" noGrp="1"/>
          </p:cNvSpPr>
          <p:nvPr/>
        </p:nvSpPr>
        <p:spPr>
          <a:xfrm xmlns:a="http://schemas.openxmlformats.org/drawingml/2006/main">
            <a:off x="6324600" y="203835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6" name="close-check-4">
            <a:extLst xmlns:a="http://schemas.openxmlformats.org/drawingml/2006/main">
              <a:ext uri="{FF2B5EF4-FFF2-40B4-BE49-F238E27FC236}">
                <a16:creationId xmlns:a16="http://schemas.microsoft.com/office/drawing/2014/main" id="{68F02D56-014C-4AC3-AF44-5B4EE779774B}"/>
              </a:ext>
            </a:extLst>
          </p:cNvPr>
          <p:cNvSpPr>
            <a:spLocks xmlns:a="http://schemas.openxmlformats.org/drawingml/2006/main" noGrp="1"/>
          </p:cNvSpPr>
          <p:nvPr/>
        </p:nvSpPr>
        <p:spPr>
          <a:xfrm xmlns:a="http://schemas.openxmlformats.org/drawingml/2006/main">
            <a:off x="6324600" y="20859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17" name="close-check-label-4">
            <a:extLst xmlns:a="http://schemas.openxmlformats.org/drawingml/2006/main">
              <a:ext uri="{FF2B5EF4-FFF2-40B4-BE49-F238E27FC236}">
                <a16:creationId xmlns:a16="http://schemas.microsoft.com/office/drawing/2014/main" id="{B1A816D2-0FEA-408A-AD05-E7FA67EC11EF}"/>
              </a:ext>
            </a:extLst>
          </p:cNvPr>
          <p:cNvSpPr>
            <a:spLocks xmlns:a="http://schemas.openxmlformats.org/drawingml/2006/main" noGrp="1"/>
          </p:cNvSpPr>
          <p:nvPr/>
        </p:nvSpPr>
        <p:spPr>
          <a:xfrm xmlns:a="http://schemas.openxmlformats.org/drawingml/2006/main">
            <a:off x="6896100" y="207645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FFFFF"/>
                </a:solidFill>
                <a:latin typeface="Aptos"/>
                <a:ea typeface="Aptos"/>
                <a:cs typeface="Aptos"/>
              </a:defRPr>
            </a:defPPr>
            <a:lvl1pPr algn="l">
              <a:defRPr sz="1350" b="1" i="0">
                <a:solidFill>
                  <a:srgbClr val="FFFFFF"/>
                </a:solidFill>
                <a:latin typeface="Aptos"/>
                <a:ea typeface="Aptos"/>
                <a:cs typeface="Aptos"/>
              </a:defRPr>
            </a:lvl1pPr>
            <a:lvl2pPr algn="l">
              <a:defRPr sz="1350" b="1" i="0">
                <a:solidFill>
                  <a:srgbClr val="FFFFFF"/>
                </a:solidFill>
                <a:latin typeface="Aptos"/>
                <a:ea typeface="Aptos"/>
                <a:cs typeface="Aptos"/>
              </a:defRPr>
            </a:lvl2pPr>
            <a:lvl3pPr algn="l">
              <a:defRPr sz="1350" b="1" i="0">
                <a:solidFill>
                  <a:srgbClr val="FFFFFF"/>
                </a:solidFill>
                <a:latin typeface="Aptos"/>
                <a:ea typeface="Aptos"/>
                <a:cs typeface="Aptos"/>
              </a:defRPr>
            </a:lvl3pPr>
            <a:lvl4pPr algn="l">
              <a:defRPr sz="1350" b="1" i="0">
                <a:solidFill>
                  <a:srgbClr val="FFFFFF"/>
                </a:solidFill>
                <a:latin typeface="Aptos"/>
                <a:ea typeface="Aptos"/>
                <a:cs typeface="Aptos"/>
              </a:defRPr>
            </a:lvl4pPr>
            <a:lvl5pPr algn="l">
              <a:defRPr sz="1350" b="1" i="0">
                <a:solidFill>
                  <a:srgbClr val="FFFFFF"/>
                </a:solidFill>
                <a:latin typeface="Aptos"/>
                <a:ea typeface="Aptos"/>
                <a:cs typeface="Aptos"/>
              </a:defRPr>
            </a:lvl5pPr>
            <a:lvl6pPr algn="l">
              <a:defRPr sz="1350" b="1" i="0">
                <a:solidFill>
                  <a:srgbClr val="FFFFFF"/>
                </a:solidFill>
                <a:latin typeface="Aptos"/>
                <a:ea typeface="Aptos"/>
                <a:cs typeface="Aptos"/>
              </a:defRPr>
            </a:lvl6pPr>
            <a:lvl7pPr algn="l">
              <a:defRPr sz="1350" b="1" i="0">
                <a:solidFill>
                  <a:srgbClr val="FFFFFF"/>
                </a:solidFill>
                <a:latin typeface="Aptos"/>
                <a:ea typeface="Aptos"/>
                <a:cs typeface="Aptos"/>
              </a:defRPr>
            </a:lvl7pPr>
            <a:lvl8pPr algn="l">
              <a:defRPr sz="1350" b="1" i="0">
                <a:solidFill>
                  <a:srgbClr val="FFFFFF"/>
                </a:solidFill>
                <a:latin typeface="Aptos"/>
                <a:ea typeface="Aptos"/>
                <a:cs typeface="Aptos"/>
              </a:defRPr>
            </a:lvl8pPr>
            <a:lvl9pPr algn="l">
              <a:defRPr sz="1350" b="1" i="0">
                <a:solidFill>
                  <a:srgbClr val="FFFFFF"/>
                </a:solidFill>
                <a:latin typeface="Aptos"/>
                <a:ea typeface="Aptos"/>
                <a:cs typeface="Aptos"/>
              </a:defRPr>
            </a:lvl9pPr>
          </a:lstStyle>
          <a:p xmlns:a="http://schemas.openxmlformats.org/drawingml/2006/main">
            <a:pPr algn="l">
              <a:defRPr sz="1350" b="1" i="0">
                <a:solidFill>
                  <a:srgbClr val="FFFFFF"/>
                </a:solidFill>
                <a:latin typeface="Aptos"/>
                <a:ea typeface="Aptos"/>
                <a:cs typeface="Aptos"/>
              </a:defRPr>
            </a:pPr>
            <a:r>
              <a:rPr sz="1350" b="1" i="0">
                <a:solidFill>
                  <a:srgbClr val="FFFFFF"/>
                </a:solidFill>
                <a:latin typeface="Aptos"/>
                <a:ea typeface="Aptos"/>
                <a:cs typeface="Aptos"/>
              </a:rPr>
              <a:t>Cinco controles en No probado</a:t>
            </a:r>
          </a:p>
        </p:txBody>
      </p:sp>
      <p:sp>
        <p:nvSpPr>
          <p:cNvPr id="18" name="close-check-circle-5">
            <a:extLst xmlns:a="http://schemas.openxmlformats.org/drawingml/2006/main">
              <a:ext uri="{FF2B5EF4-FFF2-40B4-BE49-F238E27FC236}">
                <a16:creationId xmlns:a16="http://schemas.microsoft.com/office/drawing/2014/main" id="{B2577388-F15A-4172-B20D-F8764354EE49}"/>
              </a:ext>
            </a:extLst>
          </p:cNvPr>
          <p:cNvSpPr>
            <a:spLocks xmlns:a="http://schemas.openxmlformats.org/drawingml/2006/main" noGrp="1"/>
          </p:cNvSpPr>
          <p:nvPr/>
        </p:nvSpPr>
        <p:spPr>
          <a:xfrm xmlns:a="http://schemas.openxmlformats.org/drawingml/2006/main">
            <a:off x="6324600" y="281940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9" name="close-check-5">
            <a:extLst xmlns:a="http://schemas.openxmlformats.org/drawingml/2006/main">
              <a:ext uri="{FF2B5EF4-FFF2-40B4-BE49-F238E27FC236}">
                <a16:creationId xmlns:a16="http://schemas.microsoft.com/office/drawing/2014/main" id="{ABC8382D-4142-4C60-A433-0B1611FB172D}"/>
              </a:ext>
            </a:extLst>
          </p:cNvPr>
          <p:cNvSpPr>
            <a:spLocks xmlns:a="http://schemas.openxmlformats.org/drawingml/2006/main" noGrp="1"/>
          </p:cNvSpPr>
          <p:nvPr/>
        </p:nvSpPr>
        <p:spPr>
          <a:xfrm xmlns:a="http://schemas.openxmlformats.org/drawingml/2006/main">
            <a:off x="6324600" y="28670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20" name="close-check-label-5">
            <a:extLst xmlns:a="http://schemas.openxmlformats.org/drawingml/2006/main">
              <a:ext uri="{FF2B5EF4-FFF2-40B4-BE49-F238E27FC236}">
                <a16:creationId xmlns:a16="http://schemas.microsoft.com/office/drawing/2014/main" id="{C94B49D4-C98C-4A11-B2A4-1E2DCD763D20}"/>
              </a:ext>
            </a:extLst>
          </p:cNvPr>
          <p:cNvSpPr>
            <a:spLocks xmlns:a="http://schemas.openxmlformats.org/drawingml/2006/main" noGrp="1"/>
          </p:cNvSpPr>
          <p:nvPr/>
        </p:nvSpPr>
        <p:spPr>
          <a:xfrm xmlns:a="http://schemas.openxmlformats.org/drawingml/2006/main">
            <a:off x="6896100" y="285750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FFFFF"/>
                </a:solidFill>
                <a:latin typeface="Aptos"/>
                <a:ea typeface="Aptos"/>
                <a:cs typeface="Aptos"/>
              </a:defRPr>
            </a:defPPr>
            <a:lvl1pPr algn="l">
              <a:defRPr sz="1350" b="1" i="0">
                <a:solidFill>
                  <a:srgbClr val="FFFFFF"/>
                </a:solidFill>
                <a:latin typeface="Aptos"/>
                <a:ea typeface="Aptos"/>
                <a:cs typeface="Aptos"/>
              </a:defRPr>
            </a:lvl1pPr>
            <a:lvl2pPr algn="l">
              <a:defRPr sz="1350" b="1" i="0">
                <a:solidFill>
                  <a:srgbClr val="FFFFFF"/>
                </a:solidFill>
                <a:latin typeface="Aptos"/>
                <a:ea typeface="Aptos"/>
                <a:cs typeface="Aptos"/>
              </a:defRPr>
            </a:lvl2pPr>
            <a:lvl3pPr algn="l">
              <a:defRPr sz="1350" b="1" i="0">
                <a:solidFill>
                  <a:srgbClr val="FFFFFF"/>
                </a:solidFill>
                <a:latin typeface="Aptos"/>
                <a:ea typeface="Aptos"/>
                <a:cs typeface="Aptos"/>
              </a:defRPr>
            </a:lvl3pPr>
            <a:lvl4pPr algn="l">
              <a:defRPr sz="1350" b="1" i="0">
                <a:solidFill>
                  <a:srgbClr val="FFFFFF"/>
                </a:solidFill>
                <a:latin typeface="Aptos"/>
                <a:ea typeface="Aptos"/>
                <a:cs typeface="Aptos"/>
              </a:defRPr>
            </a:lvl4pPr>
            <a:lvl5pPr algn="l">
              <a:defRPr sz="1350" b="1" i="0">
                <a:solidFill>
                  <a:srgbClr val="FFFFFF"/>
                </a:solidFill>
                <a:latin typeface="Aptos"/>
                <a:ea typeface="Aptos"/>
                <a:cs typeface="Aptos"/>
              </a:defRPr>
            </a:lvl5pPr>
            <a:lvl6pPr algn="l">
              <a:defRPr sz="1350" b="1" i="0">
                <a:solidFill>
                  <a:srgbClr val="FFFFFF"/>
                </a:solidFill>
                <a:latin typeface="Aptos"/>
                <a:ea typeface="Aptos"/>
                <a:cs typeface="Aptos"/>
              </a:defRPr>
            </a:lvl6pPr>
            <a:lvl7pPr algn="l">
              <a:defRPr sz="1350" b="1" i="0">
                <a:solidFill>
                  <a:srgbClr val="FFFFFF"/>
                </a:solidFill>
                <a:latin typeface="Aptos"/>
                <a:ea typeface="Aptos"/>
                <a:cs typeface="Aptos"/>
              </a:defRPr>
            </a:lvl7pPr>
            <a:lvl8pPr algn="l">
              <a:defRPr sz="1350" b="1" i="0">
                <a:solidFill>
                  <a:srgbClr val="FFFFFF"/>
                </a:solidFill>
                <a:latin typeface="Aptos"/>
                <a:ea typeface="Aptos"/>
                <a:cs typeface="Aptos"/>
              </a:defRPr>
            </a:lvl8pPr>
            <a:lvl9pPr algn="l">
              <a:defRPr sz="1350" b="1" i="0">
                <a:solidFill>
                  <a:srgbClr val="FFFFFF"/>
                </a:solidFill>
                <a:latin typeface="Aptos"/>
                <a:ea typeface="Aptos"/>
                <a:cs typeface="Aptos"/>
              </a:defRPr>
            </a:lvl9pPr>
          </a:lstStyle>
          <a:p xmlns:a="http://schemas.openxmlformats.org/drawingml/2006/main">
            <a:pPr algn="l">
              <a:defRPr sz="1350" b="1" i="0">
                <a:solidFill>
                  <a:srgbClr val="FFFFFF"/>
                </a:solidFill>
                <a:latin typeface="Aptos"/>
                <a:ea typeface="Aptos"/>
                <a:cs typeface="Aptos"/>
              </a:defRPr>
            </a:pPr>
            <a:r>
              <a:rPr sz="1350" b="1" i="0">
                <a:solidFill>
                  <a:srgbClr val="FFFFFF"/>
                </a:solidFill>
                <a:latin typeface="Aptos"/>
                <a:ea typeface="Aptos"/>
                <a:cs typeface="Aptos"/>
              </a:rPr>
              <a:t>Salida y responsable humano</a:t>
            </a:r>
          </a:p>
        </p:txBody>
      </p:sp>
      <p:sp>
        <p:nvSpPr>
          <p:cNvPr id="21" name="close-check-circle-6">
            <a:extLst xmlns:a="http://schemas.openxmlformats.org/drawingml/2006/main">
              <a:ext uri="{FF2B5EF4-FFF2-40B4-BE49-F238E27FC236}">
                <a16:creationId xmlns:a16="http://schemas.microsoft.com/office/drawing/2014/main" id="{CEC69CD7-3B5F-496E-8B7C-7AB447A12566}"/>
              </a:ext>
            </a:extLst>
          </p:cNvPr>
          <p:cNvSpPr>
            <a:spLocks xmlns:a="http://schemas.openxmlformats.org/drawingml/2006/main" noGrp="1"/>
          </p:cNvSpPr>
          <p:nvPr/>
        </p:nvSpPr>
        <p:spPr>
          <a:xfrm xmlns:a="http://schemas.openxmlformats.org/drawingml/2006/main">
            <a:off x="6324600" y="360045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22" name="close-check-6">
            <a:extLst xmlns:a="http://schemas.openxmlformats.org/drawingml/2006/main">
              <a:ext uri="{FF2B5EF4-FFF2-40B4-BE49-F238E27FC236}">
                <a16:creationId xmlns:a16="http://schemas.microsoft.com/office/drawing/2014/main" id="{E696527E-8B90-4DB4-BA4B-F1AC2C76DD65}"/>
              </a:ext>
            </a:extLst>
          </p:cNvPr>
          <p:cNvSpPr>
            <a:spLocks xmlns:a="http://schemas.openxmlformats.org/drawingml/2006/main" noGrp="1"/>
          </p:cNvSpPr>
          <p:nvPr/>
        </p:nvSpPr>
        <p:spPr>
          <a:xfrm xmlns:a="http://schemas.openxmlformats.org/drawingml/2006/main">
            <a:off x="6324600" y="36480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23" name="close-check-label-6">
            <a:extLst xmlns:a="http://schemas.openxmlformats.org/drawingml/2006/main">
              <a:ext uri="{FF2B5EF4-FFF2-40B4-BE49-F238E27FC236}">
                <a16:creationId xmlns:a16="http://schemas.microsoft.com/office/drawing/2014/main" id="{2B870CFD-7DE8-4D91-9238-EDAD286BED3C}"/>
              </a:ext>
            </a:extLst>
          </p:cNvPr>
          <p:cNvSpPr>
            <a:spLocks xmlns:a="http://schemas.openxmlformats.org/drawingml/2006/main" noGrp="1"/>
          </p:cNvSpPr>
          <p:nvPr/>
        </p:nvSpPr>
        <p:spPr>
          <a:xfrm xmlns:a="http://schemas.openxmlformats.org/drawingml/2006/main">
            <a:off x="6896100" y="363855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FFFFF"/>
                </a:solidFill>
                <a:latin typeface="Aptos"/>
                <a:ea typeface="Aptos"/>
                <a:cs typeface="Aptos"/>
              </a:defRPr>
            </a:defPPr>
            <a:lvl1pPr algn="l">
              <a:defRPr sz="1350" b="1" i="0">
                <a:solidFill>
                  <a:srgbClr val="FFFFFF"/>
                </a:solidFill>
                <a:latin typeface="Aptos"/>
                <a:ea typeface="Aptos"/>
                <a:cs typeface="Aptos"/>
              </a:defRPr>
            </a:lvl1pPr>
            <a:lvl2pPr algn="l">
              <a:defRPr sz="1350" b="1" i="0">
                <a:solidFill>
                  <a:srgbClr val="FFFFFF"/>
                </a:solidFill>
                <a:latin typeface="Aptos"/>
                <a:ea typeface="Aptos"/>
                <a:cs typeface="Aptos"/>
              </a:defRPr>
            </a:lvl2pPr>
            <a:lvl3pPr algn="l">
              <a:defRPr sz="1350" b="1" i="0">
                <a:solidFill>
                  <a:srgbClr val="FFFFFF"/>
                </a:solidFill>
                <a:latin typeface="Aptos"/>
                <a:ea typeface="Aptos"/>
                <a:cs typeface="Aptos"/>
              </a:defRPr>
            </a:lvl3pPr>
            <a:lvl4pPr algn="l">
              <a:defRPr sz="1350" b="1" i="0">
                <a:solidFill>
                  <a:srgbClr val="FFFFFF"/>
                </a:solidFill>
                <a:latin typeface="Aptos"/>
                <a:ea typeface="Aptos"/>
                <a:cs typeface="Aptos"/>
              </a:defRPr>
            </a:lvl4pPr>
            <a:lvl5pPr algn="l">
              <a:defRPr sz="1350" b="1" i="0">
                <a:solidFill>
                  <a:srgbClr val="FFFFFF"/>
                </a:solidFill>
                <a:latin typeface="Aptos"/>
                <a:ea typeface="Aptos"/>
                <a:cs typeface="Aptos"/>
              </a:defRPr>
            </a:lvl5pPr>
            <a:lvl6pPr algn="l">
              <a:defRPr sz="1350" b="1" i="0">
                <a:solidFill>
                  <a:srgbClr val="FFFFFF"/>
                </a:solidFill>
                <a:latin typeface="Aptos"/>
                <a:ea typeface="Aptos"/>
                <a:cs typeface="Aptos"/>
              </a:defRPr>
            </a:lvl6pPr>
            <a:lvl7pPr algn="l">
              <a:defRPr sz="1350" b="1" i="0">
                <a:solidFill>
                  <a:srgbClr val="FFFFFF"/>
                </a:solidFill>
                <a:latin typeface="Aptos"/>
                <a:ea typeface="Aptos"/>
                <a:cs typeface="Aptos"/>
              </a:defRPr>
            </a:lvl7pPr>
            <a:lvl8pPr algn="l">
              <a:defRPr sz="1350" b="1" i="0">
                <a:solidFill>
                  <a:srgbClr val="FFFFFF"/>
                </a:solidFill>
                <a:latin typeface="Aptos"/>
                <a:ea typeface="Aptos"/>
                <a:cs typeface="Aptos"/>
              </a:defRPr>
            </a:lvl8pPr>
            <a:lvl9pPr algn="l">
              <a:defRPr sz="1350" b="1" i="0">
                <a:solidFill>
                  <a:srgbClr val="FFFFFF"/>
                </a:solidFill>
                <a:latin typeface="Aptos"/>
                <a:ea typeface="Aptos"/>
                <a:cs typeface="Aptos"/>
              </a:defRPr>
            </a:lvl9pPr>
          </a:lstStyle>
          <a:p xmlns:a="http://schemas.openxmlformats.org/drawingml/2006/main">
            <a:pPr algn="l">
              <a:defRPr sz="1350" b="1" i="0">
                <a:solidFill>
                  <a:srgbClr val="FFFFFF"/>
                </a:solidFill>
                <a:latin typeface="Aptos"/>
                <a:ea typeface="Aptos"/>
                <a:cs typeface="Aptos"/>
              </a:defRPr>
            </a:pPr>
            <a:r>
              <a:rPr sz="1350" b="1" i="0">
                <a:solidFill>
                  <a:srgbClr val="FFFFFF"/>
                </a:solidFill>
                <a:latin typeface="Aptos"/>
                <a:ea typeface="Aptos"/>
                <a:cs typeface="Aptos"/>
              </a:rPr>
              <a:t>Consentimiento visible</a:t>
            </a:r>
          </a:p>
        </p:txBody>
      </p:sp>
      <p:sp>
        <p:nvSpPr>
          <p:cNvPr id="24" name="close-check-circle-7">
            <a:extLst xmlns:a="http://schemas.openxmlformats.org/drawingml/2006/main">
              <a:ext uri="{FF2B5EF4-FFF2-40B4-BE49-F238E27FC236}">
                <a16:creationId xmlns:a16="http://schemas.microsoft.com/office/drawing/2014/main" id="{D014BC9B-9668-462A-8C71-B31EB56787EF}"/>
              </a:ext>
            </a:extLst>
          </p:cNvPr>
          <p:cNvSpPr>
            <a:spLocks xmlns:a="http://schemas.openxmlformats.org/drawingml/2006/main" noGrp="1"/>
          </p:cNvSpPr>
          <p:nvPr/>
        </p:nvSpPr>
        <p:spPr>
          <a:xfrm xmlns:a="http://schemas.openxmlformats.org/drawingml/2006/main">
            <a:off x="6324600" y="4381500"/>
            <a:ext cx="400050" cy="400050"/>
          </a:xfrm>
          <a:prstGeom xmlns:a="http://schemas.openxmlformats.org/drawingml/2006/main" prst="ellipse">
            <a:avLst/>
          </a:prstGeom>
          <a:solidFill xmlns:a="http://schemas.openxmlformats.org/drawingml/2006/main">
            <a:srgbClr val="4A8F77"/>
          </a:solidFill>
          <a:ln xmlns:a="http://schemas.openxmlformats.org/drawingml/2006/main" w="0">
            <a:noFill/>
            <a:prstDash val="solid"/>
          </a:ln>
        </p:spPr>
      </p:sp>
      <p:sp>
        <p:nvSpPr>
          <p:cNvPr id="25" name="close-check-7">
            <a:extLst xmlns:a="http://schemas.openxmlformats.org/drawingml/2006/main">
              <a:ext uri="{FF2B5EF4-FFF2-40B4-BE49-F238E27FC236}">
                <a16:creationId xmlns:a16="http://schemas.microsoft.com/office/drawing/2014/main" id="{F0188A03-3014-4469-8D3B-A2C4EB4DE4F7}"/>
              </a:ext>
            </a:extLst>
          </p:cNvPr>
          <p:cNvSpPr>
            <a:spLocks xmlns:a="http://schemas.openxmlformats.org/drawingml/2006/main" noGrp="1"/>
          </p:cNvSpPr>
          <p:nvPr/>
        </p:nvSpPr>
        <p:spPr>
          <a:xfrm xmlns:a="http://schemas.openxmlformats.org/drawingml/2006/main">
            <a:off x="6324600" y="44291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26" name="close-check-label-7">
            <a:extLst xmlns:a="http://schemas.openxmlformats.org/drawingml/2006/main">
              <a:ext uri="{FF2B5EF4-FFF2-40B4-BE49-F238E27FC236}">
                <a16:creationId xmlns:a16="http://schemas.microsoft.com/office/drawing/2014/main" id="{035BC286-CFC5-4616-8E91-E1842F454A8C}"/>
              </a:ext>
            </a:extLst>
          </p:cNvPr>
          <p:cNvSpPr>
            <a:spLocks xmlns:a="http://schemas.openxmlformats.org/drawingml/2006/main" noGrp="1"/>
          </p:cNvSpPr>
          <p:nvPr/>
        </p:nvSpPr>
        <p:spPr>
          <a:xfrm xmlns:a="http://schemas.openxmlformats.org/drawingml/2006/main">
            <a:off x="6896100" y="441960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FFFFF"/>
                </a:solidFill>
                <a:latin typeface="Aptos"/>
                <a:ea typeface="Aptos"/>
                <a:cs typeface="Aptos"/>
              </a:defRPr>
            </a:defPPr>
            <a:lvl1pPr algn="l">
              <a:defRPr sz="1350" b="1" i="0">
                <a:solidFill>
                  <a:srgbClr val="FFFFFF"/>
                </a:solidFill>
                <a:latin typeface="Aptos"/>
                <a:ea typeface="Aptos"/>
                <a:cs typeface="Aptos"/>
              </a:defRPr>
            </a:lvl1pPr>
            <a:lvl2pPr algn="l">
              <a:defRPr sz="1350" b="1" i="0">
                <a:solidFill>
                  <a:srgbClr val="FFFFFF"/>
                </a:solidFill>
                <a:latin typeface="Aptos"/>
                <a:ea typeface="Aptos"/>
                <a:cs typeface="Aptos"/>
              </a:defRPr>
            </a:lvl2pPr>
            <a:lvl3pPr algn="l">
              <a:defRPr sz="1350" b="1" i="0">
                <a:solidFill>
                  <a:srgbClr val="FFFFFF"/>
                </a:solidFill>
                <a:latin typeface="Aptos"/>
                <a:ea typeface="Aptos"/>
                <a:cs typeface="Aptos"/>
              </a:defRPr>
            </a:lvl3pPr>
            <a:lvl4pPr algn="l">
              <a:defRPr sz="1350" b="1" i="0">
                <a:solidFill>
                  <a:srgbClr val="FFFFFF"/>
                </a:solidFill>
                <a:latin typeface="Aptos"/>
                <a:ea typeface="Aptos"/>
                <a:cs typeface="Aptos"/>
              </a:defRPr>
            </a:lvl4pPr>
            <a:lvl5pPr algn="l">
              <a:defRPr sz="1350" b="1" i="0">
                <a:solidFill>
                  <a:srgbClr val="FFFFFF"/>
                </a:solidFill>
                <a:latin typeface="Aptos"/>
                <a:ea typeface="Aptos"/>
                <a:cs typeface="Aptos"/>
              </a:defRPr>
            </a:lvl5pPr>
            <a:lvl6pPr algn="l">
              <a:defRPr sz="1350" b="1" i="0">
                <a:solidFill>
                  <a:srgbClr val="FFFFFF"/>
                </a:solidFill>
                <a:latin typeface="Aptos"/>
                <a:ea typeface="Aptos"/>
                <a:cs typeface="Aptos"/>
              </a:defRPr>
            </a:lvl6pPr>
            <a:lvl7pPr algn="l">
              <a:defRPr sz="1350" b="1" i="0">
                <a:solidFill>
                  <a:srgbClr val="FFFFFF"/>
                </a:solidFill>
                <a:latin typeface="Aptos"/>
                <a:ea typeface="Aptos"/>
                <a:cs typeface="Aptos"/>
              </a:defRPr>
            </a:lvl7pPr>
            <a:lvl8pPr algn="l">
              <a:defRPr sz="1350" b="1" i="0">
                <a:solidFill>
                  <a:srgbClr val="FFFFFF"/>
                </a:solidFill>
                <a:latin typeface="Aptos"/>
                <a:ea typeface="Aptos"/>
                <a:cs typeface="Aptos"/>
              </a:defRPr>
            </a:lvl8pPr>
            <a:lvl9pPr algn="l">
              <a:defRPr sz="1350" b="1" i="0">
                <a:solidFill>
                  <a:srgbClr val="FFFFFF"/>
                </a:solidFill>
                <a:latin typeface="Aptos"/>
                <a:ea typeface="Aptos"/>
                <a:cs typeface="Aptos"/>
              </a:defRPr>
            </a:lvl9pPr>
          </a:lstStyle>
          <a:p xmlns:a="http://schemas.openxmlformats.org/drawingml/2006/main">
            <a:pPr algn="l">
              <a:defRPr sz="1350" b="1" i="0">
                <a:solidFill>
                  <a:srgbClr val="FFFFFF"/>
                </a:solidFill>
                <a:latin typeface="Aptos"/>
                <a:ea typeface="Aptos"/>
                <a:cs typeface="Aptos"/>
              </a:defRPr>
            </a:pPr>
            <a:r>
              <a:rPr sz="1350" b="1" i="0">
                <a:solidFill>
                  <a:srgbClr val="FFFFFF"/>
                </a:solidFill>
                <a:latin typeface="Aptos"/>
                <a:ea typeface="Aptos"/>
                <a:cs typeface="Aptos"/>
              </a:rPr>
              <a:t>Sin canales ni datos reales</a:t>
            </a:r>
          </a:p>
        </p:txBody>
      </p:sp>
      <p:sp>
        <p:nvSpPr>
          <p:cNvPr id="27" name="close-rule">
            <a:extLst xmlns:a="http://schemas.openxmlformats.org/drawingml/2006/main">
              <a:ext uri="{FF2B5EF4-FFF2-40B4-BE49-F238E27FC236}">
                <a16:creationId xmlns:a16="http://schemas.microsoft.com/office/drawing/2014/main" id="{7DF9C91C-415F-4EA4-BC42-212B7E46F157}"/>
              </a:ext>
            </a:extLst>
          </p:cNvPr>
          <p:cNvSpPr>
            <a:spLocks xmlns:a="http://schemas.openxmlformats.org/drawingml/2006/main" noGrp="1"/>
          </p:cNvSpPr>
          <p:nvPr/>
        </p:nvSpPr>
        <p:spPr>
          <a:xfrm xmlns:a="http://schemas.openxmlformats.org/drawingml/2006/main">
            <a:off x="800100" y="5505450"/>
            <a:ext cx="10591800" cy="28575"/>
          </a:xfrm>
          <a:prstGeom xmlns:a="http://schemas.openxmlformats.org/drawingml/2006/main" prst="rect">
            <a:avLst/>
          </a:prstGeom>
          <a:solidFill xmlns:a="http://schemas.openxmlformats.org/drawingml/2006/main">
            <a:srgbClr val="0878A8"/>
          </a:solidFill>
          <a:ln xmlns:a="http://schemas.openxmlformats.org/drawingml/2006/main" w="0">
            <a:noFill/>
            <a:prstDash val="solid"/>
          </a:ln>
        </p:spPr>
      </p:sp>
      <p:sp>
        <p:nvSpPr>
          <p:cNvPr id="28" name="close-next">
            <a:extLst xmlns:a="http://schemas.openxmlformats.org/drawingml/2006/main">
              <a:ext uri="{FF2B5EF4-FFF2-40B4-BE49-F238E27FC236}">
                <a16:creationId xmlns:a16="http://schemas.microsoft.com/office/drawing/2014/main" id="{B124F3EB-7135-4C6E-9035-722CEDCDF952}"/>
              </a:ext>
            </a:extLst>
          </p:cNvPr>
          <p:cNvSpPr>
            <a:spLocks xmlns:a="http://schemas.openxmlformats.org/drawingml/2006/main" noGrp="1"/>
          </p:cNvSpPr>
          <p:nvPr/>
        </p:nvSpPr>
        <p:spPr>
          <a:xfrm xmlns:a="http://schemas.openxmlformats.org/drawingml/2006/main">
            <a:off x="800100" y="5772150"/>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i="0">
                <a:solidFill>
                  <a:srgbClr val="EAF4F8"/>
                </a:solidFill>
                <a:latin typeface="Aptos"/>
                <a:ea typeface="Aptos"/>
                <a:cs typeface="Aptos"/>
              </a:defRPr>
            </a:defPPr>
            <a:lvl1pPr algn="l">
              <a:defRPr sz="1575" b="1" i="0">
                <a:solidFill>
                  <a:srgbClr val="EAF4F8"/>
                </a:solidFill>
                <a:latin typeface="Aptos"/>
                <a:ea typeface="Aptos"/>
                <a:cs typeface="Aptos"/>
              </a:defRPr>
            </a:lvl1pPr>
            <a:lvl2pPr algn="l">
              <a:defRPr sz="1575" b="1" i="0">
                <a:solidFill>
                  <a:srgbClr val="EAF4F8"/>
                </a:solidFill>
                <a:latin typeface="Aptos"/>
                <a:ea typeface="Aptos"/>
                <a:cs typeface="Aptos"/>
              </a:defRPr>
            </a:lvl2pPr>
            <a:lvl3pPr algn="l">
              <a:defRPr sz="1575" b="1" i="0">
                <a:solidFill>
                  <a:srgbClr val="EAF4F8"/>
                </a:solidFill>
                <a:latin typeface="Aptos"/>
                <a:ea typeface="Aptos"/>
                <a:cs typeface="Aptos"/>
              </a:defRPr>
            </a:lvl3pPr>
            <a:lvl4pPr algn="l">
              <a:defRPr sz="1575" b="1" i="0">
                <a:solidFill>
                  <a:srgbClr val="EAF4F8"/>
                </a:solidFill>
                <a:latin typeface="Aptos"/>
                <a:ea typeface="Aptos"/>
                <a:cs typeface="Aptos"/>
              </a:defRPr>
            </a:lvl4pPr>
            <a:lvl5pPr algn="l">
              <a:defRPr sz="1575" b="1" i="0">
                <a:solidFill>
                  <a:srgbClr val="EAF4F8"/>
                </a:solidFill>
                <a:latin typeface="Aptos"/>
                <a:ea typeface="Aptos"/>
                <a:cs typeface="Aptos"/>
              </a:defRPr>
            </a:lvl5pPr>
            <a:lvl6pPr algn="l">
              <a:defRPr sz="1575" b="1" i="0">
                <a:solidFill>
                  <a:srgbClr val="EAF4F8"/>
                </a:solidFill>
                <a:latin typeface="Aptos"/>
                <a:ea typeface="Aptos"/>
                <a:cs typeface="Aptos"/>
              </a:defRPr>
            </a:lvl6pPr>
            <a:lvl7pPr algn="l">
              <a:defRPr sz="1575" b="1" i="0">
                <a:solidFill>
                  <a:srgbClr val="EAF4F8"/>
                </a:solidFill>
                <a:latin typeface="Aptos"/>
                <a:ea typeface="Aptos"/>
                <a:cs typeface="Aptos"/>
              </a:defRPr>
            </a:lvl7pPr>
            <a:lvl8pPr algn="l">
              <a:defRPr sz="1575" b="1" i="0">
                <a:solidFill>
                  <a:srgbClr val="EAF4F8"/>
                </a:solidFill>
                <a:latin typeface="Aptos"/>
                <a:ea typeface="Aptos"/>
                <a:cs typeface="Aptos"/>
              </a:defRPr>
            </a:lvl8pPr>
            <a:lvl9pPr algn="l">
              <a:defRPr sz="1575" b="1" i="0">
                <a:solidFill>
                  <a:srgbClr val="EAF4F8"/>
                </a:solidFill>
                <a:latin typeface="Aptos"/>
                <a:ea typeface="Aptos"/>
                <a:cs typeface="Aptos"/>
              </a:defRPr>
            </a:lvl9pPr>
          </a:lstStyle>
          <a:p xmlns:a="http://schemas.openxmlformats.org/drawingml/2006/main">
            <a:pPr algn="l">
              <a:defRPr sz="1575" b="1" i="0">
                <a:solidFill>
                  <a:srgbClr val="EAF4F8"/>
                </a:solidFill>
                <a:latin typeface="Aptos"/>
                <a:ea typeface="Aptos"/>
                <a:cs typeface="Aptos"/>
              </a:defRPr>
            </a:pPr>
            <a:r>
              <a:rPr sz="1575" b="1" i="0">
                <a:solidFill>
                  <a:srgbClr val="EAF4F8"/>
                </a:solidFill>
                <a:latin typeface="Aptos"/>
                <a:ea typeface="Aptos"/>
                <a:cs typeface="Aptos"/>
              </a:rPr>
              <a:t>Siguiente: Paso 6  ·  MVP visible y documentado</a:t>
            </a:r>
          </a:p>
        </p:txBody>
      </p:sp>
      <p:sp>
        <p:nvSpPr>
          <p:cNvPr id="29" name="close-brand">
            <a:extLst xmlns:a="http://schemas.openxmlformats.org/drawingml/2006/main">
              <a:ext uri="{FF2B5EF4-FFF2-40B4-BE49-F238E27FC236}">
                <a16:creationId xmlns:a16="http://schemas.microsoft.com/office/drawing/2014/main" id="{C9C016A0-36BE-4B50-820A-692B66E09A31}"/>
              </a:ext>
            </a:extLst>
          </p:cNvPr>
          <p:cNvSpPr>
            <a:spLocks xmlns:a="http://schemas.openxmlformats.org/drawingml/2006/main" noGrp="1"/>
          </p:cNvSpPr>
          <p:nvPr/>
        </p:nvSpPr>
        <p:spPr>
          <a:xfrm xmlns:a="http://schemas.openxmlformats.org/drawingml/2006/main">
            <a:off x="800100" y="63436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FFFF"/>
                </a:solidFill>
                <a:latin typeface="Aptos"/>
                <a:ea typeface="Aptos"/>
                <a:cs typeface="Aptos"/>
              </a:defRPr>
            </a:defPPr>
            <a:lvl1pPr algn="l">
              <a:defRPr sz="1050" b="1" i="0">
                <a:solidFill>
                  <a:srgbClr val="FFFFFF"/>
                </a:solidFill>
                <a:latin typeface="Aptos"/>
                <a:ea typeface="Aptos"/>
                <a:cs typeface="Aptos"/>
              </a:defRPr>
            </a:lvl1pPr>
            <a:lvl2pPr algn="l">
              <a:defRPr sz="1050" b="1" i="0">
                <a:solidFill>
                  <a:srgbClr val="FFFFFF"/>
                </a:solidFill>
                <a:latin typeface="Aptos"/>
                <a:ea typeface="Aptos"/>
                <a:cs typeface="Aptos"/>
              </a:defRPr>
            </a:lvl2pPr>
            <a:lvl3pPr algn="l">
              <a:defRPr sz="1050" b="1" i="0">
                <a:solidFill>
                  <a:srgbClr val="FFFFFF"/>
                </a:solidFill>
                <a:latin typeface="Aptos"/>
                <a:ea typeface="Aptos"/>
                <a:cs typeface="Aptos"/>
              </a:defRPr>
            </a:lvl3pPr>
            <a:lvl4pPr algn="l">
              <a:defRPr sz="1050" b="1" i="0">
                <a:solidFill>
                  <a:srgbClr val="FFFFFF"/>
                </a:solidFill>
                <a:latin typeface="Aptos"/>
                <a:ea typeface="Aptos"/>
                <a:cs typeface="Aptos"/>
              </a:defRPr>
            </a:lvl4pPr>
            <a:lvl5pPr algn="l">
              <a:defRPr sz="1050" b="1" i="0">
                <a:solidFill>
                  <a:srgbClr val="FFFFFF"/>
                </a:solidFill>
                <a:latin typeface="Aptos"/>
                <a:ea typeface="Aptos"/>
                <a:cs typeface="Aptos"/>
              </a:defRPr>
            </a:lvl5pPr>
            <a:lvl6pPr algn="l">
              <a:defRPr sz="1050" b="1" i="0">
                <a:solidFill>
                  <a:srgbClr val="FFFFFF"/>
                </a:solidFill>
                <a:latin typeface="Aptos"/>
                <a:ea typeface="Aptos"/>
                <a:cs typeface="Aptos"/>
              </a:defRPr>
            </a:lvl6pPr>
            <a:lvl7pPr algn="l">
              <a:defRPr sz="1050" b="1" i="0">
                <a:solidFill>
                  <a:srgbClr val="FFFFFF"/>
                </a:solidFill>
                <a:latin typeface="Aptos"/>
                <a:ea typeface="Aptos"/>
                <a:cs typeface="Aptos"/>
              </a:defRPr>
            </a:lvl7pPr>
            <a:lvl8pPr algn="l">
              <a:defRPr sz="1050" b="1" i="0">
                <a:solidFill>
                  <a:srgbClr val="FFFFFF"/>
                </a:solidFill>
                <a:latin typeface="Aptos"/>
                <a:ea typeface="Aptos"/>
                <a:cs typeface="Aptos"/>
              </a:defRPr>
            </a:lvl8pPr>
            <a:lvl9pPr algn="l">
              <a:defRPr sz="1050" b="1" i="0">
                <a:solidFill>
                  <a:srgbClr val="FFFFFF"/>
                </a:solidFill>
                <a:latin typeface="Aptos"/>
                <a:ea typeface="Aptos"/>
                <a:cs typeface="Aptos"/>
              </a:defRPr>
            </a:lvl9pPr>
          </a:lstStyle>
          <a:p xmlns:a="http://schemas.openxmlformats.org/drawingml/2006/main">
            <a:pPr algn="l">
              <a:defRPr sz="1050" b="1" i="0">
                <a:solidFill>
                  <a:srgbClr val="FFFFFF"/>
                </a:solidFill>
                <a:latin typeface="Aptos"/>
                <a:ea typeface="Aptos"/>
                <a:cs typeface="Aptos"/>
              </a:defRPr>
            </a:pPr>
            <a:r>
              <a:rPr sz="1050" b="1" i="0">
                <a:solidFill>
                  <a:srgbClr val="FFFFFF"/>
                </a:solidFill>
                <a:latin typeface="Aptos"/>
                <a:ea typeface="Aptos"/>
                <a:cs typeface="Aptos"/>
              </a:rPr>
              <a:t>LANGUAGE CENTER CHILE</a:t>
            </a:r>
          </a:p>
        </p:txBody>
      </p:sp>
      <p:sp>
        <p:nvSpPr>
          <p:cNvPr id="30" name="close-page">
            <a:extLst xmlns:a="http://schemas.openxmlformats.org/drawingml/2006/main">
              <a:ext uri="{FF2B5EF4-FFF2-40B4-BE49-F238E27FC236}">
                <a16:creationId xmlns:a16="http://schemas.microsoft.com/office/drawing/2014/main" id="{1F80599A-3500-402C-BB30-3E2AF2EF3E1F}"/>
              </a:ext>
            </a:extLst>
          </p:cNvPr>
          <p:cNvSpPr>
            <a:spLocks xmlns:a="http://schemas.openxmlformats.org/drawingml/2006/main" noGrp="1"/>
          </p:cNvSpPr>
          <p:nvPr/>
        </p:nvSpPr>
        <p:spPr>
          <a:xfrm xmlns:a="http://schemas.openxmlformats.org/drawingml/2006/main">
            <a:off x="11049000" y="63246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1" i="0">
                <a:solidFill>
                  <a:srgbClr val="FFFFFF"/>
                </a:solidFill>
                <a:latin typeface="Aptos"/>
                <a:ea typeface="Aptos"/>
                <a:cs typeface="Aptos"/>
              </a:defRPr>
            </a:defPPr>
            <a:lvl1pPr algn="r">
              <a:defRPr sz="1050" b="1" i="0">
                <a:solidFill>
                  <a:srgbClr val="FFFFFF"/>
                </a:solidFill>
                <a:latin typeface="Aptos"/>
                <a:ea typeface="Aptos"/>
                <a:cs typeface="Aptos"/>
              </a:defRPr>
            </a:lvl1pPr>
            <a:lvl2pPr algn="r">
              <a:defRPr sz="1050" b="1" i="0">
                <a:solidFill>
                  <a:srgbClr val="FFFFFF"/>
                </a:solidFill>
                <a:latin typeface="Aptos"/>
                <a:ea typeface="Aptos"/>
                <a:cs typeface="Aptos"/>
              </a:defRPr>
            </a:lvl2pPr>
            <a:lvl3pPr algn="r">
              <a:defRPr sz="1050" b="1" i="0">
                <a:solidFill>
                  <a:srgbClr val="FFFFFF"/>
                </a:solidFill>
                <a:latin typeface="Aptos"/>
                <a:ea typeface="Aptos"/>
                <a:cs typeface="Aptos"/>
              </a:defRPr>
            </a:lvl3pPr>
            <a:lvl4pPr algn="r">
              <a:defRPr sz="1050" b="1" i="0">
                <a:solidFill>
                  <a:srgbClr val="FFFFFF"/>
                </a:solidFill>
                <a:latin typeface="Aptos"/>
                <a:ea typeface="Aptos"/>
                <a:cs typeface="Aptos"/>
              </a:defRPr>
            </a:lvl4pPr>
            <a:lvl5pPr algn="r">
              <a:defRPr sz="1050" b="1" i="0">
                <a:solidFill>
                  <a:srgbClr val="FFFFFF"/>
                </a:solidFill>
                <a:latin typeface="Aptos"/>
                <a:ea typeface="Aptos"/>
                <a:cs typeface="Aptos"/>
              </a:defRPr>
            </a:lvl5pPr>
            <a:lvl6pPr algn="r">
              <a:defRPr sz="1050" b="1" i="0">
                <a:solidFill>
                  <a:srgbClr val="FFFFFF"/>
                </a:solidFill>
                <a:latin typeface="Aptos"/>
                <a:ea typeface="Aptos"/>
                <a:cs typeface="Aptos"/>
              </a:defRPr>
            </a:lvl6pPr>
            <a:lvl7pPr algn="r">
              <a:defRPr sz="1050" b="1" i="0">
                <a:solidFill>
                  <a:srgbClr val="FFFFFF"/>
                </a:solidFill>
                <a:latin typeface="Aptos"/>
                <a:ea typeface="Aptos"/>
                <a:cs typeface="Aptos"/>
              </a:defRPr>
            </a:lvl7pPr>
            <a:lvl8pPr algn="r">
              <a:defRPr sz="1050" b="1" i="0">
                <a:solidFill>
                  <a:srgbClr val="FFFFFF"/>
                </a:solidFill>
                <a:latin typeface="Aptos"/>
                <a:ea typeface="Aptos"/>
                <a:cs typeface="Aptos"/>
              </a:defRPr>
            </a:lvl8pPr>
            <a:lvl9pPr algn="r">
              <a:defRPr sz="1050" b="1" i="0">
                <a:solidFill>
                  <a:srgbClr val="FFFFFF"/>
                </a:solidFill>
                <a:latin typeface="Aptos"/>
                <a:ea typeface="Aptos"/>
                <a:cs typeface="Aptos"/>
              </a:defRPr>
            </a:lvl9pPr>
          </a:lstStyle>
          <a:p xmlns:a="http://schemas.openxmlformats.org/drawingml/2006/main">
            <a:pPr algn="r">
              <a:defRPr sz="1050" b="1" i="0">
                <a:solidFill>
                  <a:srgbClr val="FFFFFF"/>
                </a:solidFill>
                <a:latin typeface="Aptos"/>
                <a:ea typeface="Aptos"/>
                <a:cs typeface="Aptos"/>
              </a:defRPr>
            </a:pPr>
            <a:r>
              <a:rPr sz="1050" b="1" i="0">
                <a:solidFill>
                  <a:srgbClr val="FFFFFF"/>
                </a:solidFill>
                <a:latin typeface="Aptos"/>
                <a:ea typeface="Aptos"/>
                <a:cs typeface="Aptos"/>
              </a:rPr>
              <a:t>08</a:t>
            </a:r>
          </a:p>
        </p:txBody>
      </p:sp>
    </p:spTree>
    <p:extLst>
      <p:ext uri="{BB962C8B-B14F-4D97-AF65-F5344CB8AC3E}">
        <p14:creationId xmlns:p14="http://schemas.microsoft.com/office/powerpoint/2010/main" val="10061693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2026-10-31T04:13:44.1330000Z</dcterms:created>
  <dcterms:modified xsi:type="dcterms:W3CDTF">2026-10-31T04:13:44.1340000Z</dcterms:modified>
</coreProperties>
</file>