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ecbfbb6652a4fc4" /><Relationship Type="http://schemas.openxmlformats.org/officeDocument/2006/relationships/extended-properties" Target="/docProps/app.xml" Id="Rbe62e08f15604fc1" /><Relationship Type="http://schemas.openxmlformats.org/officeDocument/2006/relationships/officeDocument" Target="/ppt/presentation.xml" Id="Rbc55f81cb683486e" /></Relationships>
</file>

<file path=ppt/presentation.xml><?xml version="1.0" encoding="utf-8"?>
<p:presentation xmlns:p="http://schemas.openxmlformats.org/presentationml/2006/main">
  <p:sldMasterIdLst>
    <p:sldMasterId xmlns:r="http://schemas.openxmlformats.org/officeDocument/2006/relationships" id="2147483648" r:id="R33bfb3682ac94515"/>
  </p:sldMasterIdLst>
  <p:notesMasterIdLst>
    <p:notesMasterId xmlns:r="http://schemas.openxmlformats.org/officeDocument/2006/relationships" r:id="R47493a1aa8164d03"/>
  </p:notesMasterIdLst>
  <p:sldIdLst>
    <p:sldId xmlns:r="http://schemas.openxmlformats.org/officeDocument/2006/relationships" id="256" r:id="Ree9788baea284c68"/>
    <p:sldId xmlns:r="http://schemas.openxmlformats.org/officeDocument/2006/relationships" id="257" r:id="R190b50e005b54eba"/>
    <p:sldId xmlns:r="http://schemas.openxmlformats.org/officeDocument/2006/relationships" id="258" r:id="R3c0bc9cd2402460b"/>
    <p:sldId xmlns:r="http://schemas.openxmlformats.org/officeDocument/2006/relationships" id="259" r:id="Ra7bb82a68e2e4d4b"/>
    <p:sldId xmlns:r="http://schemas.openxmlformats.org/officeDocument/2006/relationships" id="260" r:id="R536c98e783ed4e46"/>
    <p:sldId xmlns:r="http://schemas.openxmlformats.org/officeDocument/2006/relationships" id="261" r:id="Rb38f8853c1b84aca"/>
    <p:sldId xmlns:r="http://schemas.openxmlformats.org/officeDocument/2006/relationships" id="262" r:id="R780def0fbb074334"/>
    <p:sldId xmlns:r="http://schemas.openxmlformats.org/officeDocument/2006/relationships" id="263" r:id="R84f89cb931f448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f629576013496c" /><Relationship Type="http://schemas.openxmlformats.org/officeDocument/2006/relationships/slideMaster" Target="/ppt/slideMasters/slideMaster1.xml" Id="R33bfb3682ac94515" /><Relationship Type="http://schemas.openxmlformats.org/officeDocument/2006/relationships/notesMaster" Target="/ppt/notesMasters/notesMaster1.xml" Id="R47493a1aa8164d03" /><Relationship Type="http://schemas.openxmlformats.org/officeDocument/2006/relationships/presProps" Target="/ppt/presProps.xml" Id="R8d7b471082e249bb" /><Relationship Type="http://schemas.openxmlformats.org/officeDocument/2006/relationships/tableStyles" Target="/ppt/tableStyles.xml" Id="R204dcf986d4147f7" /><Relationship Type="http://schemas.openxmlformats.org/officeDocument/2006/relationships/slide" Target="/ppt/slides/slide1.xml" Id="Ree9788baea284c68" /><Relationship Type="http://schemas.openxmlformats.org/officeDocument/2006/relationships/slide" Target="/ppt/slides/slide2.xml" Id="R190b50e005b54eba" /><Relationship Type="http://schemas.openxmlformats.org/officeDocument/2006/relationships/slide" Target="/ppt/slides/slide3.xml" Id="R3c0bc9cd2402460b" /><Relationship Type="http://schemas.openxmlformats.org/officeDocument/2006/relationships/slide" Target="/ppt/slides/slide4.xml" Id="Ra7bb82a68e2e4d4b" /><Relationship Type="http://schemas.openxmlformats.org/officeDocument/2006/relationships/slide" Target="/ppt/slides/slide5.xml" Id="R536c98e783ed4e46" /><Relationship Type="http://schemas.openxmlformats.org/officeDocument/2006/relationships/slide" Target="/ppt/slides/slide6.xml" Id="Rb38f8853c1b84aca" /><Relationship Type="http://schemas.openxmlformats.org/officeDocument/2006/relationships/slide" Target="/ppt/slides/slide7.xml" Id="R780def0fbb074334" /><Relationship Type="http://schemas.openxmlformats.org/officeDocument/2006/relationships/slide" Target="/ppt/slides/slide8.xml" Id="R84f89cb931f448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1cbc8df2ca4d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03534a6a8e458d" /><Relationship Type="http://schemas.openxmlformats.org/officeDocument/2006/relationships/notesMaster" Target="/ppt/notesMasters/notesMaster1.xml" Id="Rf685b5303b6c40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c45743bbce48c5" /><Relationship Type="http://schemas.openxmlformats.org/officeDocument/2006/relationships/notesMaster" Target="/ppt/notesMasters/notesMaster1.xml" Id="R17acfcde9cdb4e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93cfd70d664582" /><Relationship Type="http://schemas.openxmlformats.org/officeDocument/2006/relationships/notesMaster" Target="/ppt/notesMasters/notesMaster1.xml" Id="R2491fcc0040444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1d958f2fb64e7b" /><Relationship Type="http://schemas.openxmlformats.org/officeDocument/2006/relationships/notesMaster" Target="/ppt/notesMasters/notesMaster1.xml" Id="R0860f4fcc9ac4a7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63774993c04079" /><Relationship Type="http://schemas.openxmlformats.org/officeDocument/2006/relationships/notesMaster" Target="/ppt/notesMasters/notesMaster1.xml" Id="R0d4901a7f021444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e465c6d1e14fee" /><Relationship Type="http://schemas.openxmlformats.org/officeDocument/2006/relationships/notesMaster" Target="/ppt/notesMasters/notesMaster1.xml" Id="R9f7f2053b7d140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db17bc0425b148e3" /><Relationship Type="http://schemas.openxmlformats.org/officeDocument/2006/relationships/notesMaster" Target="/ppt/notesMasters/notesMaster1.xml" Id="R9c4cc088282f4f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a51b3af8ba4c48" /><Relationship Type="http://schemas.openxmlformats.org/officeDocument/2006/relationships/notesMaster" Target="/ppt/notesMasters/notesMaster1.xml" Id="R2965f1fc070943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00:00–01:00. Este es el Paso 4 de Automatiza tu Negocio en 7 Pasos. Convertiremos una parte pequeña del proceso en un flujo que podamos observar y probar. Usaremos n8n, pero no conectaremos correo, CRM, pagos ni una API. Trabajaremos con datos ficticios y un disparador manual. Si no existe una instancia de práctica autorizada, la persona puede seguir la demostración y completar el diseño sin contratar ni modificar infraestructura. Fuente interna: guion vigente del Video 04 en Google Drive.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01:00–02:15. Un workflow es una secuencia de pasos conectados. Un nodo representa una tarea. Un disparador define cuándo comienza. Manual Trigger permite iniciar una ejecución con Execute Workflow y revisar la entrada y la salida de cada nodo. Antes de ejecutar un ejemplo ajeno, hay que revisar sus nodos. Un disparador manual no vuelve seguro un flujo que contiene envíos, borrados o conexiones reales. Esta demostración no incluye esas acciones. Fuente interna: guion del Video 04 y Módulo 4 del PR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02:15–03:30. La hoja 4 n8n esencial contiene nueve columnas: Flujo, Disparador, Entrada, Validación, Acción, Salida, Manejo de error, Responsable humano y Evidencia. El ejemplo se llama Clasificar consulta ficticia. El disparador será manual. La entrada tendrá un identificador y un interés. La validación comprobará que ambos textos estén completos. La acción solo prepara un resultado dentro de n8n. Manejo de error detiene el caso para revisión humana y no envía mensajes. Fuente interna: guion del Video 04, workbook del PR 4 y Módulo 4 del PR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03:30–05:10. En un flujo nuevo, agrega Manual Trigger y conecta Edit Fields, también llamado Set. Renombra el segundo nodo como Entrada ficticia. En JSON Output usa lead_id DEMO-001 e interes Curso. Ejecuta el flujo y abre la salida para comprobar los dos campos. Si aparece un error de JSON, revisa comillas, comas y llaves. No cambies configuraciones globales. Esta es una simulación: no recibió un formulario ni creó una oportunidad en el CRM. Fuente interna: guion del Video 04 y Módulo 4 del PR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05:10–06:50. Conecta la entrada a un nodo IF. Agrega una condición de texto para lead_id con is not empty y repite para interes. Combina ambas con AND. La salida verdadera conecta Resultado válido y devuelve LISTO_PARA_REVISION. La salida falsa conecta Revisión de dato y devuelve DATO_INCOMPLETO con motivo Revisar entrada. No conectes un envío después. La palabra listo significa que una persona puede revisar el resultado. Esta validación solo detecta texto vacío y no valida identidad, correo, consentimiento ni calidad completa del dato. Fuente interna: guion del Video 04 y Módulo 4 del PR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06:50–08:15. Antes de cada ejecución, escribe el resultado esperado. Primero prueba DEMO-001 y Curso. Debe llegar a Resultado válido y mostrar LISTO_PARA_REVISION. Luego deja interes vacío. Debe tomar la salida falsa y mostrar DATO_INCOMPLETO. El rechazo previsto es un resultado correcto. Si ambos casos recorren la misma rama, revisa condiciones, nombres de campo, AND y confirma que observas la ejecución nueva. Una pantalla verde solo demuestra que los nodos ejecutaron. Fuente interna: guion del Video 04, workbook del PR 4 y Módulo 4 del PR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08:15–09:30. Restaura la entrada válida y ejecuta dos veces con el mismo identificador. El flujo produce dos resultados porque no guarda eventos procesados. Registra la limitación en Evento duplicado. Esta simulación espera dos ejecuciones sin efecto externo. No afirmes que el flujo evita duplicados. Un sistema que crea registros o envía mensajes necesita idempotencia antes de conectar servicios reales. Distingue un rechazo previsto de una falla técnica. Fuente interna: guion del Video 04 y Módulo 4 del PR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09:30–10:45. Completa la tabla Pruebas con seis columnas: Caso, Dato de prueba, Resultado esperado, Resultado real, Estado y Evidencia o nota. Usa los estados No probado, Aprobado, Fallido o No aplica. Documenta Camino feliz, Dato incompleto y Evento duplicado. No marques Aprobado sin ejecutar y observar. Guarda el diagrama y las evidencias. No publiques el flujo, no agregues un webhook productivo y no conectes credenciales. En el Paso 5 diseñaremos captación y seguimiento con los mismos límites. Fuente interna: guion del Video 04, evaluación del Paso 4 en Drive y Módulo 4 del PR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fdd86359224b9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2b33ee9e7243c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34ae8b24a1844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1c150ab22d4d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aaf19f4ce924d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9f638251874d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1CE6413-85C0-4443-A5DE-68F032C6DE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0799499-9B6C-4FCE-931E-7B5584B9012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33FC189-8A21-4F01-9AA9-2F33507F02D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A15B6F-7CB4-4479-8006-56575D3A37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81E41B-E526-45B9-8357-8DA05C8E7B8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4D07D14-51AD-4D91-9601-76A58AB1B43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A0F2EF-5D9A-424B-B3FF-3C98DC355A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9B021E1-6E3B-4AD7-81C8-59D8F394F70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414C24-BED0-465F-A7D3-013BB5FEA1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406607-5A7D-4139-BFF2-89E407346BD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14e7d1cff349c8" /><Relationship Type="http://schemas.openxmlformats.org/officeDocument/2006/relationships/slideLayout" Target="/ppt/slideLayouts/slideLayout1.xml" Id="R55e52d9e7e8a4279" /><Relationship Type="http://schemas.openxmlformats.org/officeDocument/2006/relationships/slideLayout" Target="/ppt/slideLayouts/slideLayout2.xml" Id="R2e815524d4984547" /><Relationship Type="http://schemas.openxmlformats.org/officeDocument/2006/relationships/slideLayout" Target="/ppt/slideLayouts/slideLayout3.xml" Id="Rb259ad16417a43a2" /><Relationship Type="http://schemas.openxmlformats.org/officeDocument/2006/relationships/slideLayout" Target="/ppt/slideLayouts/slideLayout4.xml" Id="R5e75ee7fcbe94081" /><Relationship Type="http://schemas.openxmlformats.org/officeDocument/2006/relationships/slideLayout" Target="/ppt/slideLayouts/slideLayout5.xml" Id="Rae5e81abc2df49ed" /><Relationship Type="http://schemas.openxmlformats.org/officeDocument/2006/relationships/slideLayout" Target="/ppt/slideLayouts/slideLayout6.xml" Id="Ra27f374c679040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e52d9e7e8a4279"/>
    <p:sldLayoutId xmlns:r="http://schemas.openxmlformats.org/officeDocument/2006/relationships" id="2147483650" r:id="R2e815524d4984547"/>
    <p:sldLayoutId xmlns:r="http://schemas.openxmlformats.org/officeDocument/2006/relationships" id="2147483651" r:id="Rb259ad16417a43a2"/>
    <p:sldLayoutId xmlns:r="http://schemas.openxmlformats.org/officeDocument/2006/relationships" id="2147483652" r:id="R5e75ee7fcbe94081"/>
    <p:sldLayoutId xmlns:r="http://schemas.openxmlformats.org/officeDocument/2006/relationships" id="2147483653" r:id="Rae5e81abc2df49ed"/>
    <p:sldLayoutId xmlns:r="http://schemas.openxmlformats.org/officeDocument/2006/relationships" id="2147483654" r:id="Ra27f374c679040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fbcb57e8f9b4f12" /><Relationship Type="http://schemas.openxmlformats.org/officeDocument/2006/relationships/notesSlide" Target="/ppt/notesSlides/notesSlide1.xml" Id="R4c89801f9e424a5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b5c513573d4ef9" /><Relationship Type="http://schemas.openxmlformats.org/officeDocument/2006/relationships/notesSlide" Target="/ppt/notesSlides/notesSlide2.xml" Id="R090a3b55bd7747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52d994267c34015" /><Relationship Type="http://schemas.openxmlformats.org/officeDocument/2006/relationships/notesSlide" Target="/ppt/notesSlides/notesSlide3.xml" Id="Rdfa9d2881de243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4f0e751cc384c03" /><Relationship Type="http://schemas.openxmlformats.org/officeDocument/2006/relationships/notesSlide" Target="/ppt/notesSlides/notesSlide4.xml" Id="Rb51cc009ecd646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bf14c991014f21" /><Relationship Type="http://schemas.openxmlformats.org/officeDocument/2006/relationships/notesSlide" Target="/ppt/notesSlides/notesSlide5.xml" Id="R4980e7d507a247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58d2da015614cc6" /><Relationship Type="http://schemas.openxmlformats.org/officeDocument/2006/relationships/notesSlide" Target="/ppt/notesSlides/notesSlide6.xml" Id="Rcb1deb8f780142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7ae23b4b850493c" /><Relationship Type="http://schemas.openxmlformats.org/officeDocument/2006/relationships/notesSlide" Target="/ppt/notesSlides/notesSlide7.xml" Id="R75e922b123f24b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cf0fad7dd9f4ef5" /><Relationship Type="http://schemas.openxmlformats.org/officeDocument/2006/relationships/notesSlide" Target="/ppt/notesSlides/notesSlide8.xml" Id="Rc15fc9cdf9a248de" /></Relationships>
</file>

<file path=ppt/slides/slide1.xml><?xml version="1.0" encoding="utf-8"?>
<p:sld xmlns:p="http://schemas.openxmlformats.org/presentationml/2006/main">
  <p:cSld>
    <p:bg>
      <p:bgPr>
        <a:solidFill xmlns:a="http://schemas.openxmlformats.org/drawingml/2006/main">
          <a:srgbClr val="003366"/>
        </a:solidFill>
      </p:bgPr>
    </p:bg>
    <p:spTree>
      <p:nvGrpSpPr>
        <p:cNvPr id="1" name=""/>
        <p:cNvGrpSpPr/>
        <p:nvPr/>
      </p:nvGrpSpPr>
      <p:grpSpPr>
        <a:xfrm xmlns:a="http://schemas.openxmlformats.org/drawingml/2006/main"/>
      </p:grpSpPr>
      <p:sp>
        <p:nvSpPr>
          <p:cNvPr id="21" name="cover-cyan-band">
            <a:extLst xmlns:a="http://schemas.openxmlformats.org/drawingml/2006/main">
              <a:ext uri="{FF2B5EF4-FFF2-40B4-BE49-F238E27FC236}">
                <a16:creationId xmlns:a16="http://schemas.microsoft.com/office/drawing/2014/main" id="{DE6A553C-8688-4392-BB8D-9A5FC1DD40B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2" name="cover-brand">
            <a:extLst xmlns:a="http://schemas.openxmlformats.org/drawingml/2006/main">
              <a:ext uri="{FF2B5EF4-FFF2-40B4-BE49-F238E27FC236}">
                <a16:creationId xmlns:a16="http://schemas.microsoft.com/office/drawing/2014/main" id="{4E6A2670-2AD8-461D-A82C-CFEF84650866}"/>
              </a:ext>
            </a:extLst>
          </p:cNvPr>
          <p:cNvSpPr>
            <a:spLocks xmlns:a="http://schemas.openxmlformats.org/drawingml/2006/main" noGrp="1"/>
          </p:cNvSpPr>
          <p:nvPr/>
        </p:nvSpPr>
        <p:spPr>
          <a:xfrm xmlns:a="http://schemas.openxmlformats.org/drawingml/2006/main">
            <a:off x="723900" y="6477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FFFFFF"/>
                </a:solidFill>
                <a:latin typeface="Aptos"/>
                <a:ea typeface="Aptos"/>
                <a:cs typeface="Aptos"/>
              </a:defRPr>
            </a:defPPr>
            <a:lvl1pPr algn="l">
              <a:defRPr sz="1125" b="1" i="0">
                <a:solidFill>
                  <a:srgbClr val="FFFFFF"/>
                </a:solidFill>
                <a:latin typeface="Aptos"/>
                <a:ea typeface="Aptos"/>
                <a:cs typeface="Aptos"/>
              </a:defRPr>
            </a:lvl1pPr>
            <a:lvl2pPr algn="l">
              <a:defRPr sz="1125" b="1" i="0">
                <a:solidFill>
                  <a:srgbClr val="FFFFFF"/>
                </a:solidFill>
                <a:latin typeface="Aptos"/>
                <a:ea typeface="Aptos"/>
                <a:cs typeface="Aptos"/>
              </a:defRPr>
            </a:lvl2pPr>
            <a:lvl3pPr algn="l">
              <a:defRPr sz="1125" b="1" i="0">
                <a:solidFill>
                  <a:srgbClr val="FFFFFF"/>
                </a:solidFill>
                <a:latin typeface="Aptos"/>
                <a:ea typeface="Aptos"/>
                <a:cs typeface="Aptos"/>
              </a:defRPr>
            </a:lvl3pPr>
            <a:lvl4pPr algn="l">
              <a:defRPr sz="1125" b="1" i="0">
                <a:solidFill>
                  <a:srgbClr val="FFFFFF"/>
                </a:solidFill>
                <a:latin typeface="Aptos"/>
                <a:ea typeface="Aptos"/>
                <a:cs typeface="Aptos"/>
              </a:defRPr>
            </a:lvl4pPr>
            <a:lvl5pPr algn="l">
              <a:defRPr sz="1125" b="1" i="0">
                <a:solidFill>
                  <a:srgbClr val="FFFFFF"/>
                </a:solidFill>
                <a:latin typeface="Aptos"/>
                <a:ea typeface="Aptos"/>
                <a:cs typeface="Aptos"/>
              </a:defRPr>
            </a:lvl5pPr>
            <a:lvl6pPr algn="l">
              <a:defRPr sz="1125" b="1" i="0">
                <a:solidFill>
                  <a:srgbClr val="FFFFFF"/>
                </a:solidFill>
                <a:latin typeface="Aptos"/>
                <a:ea typeface="Aptos"/>
                <a:cs typeface="Aptos"/>
              </a:defRPr>
            </a:lvl6pPr>
            <a:lvl7pPr algn="l">
              <a:defRPr sz="1125" b="1" i="0">
                <a:solidFill>
                  <a:srgbClr val="FFFFFF"/>
                </a:solidFill>
                <a:latin typeface="Aptos"/>
                <a:ea typeface="Aptos"/>
                <a:cs typeface="Aptos"/>
              </a:defRPr>
            </a:lvl7pPr>
            <a:lvl8pPr algn="l">
              <a:defRPr sz="1125" b="1" i="0">
                <a:solidFill>
                  <a:srgbClr val="FFFFFF"/>
                </a:solidFill>
                <a:latin typeface="Aptos"/>
                <a:ea typeface="Aptos"/>
                <a:cs typeface="Aptos"/>
              </a:defRPr>
            </a:lvl8pPr>
            <a:lvl9pPr algn="l">
              <a:defRPr sz="1125" b="1" i="0">
                <a:solidFill>
                  <a:srgbClr val="FFFFFF"/>
                </a:solidFill>
                <a:latin typeface="Aptos"/>
                <a:ea typeface="Aptos"/>
                <a:cs typeface="Aptos"/>
              </a:defRPr>
            </a:lvl9pPr>
          </a:lstStyle>
          <a:p xmlns:a="http://schemas.openxmlformats.org/drawingml/2006/main">
            <a:pPr algn="l">
              <a:defRPr sz="1125" b="1" i="0">
                <a:solidFill>
                  <a:srgbClr val="FFFFFF"/>
                </a:solidFill>
                <a:latin typeface="Aptos"/>
                <a:ea typeface="Aptos"/>
                <a:cs typeface="Aptos"/>
              </a:defRPr>
            </a:pPr>
            <a:r>
              <a:rPr sz="1125" b="1" i="0">
                <a:solidFill>
                  <a:srgbClr val="FFFFFF"/>
                </a:solidFill>
                <a:latin typeface="Aptos"/>
                <a:ea typeface="Aptos"/>
                <a:cs typeface="Aptos"/>
              </a:rPr>
              <a:t>LANGUAGE CENTER CHILE</a:t>
            </a:r>
          </a:p>
        </p:txBody>
      </p:sp>
      <p:sp>
        <p:nvSpPr>
          <p:cNvPr id="3" name="cover-title">
            <a:extLst xmlns:a="http://schemas.openxmlformats.org/drawingml/2006/main">
              <a:ext uri="{FF2B5EF4-FFF2-40B4-BE49-F238E27FC236}">
                <a16:creationId xmlns:a16="http://schemas.microsoft.com/office/drawing/2014/main" id="{C8BDDD6D-11C6-4BDE-B456-FD5308DF4899}"/>
              </a:ext>
            </a:extLst>
          </p:cNvPr>
          <p:cNvSpPr>
            <a:spLocks xmlns:a="http://schemas.openxmlformats.org/drawingml/2006/main" noGrp="1"/>
          </p:cNvSpPr>
          <p:nvPr/>
        </p:nvSpPr>
        <p:spPr>
          <a:xfrm xmlns:a="http://schemas.openxmlformats.org/drawingml/2006/main">
            <a:off x="723900" y="1676400"/>
            <a:ext cx="685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050" b="1" i="0">
                <a:solidFill>
                  <a:srgbClr val="FFFFFF"/>
                </a:solidFill>
                <a:latin typeface="Aptos"/>
                <a:ea typeface="Aptos"/>
                <a:cs typeface="Aptos"/>
              </a:defRPr>
            </a:defPPr>
            <a:lvl1pPr algn="l">
              <a:defRPr sz="4050" b="1" i="0">
                <a:solidFill>
                  <a:srgbClr val="FFFFFF"/>
                </a:solidFill>
                <a:latin typeface="Aptos"/>
                <a:ea typeface="Aptos"/>
                <a:cs typeface="Aptos"/>
              </a:defRPr>
            </a:lvl1pPr>
            <a:lvl2pPr algn="l">
              <a:defRPr sz="4050" b="1" i="0">
                <a:solidFill>
                  <a:srgbClr val="FFFFFF"/>
                </a:solidFill>
                <a:latin typeface="Aptos"/>
                <a:ea typeface="Aptos"/>
                <a:cs typeface="Aptos"/>
              </a:defRPr>
            </a:lvl2pPr>
            <a:lvl3pPr algn="l">
              <a:defRPr sz="4050" b="1" i="0">
                <a:solidFill>
                  <a:srgbClr val="FFFFFF"/>
                </a:solidFill>
                <a:latin typeface="Aptos"/>
                <a:ea typeface="Aptos"/>
                <a:cs typeface="Aptos"/>
              </a:defRPr>
            </a:lvl3pPr>
            <a:lvl4pPr algn="l">
              <a:defRPr sz="4050" b="1" i="0">
                <a:solidFill>
                  <a:srgbClr val="FFFFFF"/>
                </a:solidFill>
                <a:latin typeface="Aptos"/>
                <a:ea typeface="Aptos"/>
                <a:cs typeface="Aptos"/>
              </a:defRPr>
            </a:lvl4pPr>
            <a:lvl5pPr algn="l">
              <a:defRPr sz="4050" b="1" i="0">
                <a:solidFill>
                  <a:srgbClr val="FFFFFF"/>
                </a:solidFill>
                <a:latin typeface="Aptos"/>
                <a:ea typeface="Aptos"/>
                <a:cs typeface="Aptos"/>
              </a:defRPr>
            </a:lvl5pPr>
            <a:lvl6pPr algn="l">
              <a:defRPr sz="4050" b="1" i="0">
                <a:solidFill>
                  <a:srgbClr val="FFFFFF"/>
                </a:solidFill>
                <a:latin typeface="Aptos"/>
                <a:ea typeface="Aptos"/>
                <a:cs typeface="Aptos"/>
              </a:defRPr>
            </a:lvl6pPr>
            <a:lvl7pPr algn="l">
              <a:defRPr sz="4050" b="1" i="0">
                <a:solidFill>
                  <a:srgbClr val="FFFFFF"/>
                </a:solidFill>
                <a:latin typeface="Aptos"/>
                <a:ea typeface="Aptos"/>
                <a:cs typeface="Aptos"/>
              </a:defRPr>
            </a:lvl7pPr>
            <a:lvl8pPr algn="l">
              <a:defRPr sz="4050" b="1" i="0">
                <a:solidFill>
                  <a:srgbClr val="FFFFFF"/>
                </a:solidFill>
                <a:latin typeface="Aptos"/>
                <a:ea typeface="Aptos"/>
                <a:cs typeface="Aptos"/>
              </a:defRPr>
            </a:lvl8pPr>
            <a:lvl9pPr algn="l">
              <a:defRPr sz="4050" b="1" i="0">
                <a:solidFill>
                  <a:srgbClr val="FFFFFF"/>
                </a:solidFill>
                <a:latin typeface="Aptos"/>
                <a:ea typeface="Aptos"/>
                <a:cs typeface="Aptos"/>
              </a:defRPr>
            </a:lvl9pPr>
          </a:lstStyle>
          <a:p xmlns:a="http://schemas.openxmlformats.org/drawingml/2006/main">
            <a:pPr algn="l">
              <a:defRPr sz="4050" b="1" i="0">
                <a:solidFill>
                  <a:srgbClr val="FFFFFF"/>
                </a:solidFill>
                <a:latin typeface="Aptos"/>
                <a:ea typeface="Aptos"/>
                <a:cs typeface="Aptos"/>
              </a:defRPr>
            </a:pPr>
            <a:r>
              <a:rPr sz="4050" b="1" i="0">
                <a:solidFill>
                  <a:srgbClr val="FFFFFF"/>
                </a:solidFill>
                <a:latin typeface="Aptos"/>
                <a:ea typeface="Aptos"/>
                <a:cs typeface="Aptos"/>
              </a:rPr>
              <a:t>Paso 4</a:t>
            </a:r>
          </a:p>
          <a:p xmlns:a="http://schemas.openxmlformats.org/drawingml/2006/main">
            <a:pPr algn="l">
              <a:defRPr sz="4050" b="1" i="0">
                <a:solidFill>
                  <a:srgbClr val="FFFFFF"/>
                </a:solidFill>
                <a:latin typeface="Aptos"/>
                <a:ea typeface="Aptos"/>
                <a:cs typeface="Aptos"/>
              </a:defRPr>
            </a:pPr>
            <a:r>
              <a:rPr sz="4050" b="1" i="0">
                <a:solidFill>
                  <a:srgbClr val="FFFFFF"/>
                </a:solidFill>
                <a:latin typeface="Aptos"/>
                <a:ea typeface="Aptos"/>
                <a:cs typeface="Aptos"/>
              </a:rPr>
              <a:t>n8n esencial</a:t>
            </a:r>
          </a:p>
        </p:txBody>
      </p:sp>
      <p:sp>
        <p:nvSpPr>
          <p:cNvPr id="4" name="cover-subtitle">
            <a:extLst xmlns:a="http://schemas.openxmlformats.org/drawingml/2006/main">
              <a:ext uri="{FF2B5EF4-FFF2-40B4-BE49-F238E27FC236}">
                <a16:creationId xmlns:a16="http://schemas.microsoft.com/office/drawing/2014/main" id="{308D5CAB-C521-4E01-B668-EB9CBB01F892}"/>
              </a:ext>
            </a:extLst>
          </p:cNvPr>
          <p:cNvSpPr>
            <a:spLocks xmlns:a="http://schemas.openxmlformats.org/drawingml/2006/main" noGrp="1"/>
          </p:cNvSpPr>
          <p:nvPr/>
        </p:nvSpPr>
        <p:spPr>
          <a:xfrm xmlns:a="http://schemas.openxmlformats.org/drawingml/2006/main">
            <a:off x="762000" y="3524250"/>
            <a:ext cx="676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i="0">
                <a:solidFill>
                  <a:srgbClr val="EAF4F8"/>
                </a:solidFill>
                <a:latin typeface="Aptos"/>
                <a:ea typeface="Aptos"/>
                <a:cs typeface="Aptos"/>
              </a:defRPr>
            </a:defPPr>
            <a:lvl1pPr algn="l">
              <a:defRPr sz="1875" b="0" i="0">
                <a:solidFill>
                  <a:srgbClr val="EAF4F8"/>
                </a:solidFill>
                <a:latin typeface="Aptos"/>
                <a:ea typeface="Aptos"/>
                <a:cs typeface="Aptos"/>
              </a:defRPr>
            </a:lvl1pPr>
            <a:lvl2pPr algn="l">
              <a:defRPr sz="1875" b="0" i="0">
                <a:solidFill>
                  <a:srgbClr val="EAF4F8"/>
                </a:solidFill>
                <a:latin typeface="Aptos"/>
                <a:ea typeface="Aptos"/>
                <a:cs typeface="Aptos"/>
              </a:defRPr>
            </a:lvl2pPr>
            <a:lvl3pPr algn="l">
              <a:defRPr sz="1875" b="0" i="0">
                <a:solidFill>
                  <a:srgbClr val="EAF4F8"/>
                </a:solidFill>
                <a:latin typeface="Aptos"/>
                <a:ea typeface="Aptos"/>
                <a:cs typeface="Aptos"/>
              </a:defRPr>
            </a:lvl3pPr>
            <a:lvl4pPr algn="l">
              <a:defRPr sz="1875" b="0" i="0">
                <a:solidFill>
                  <a:srgbClr val="EAF4F8"/>
                </a:solidFill>
                <a:latin typeface="Aptos"/>
                <a:ea typeface="Aptos"/>
                <a:cs typeface="Aptos"/>
              </a:defRPr>
            </a:lvl4pPr>
            <a:lvl5pPr algn="l">
              <a:defRPr sz="1875" b="0" i="0">
                <a:solidFill>
                  <a:srgbClr val="EAF4F8"/>
                </a:solidFill>
                <a:latin typeface="Aptos"/>
                <a:ea typeface="Aptos"/>
                <a:cs typeface="Aptos"/>
              </a:defRPr>
            </a:lvl5pPr>
            <a:lvl6pPr algn="l">
              <a:defRPr sz="1875" b="0" i="0">
                <a:solidFill>
                  <a:srgbClr val="EAF4F8"/>
                </a:solidFill>
                <a:latin typeface="Aptos"/>
                <a:ea typeface="Aptos"/>
                <a:cs typeface="Aptos"/>
              </a:defRPr>
            </a:lvl6pPr>
            <a:lvl7pPr algn="l">
              <a:defRPr sz="1875" b="0" i="0">
                <a:solidFill>
                  <a:srgbClr val="EAF4F8"/>
                </a:solidFill>
                <a:latin typeface="Aptos"/>
                <a:ea typeface="Aptos"/>
                <a:cs typeface="Aptos"/>
              </a:defRPr>
            </a:lvl7pPr>
            <a:lvl8pPr algn="l">
              <a:defRPr sz="1875" b="0" i="0">
                <a:solidFill>
                  <a:srgbClr val="EAF4F8"/>
                </a:solidFill>
                <a:latin typeface="Aptos"/>
                <a:ea typeface="Aptos"/>
                <a:cs typeface="Aptos"/>
              </a:defRPr>
            </a:lvl8pPr>
            <a:lvl9pPr algn="l">
              <a:defRPr sz="1875" b="0" i="0">
                <a:solidFill>
                  <a:srgbClr val="EAF4F8"/>
                </a:solidFill>
                <a:latin typeface="Aptos"/>
                <a:ea typeface="Aptos"/>
                <a:cs typeface="Aptos"/>
              </a:defRPr>
            </a:lvl9pPr>
          </a:lstStyle>
          <a:p xmlns:a="http://schemas.openxmlformats.org/drawingml/2006/main">
            <a:pPr algn="l">
              <a:defRPr sz="1875" b="0" i="0">
                <a:solidFill>
                  <a:srgbClr val="EAF4F8"/>
                </a:solidFill>
                <a:latin typeface="Aptos"/>
                <a:ea typeface="Aptos"/>
                <a:cs typeface="Aptos"/>
              </a:defRPr>
            </a:pPr>
            <a:r>
              <a:rPr sz="1875" b="0" i="0">
                <a:solidFill>
                  <a:srgbClr val="EAF4F8"/>
                </a:solidFill>
                <a:latin typeface="Aptos"/>
                <a:ea typeface="Aptos"/>
                <a:cs typeface="Aptos"/>
              </a:rPr>
              <a:t>Primer flujo manual sin API</a:t>
            </a:r>
          </a:p>
        </p:txBody>
      </p:sp>
      <p:sp>
        <p:nvSpPr>
          <p:cNvPr id="5" name="cover-rule">
            <a:extLst xmlns:a="http://schemas.openxmlformats.org/drawingml/2006/main">
              <a:ext uri="{FF2B5EF4-FFF2-40B4-BE49-F238E27FC236}">
                <a16:creationId xmlns:a16="http://schemas.microsoft.com/office/drawing/2014/main" id="{489F684F-137D-4EE1-8544-2DF66D469094}"/>
              </a:ext>
            </a:extLst>
          </p:cNvPr>
          <p:cNvSpPr>
            <a:spLocks xmlns:a="http://schemas.openxmlformats.org/drawingml/2006/main" noGrp="1"/>
          </p:cNvSpPr>
          <p:nvPr/>
        </p:nvSpPr>
        <p:spPr>
          <a:xfrm xmlns:a="http://schemas.openxmlformats.org/drawingml/2006/main">
            <a:off x="762000" y="4229100"/>
            <a:ext cx="1428750" cy="5715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6" name="cover-meta">
            <a:extLst xmlns:a="http://schemas.openxmlformats.org/drawingml/2006/main">
              <a:ext uri="{FF2B5EF4-FFF2-40B4-BE49-F238E27FC236}">
                <a16:creationId xmlns:a16="http://schemas.microsoft.com/office/drawing/2014/main" id="{403FC72F-271E-4A46-A75A-1392AA7E0FED}"/>
              </a:ext>
            </a:extLst>
          </p:cNvPr>
          <p:cNvSpPr>
            <a:spLocks xmlns:a="http://schemas.openxmlformats.org/drawingml/2006/main" noGrp="1"/>
          </p:cNvSpPr>
          <p:nvPr/>
        </p:nvSpPr>
        <p:spPr>
          <a:xfrm xmlns:a="http://schemas.openxmlformats.org/drawingml/2006/main">
            <a:off x="762000" y="4552950"/>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00" b="0" i="0">
                <a:solidFill>
                  <a:srgbClr val="FFFFFF"/>
                </a:solidFill>
                <a:latin typeface="Aptos"/>
                <a:ea typeface="Aptos"/>
                <a:cs typeface="Aptos"/>
              </a:defRPr>
            </a:defPPr>
            <a:lvl1pPr algn="l">
              <a:defRPr sz="1200" b="0" i="0">
                <a:solidFill>
                  <a:srgbClr val="FFFFFF"/>
                </a:solidFill>
                <a:latin typeface="Aptos"/>
                <a:ea typeface="Aptos"/>
                <a:cs typeface="Aptos"/>
              </a:defRPr>
            </a:lvl1pPr>
            <a:lvl2pPr algn="l">
              <a:defRPr sz="1200" b="0" i="0">
                <a:solidFill>
                  <a:srgbClr val="FFFFFF"/>
                </a:solidFill>
                <a:latin typeface="Aptos"/>
                <a:ea typeface="Aptos"/>
                <a:cs typeface="Aptos"/>
              </a:defRPr>
            </a:lvl2pPr>
            <a:lvl3pPr algn="l">
              <a:defRPr sz="1200" b="0" i="0">
                <a:solidFill>
                  <a:srgbClr val="FFFFFF"/>
                </a:solidFill>
                <a:latin typeface="Aptos"/>
                <a:ea typeface="Aptos"/>
                <a:cs typeface="Aptos"/>
              </a:defRPr>
            </a:lvl3pPr>
            <a:lvl4pPr algn="l">
              <a:defRPr sz="1200" b="0" i="0">
                <a:solidFill>
                  <a:srgbClr val="FFFFFF"/>
                </a:solidFill>
                <a:latin typeface="Aptos"/>
                <a:ea typeface="Aptos"/>
                <a:cs typeface="Aptos"/>
              </a:defRPr>
            </a:lvl4pPr>
            <a:lvl5pPr algn="l">
              <a:defRPr sz="1200" b="0" i="0">
                <a:solidFill>
                  <a:srgbClr val="FFFFFF"/>
                </a:solidFill>
                <a:latin typeface="Aptos"/>
                <a:ea typeface="Aptos"/>
                <a:cs typeface="Aptos"/>
              </a:defRPr>
            </a:lvl5pPr>
            <a:lvl6pPr algn="l">
              <a:defRPr sz="1200" b="0" i="0">
                <a:solidFill>
                  <a:srgbClr val="FFFFFF"/>
                </a:solidFill>
                <a:latin typeface="Aptos"/>
                <a:ea typeface="Aptos"/>
                <a:cs typeface="Aptos"/>
              </a:defRPr>
            </a:lvl6pPr>
            <a:lvl7pPr algn="l">
              <a:defRPr sz="1200" b="0" i="0">
                <a:solidFill>
                  <a:srgbClr val="FFFFFF"/>
                </a:solidFill>
                <a:latin typeface="Aptos"/>
                <a:ea typeface="Aptos"/>
                <a:cs typeface="Aptos"/>
              </a:defRPr>
            </a:lvl7pPr>
            <a:lvl8pPr algn="l">
              <a:defRPr sz="1200" b="0" i="0">
                <a:solidFill>
                  <a:srgbClr val="FFFFFF"/>
                </a:solidFill>
                <a:latin typeface="Aptos"/>
                <a:ea typeface="Aptos"/>
                <a:cs typeface="Aptos"/>
              </a:defRPr>
            </a:lvl8pPr>
            <a:lvl9pPr algn="l">
              <a:defRPr sz="1200" b="0" i="0">
                <a:solidFill>
                  <a:srgbClr val="FFFFFF"/>
                </a:solidFill>
                <a:latin typeface="Aptos"/>
                <a:ea typeface="Aptos"/>
                <a:cs typeface="Aptos"/>
              </a:defRPr>
            </a:lvl9pPr>
          </a:lstStyle>
          <a:p xmlns:a="http://schemas.openxmlformats.org/drawingml/2006/main">
            <a:pPr algn="l">
              <a:defRPr sz="1200" b="0" i="0">
                <a:solidFill>
                  <a:srgbClr val="FFFFFF"/>
                </a:solidFill>
                <a:latin typeface="Aptos"/>
                <a:ea typeface="Aptos"/>
                <a:cs typeface="Aptos"/>
              </a:defRPr>
            </a:pPr>
            <a:r>
              <a:rPr sz="1200" b="0" i="0">
                <a:solidFill>
                  <a:srgbClr val="FFFFFF"/>
                </a:solidFill>
                <a:latin typeface="Aptos"/>
                <a:ea typeface="Aptos"/>
                <a:cs typeface="Aptos"/>
              </a:rPr>
              <a:t>Video 04  ·  Presentación grabable  ·  v1</a:t>
            </a:r>
          </a:p>
        </p:txBody>
      </p:sp>
      <p:sp>
        <p:nvSpPr>
          <p:cNvPr id="7" name="cover-node-0">
            <a:extLst xmlns:a="http://schemas.openxmlformats.org/drawingml/2006/main">
              <a:ext uri="{FF2B5EF4-FFF2-40B4-BE49-F238E27FC236}">
                <a16:creationId xmlns:a16="http://schemas.microsoft.com/office/drawing/2014/main" id="{6E5ED94E-AD9B-4BD5-A80C-A6328636512A}"/>
              </a:ext>
            </a:extLst>
          </p:cNvPr>
          <p:cNvSpPr>
            <a:spLocks xmlns:a="http://schemas.openxmlformats.org/drawingml/2006/main" noGrp="1"/>
          </p:cNvSpPr>
          <p:nvPr/>
        </p:nvSpPr>
        <p:spPr>
          <a:xfrm xmlns:a="http://schemas.openxmlformats.org/drawingml/2006/main">
            <a:off x="8305800" y="1866900"/>
            <a:ext cx="685800" cy="68580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8" name="cover-node-label-0">
            <a:extLst xmlns:a="http://schemas.openxmlformats.org/drawingml/2006/main">
              <a:ext uri="{FF2B5EF4-FFF2-40B4-BE49-F238E27FC236}">
                <a16:creationId xmlns:a16="http://schemas.microsoft.com/office/drawing/2014/main" id="{1362D3C3-A920-4FF2-889F-27504977152A}"/>
              </a:ext>
            </a:extLst>
          </p:cNvPr>
          <p:cNvSpPr>
            <a:spLocks xmlns:a="http://schemas.openxmlformats.org/drawingml/2006/main" noGrp="1"/>
          </p:cNvSpPr>
          <p:nvPr/>
        </p:nvSpPr>
        <p:spPr>
          <a:xfrm xmlns:a="http://schemas.openxmlformats.org/drawingml/2006/main">
            <a:off x="8305800" y="20764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ptos"/>
                <a:ea typeface="Aptos"/>
                <a:cs typeface="Aptos"/>
              </a:defRPr>
            </a:defPPr>
            <a:lvl1pPr algn="ctr">
              <a:defRPr sz="975" b="1" i="0">
                <a:solidFill>
                  <a:srgbClr val="FFFFFF"/>
                </a:solidFill>
                <a:latin typeface="Aptos"/>
                <a:ea typeface="Aptos"/>
                <a:cs typeface="Aptos"/>
              </a:defRPr>
            </a:lvl1pPr>
            <a:lvl2pPr algn="ctr">
              <a:defRPr sz="975" b="1" i="0">
                <a:solidFill>
                  <a:srgbClr val="FFFFFF"/>
                </a:solidFill>
                <a:latin typeface="Aptos"/>
                <a:ea typeface="Aptos"/>
                <a:cs typeface="Aptos"/>
              </a:defRPr>
            </a:lvl2pPr>
            <a:lvl3pPr algn="ctr">
              <a:defRPr sz="975" b="1" i="0">
                <a:solidFill>
                  <a:srgbClr val="FFFFFF"/>
                </a:solidFill>
                <a:latin typeface="Aptos"/>
                <a:ea typeface="Aptos"/>
                <a:cs typeface="Aptos"/>
              </a:defRPr>
            </a:lvl3pPr>
            <a:lvl4pPr algn="ctr">
              <a:defRPr sz="975" b="1" i="0">
                <a:solidFill>
                  <a:srgbClr val="FFFFFF"/>
                </a:solidFill>
                <a:latin typeface="Aptos"/>
                <a:ea typeface="Aptos"/>
                <a:cs typeface="Aptos"/>
              </a:defRPr>
            </a:lvl4pPr>
            <a:lvl5pPr algn="ctr">
              <a:defRPr sz="975" b="1" i="0">
                <a:solidFill>
                  <a:srgbClr val="FFFFFF"/>
                </a:solidFill>
                <a:latin typeface="Aptos"/>
                <a:ea typeface="Aptos"/>
                <a:cs typeface="Aptos"/>
              </a:defRPr>
            </a:lvl5pPr>
            <a:lvl6pPr algn="ctr">
              <a:defRPr sz="975" b="1" i="0">
                <a:solidFill>
                  <a:srgbClr val="FFFFFF"/>
                </a:solidFill>
                <a:latin typeface="Aptos"/>
                <a:ea typeface="Aptos"/>
                <a:cs typeface="Aptos"/>
              </a:defRPr>
            </a:lvl6pPr>
            <a:lvl7pPr algn="ctr">
              <a:defRPr sz="975" b="1" i="0">
                <a:solidFill>
                  <a:srgbClr val="FFFFFF"/>
                </a:solidFill>
                <a:latin typeface="Aptos"/>
                <a:ea typeface="Aptos"/>
                <a:cs typeface="Aptos"/>
              </a:defRPr>
            </a:lvl7pPr>
            <a:lvl8pPr algn="ctr">
              <a:defRPr sz="975" b="1" i="0">
                <a:solidFill>
                  <a:srgbClr val="FFFFFF"/>
                </a:solidFill>
                <a:latin typeface="Aptos"/>
                <a:ea typeface="Aptos"/>
                <a:cs typeface="Aptos"/>
              </a:defRPr>
            </a:lvl8pPr>
            <a:lvl9pPr algn="ctr">
              <a:defRPr sz="975" b="1" i="0">
                <a:solidFill>
                  <a:srgbClr val="FFFFFF"/>
                </a:solidFill>
                <a:latin typeface="Aptos"/>
                <a:ea typeface="Aptos"/>
                <a:cs typeface="Aptos"/>
              </a:defRPr>
            </a:lvl9pPr>
          </a:lstStyle>
          <a:p xmlns:a="http://schemas.openxmlformats.org/drawingml/2006/main">
            <a:pPr algn="ctr">
              <a:defRPr sz="975" b="1" i="0">
                <a:solidFill>
                  <a:srgbClr val="FFFFFF"/>
                </a:solidFill>
                <a:latin typeface="Aptos"/>
                <a:ea typeface="Aptos"/>
                <a:cs typeface="Aptos"/>
              </a:defRPr>
            </a:pPr>
            <a:r>
              <a:rPr sz="975" b="1" i="0">
                <a:solidFill>
                  <a:srgbClr val="FFFFFF"/>
                </a:solidFill>
                <a:latin typeface="Aptos"/>
                <a:ea typeface="Aptos"/>
                <a:cs typeface="Aptos"/>
              </a:rPr>
              <a:t>MANUAL</a:t>
            </a:r>
          </a:p>
        </p:txBody>
      </p:sp>
      <p:sp>
        <p:nvSpPr>
          <p:cNvPr id="9" name="cover-node-1">
            <a:extLst xmlns:a="http://schemas.openxmlformats.org/drawingml/2006/main">
              <a:ext uri="{FF2B5EF4-FFF2-40B4-BE49-F238E27FC236}">
                <a16:creationId xmlns:a16="http://schemas.microsoft.com/office/drawing/2014/main" id="{B8494B0D-8131-40A4-9958-2C7FA03D65CF}"/>
              </a:ext>
            </a:extLst>
          </p:cNvPr>
          <p:cNvSpPr>
            <a:spLocks xmlns:a="http://schemas.openxmlformats.org/drawingml/2006/main" noGrp="1"/>
          </p:cNvSpPr>
          <p:nvPr/>
        </p:nvSpPr>
        <p:spPr>
          <a:xfrm xmlns:a="http://schemas.openxmlformats.org/drawingml/2006/main">
            <a:off x="9277350" y="1866900"/>
            <a:ext cx="685800" cy="68580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0" name="cover-node-label-1">
            <a:extLst xmlns:a="http://schemas.openxmlformats.org/drawingml/2006/main">
              <a:ext uri="{FF2B5EF4-FFF2-40B4-BE49-F238E27FC236}">
                <a16:creationId xmlns:a16="http://schemas.microsoft.com/office/drawing/2014/main" id="{06F795E5-3DFD-4EED-A364-7E50DAD7AC83}"/>
              </a:ext>
            </a:extLst>
          </p:cNvPr>
          <p:cNvSpPr>
            <a:spLocks xmlns:a="http://schemas.openxmlformats.org/drawingml/2006/main" noGrp="1"/>
          </p:cNvSpPr>
          <p:nvPr/>
        </p:nvSpPr>
        <p:spPr>
          <a:xfrm xmlns:a="http://schemas.openxmlformats.org/drawingml/2006/main">
            <a:off x="9277350" y="20764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ptos"/>
                <a:ea typeface="Aptos"/>
                <a:cs typeface="Aptos"/>
              </a:defRPr>
            </a:defPPr>
            <a:lvl1pPr algn="ctr">
              <a:defRPr sz="975" b="1" i="0">
                <a:solidFill>
                  <a:srgbClr val="FFFFFF"/>
                </a:solidFill>
                <a:latin typeface="Aptos"/>
                <a:ea typeface="Aptos"/>
                <a:cs typeface="Aptos"/>
              </a:defRPr>
            </a:lvl1pPr>
            <a:lvl2pPr algn="ctr">
              <a:defRPr sz="975" b="1" i="0">
                <a:solidFill>
                  <a:srgbClr val="FFFFFF"/>
                </a:solidFill>
                <a:latin typeface="Aptos"/>
                <a:ea typeface="Aptos"/>
                <a:cs typeface="Aptos"/>
              </a:defRPr>
            </a:lvl2pPr>
            <a:lvl3pPr algn="ctr">
              <a:defRPr sz="975" b="1" i="0">
                <a:solidFill>
                  <a:srgbClr val="FFFFFF"/>
                </a:solidFill>
                <a:latin typeface="Aptos"/>
                <a:ea typeface="Aptos"/>
                <a:cs typeface="Aptos"/>
              </a:defRPr>
            </a:lvl3pPr>
            <a:lvl4pPr algn="ctr">
              <a:defRPr sz="975" b="1" i="0">
                <a:solidFill>
                  <a:srgbClr val="FFFFFF"/>
                </a:solidFill>
                <a:latin typeface="Aptos"/>
                <a:ea typeface="Aptos"/>
                <a:cs typeface="Aptos"/>
              </a:defRPr>
            </a:lvl4pPr>
            <a:lvl5pPr algn="ctr">
              <a:defRPr sz="975" b="1" i="0">
                <a:solidFill>
                  <a:srgbClr val="FFFFFF"/>
                </a:solidFill>
                <a:latin typeface="Aptos"/>
                <a:ea typeface="Aptos"/>
                <a:cs typeface="Aptos"/>
              </a:defRPr>
            </a:lvl5pPr>
            <a:lvl6pPr algn="ctr">
              <a:defRPr sz="975" b="1" i="0">
                <a:solidFill>
                  <a:srgbClr val="FFFFFF"/>
                </a:solidFill>
                <a:latin typeface="Aptos"/>
                <a:ea typeface="Aptos"/>
                <a:cs typeface="Aptos"/>
              </a:defRPr>
            </a:lvl6pPr>
            <a:lvl7pPr algn="ctr">
              <a:defRPr sz="975" b="1" i="0">
                <a:solidFill>
                  <a:srgbClr val="FFFFFF"/>
                </a:solidFill>
                <a:latin typeface="Aptos"/>
                <a:ea typeface="Aptos"/>
                <a:cs typeface="Aptos"/>
              </a:defRPr>
            </a:lvl7pPr>
            <a:lvl8pPr algn="ctr">
              <a:defRPr sz="975" b="1" i="0">
                <a:solidFill>
                  <a:srgbClr val="FFFFFF"/>
                </a:solidFill>
                <a:latin typeface="Aptos"/>
                <a:ea typeface="Aptos"/>
                <a:cs typeface="Aptos"/>
              </a:defRPr>
            </a:lvl8pPr>
            <a:lvl9pPr algn="ctr">
              <a:defRPr sz="975" b="1" i="0">
                <a:solidFill>
                  <a:srgbClr val="FFFFFF"/>
                </a:solidFill>
                <a:latin typeface="Aptos"/>
                <a:ea typeface="Aptos"/>
                <a:cs typeface="Aptos"/>
              </a:defRPr>
            </a:lvl9pPr>
          </a:lstStyle>
          <a:p xmlns:a="http://schemas.openxmlformats.org/drawingml/2006/main">
            <a:pPr algn="ctr">
              <a:defRPr sz="975" b="1" i="0">
                <a:solidFill>
                  <a:srgbClr val="FFFFFF"/>
                </a:solidFill>
                <a:latin typeface="Aptos"/>
                <a:ea typeface="Aptos"/>
                <a:cs typeface="Aptos"/>
              </a:defRPr>
            </a:pPr>
            <a:r>
              <a:rPr sz="975" b="1" i="0">
                <a:solidFill>
                  <a:srgbClr val="FFFFFF"/>
                </a:solidFill>
                <a:latin typeface="Aptos"/>
                <a:ea typeface="Aptos"/>
                <a:cs typeface="Aptos"/>
              </a:rPr>
              <a:t>DATOS</a:t>
            </a:r>
          </a:p>
        </p:txBody>
      </p:sp>
      <p:sp>
        <p:nvSpPr>
          <p:cNvPr id="11" name="cover-node-2">
            <a:extLst xmlns:a="http://schemas.openxmlformats.org/drawingml/2006/main">
              <a:ext uri="{FF2B5EF4-FFF2-40B4-BE49-F238E27FC236}">
                <a16:creationId xmlns:a16="http://schemas.microsoft.com/office/drawing/2014/main" id="{2D94EC3E-1FDA-4D89-BED3-6C0B4D2ACCAF}"/>
              </a:ext>
            </a:extLst>
          </p:cNvPr>
          <p:cNvSpPr>
            <a:spLocks xmlns:a="http://schemas.openxmlformats.org/drawingml/2006/main" noGrp="1"/>
          </p:cNvSpPr>
          <p:nvPr/>
        </p:nvSpPr>
        <p:spPr>
          <a:xfrm xmlns:a="http://schemas.openxmlformats.org/drawingml/2006/main">
            <a:off x="10248900" y="1866900"/>
            <a:ext cx="685800" cy="68580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2" name="cover-node-label-2">
            <a:extLst xmlns:a="http://schemas.openxmlformats.org/drawingml/2006/main">
              <a:ext uri="{FF2B5EF4-FFF2-40B4-BE49-F238E27FC236}">
                <a16:creationId xmlns:a16="http://schemas.microsoft.com/office/drawing/2014/main" id="{41BCEF68-AABA-42BD-8BBD-27C369AA7FE2}"/>
              </a:ext>
            </a:extLst>
          </p:cNvPr>
          <p:cNvSpPr>
            <a:spLocks xmlns:a="http://schemas.openxmlformats.org/drawingml/2006/main" noGrp="1"/>
          </p:cNvSpPr>
          <p:nvPr/>
        </p:nvSpPr>
        <p:spPr>
          <a:xfrm xmlns:a="http://schemas.openxmlformats.org/drawingml/2006/main">
            <a:off x="10248900" y="207645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ptos"/>
                <a:ea typeface="Aptos"/>
                <a:cs typeface="Aptos"/>
              </a:defRPr>
            </a:defPPr>
            <a:lvl1pPr algn="ctr">
              <a:defRPr sz="975" b="1" i="0">
                <a:solidFill>
                  <a:srgbClr val="FFFFFF"/>
                </a:solidFill>
                <a:latin typeface="Aptos"/>
                <a:ea typeface="Aptos"/>
                <a:cs typeface="Aptos"/>
              </a:defRPr>
            </a:lvl1pPr>
            <a:lvl2pPr algn="ctr">
              <a:defRPr sz="975" b="1" i="0">
                <a:solidFill>
                  <a:srgbClr val="FFFFFF"/>
                </a:solidFill>
                <a:latin typeface="Aptos"/>
                <a:ea typeface="Aptos"/>
                <a:cs typeface="Aptos"/>
              </a:defRPr>
            </a:lvl2pPr>
            <a:lvl3pPr algn="ctr">
              <a:defRPr sz="975" b="1" i="0">
                <a:solidFill>
                  <a:srgbClr val="FFFFFF"/>
                </a:solidFill>
                <a:latin typeface="Aptos"/>
                <a:ea typeface="Aptos"/>
                <a:cs typeface="Aptos"/>
              </a:defRPr>
            </a:lvl3pPr>
            <a:lvl4pPr algn="ctr">
              <a:defRPr sz="975" b="1" i="0">
                <a:solidFill>
                  <a:srgbClr val="FFFFFF"/>
                </a:solidFill>
                <a:latin typeface="Aptos"/>
                <a:ea typeface="Aptos"/>
                <a:cs typeface="Aptos"/>
              </a:defRPr>
            </a:lvl4pPr>
            <a:lvl5pPr algn="ctr">
              <a:defRPr sz="975" b="1" i="0">
                <a:solidFill>
                  <a:srgbClr val="FFFFFF"/>
                </a:solidFill>
                <a:latin typeface="Aptos"/>
                <a:ea typeface="Aptos"/>
                <a:cs typeface="Aptos"/>
              </a:defRPr>
            </a:lvl5pPr>
            <a:lvl6pPr algn="ctr">
              <a:defRPr sz="975" b="1" i="0">
                <a:solidFill>
                  <a:srgbClr val="FFFFFF"/>
                </a:solidFill>
                <a:latin typeface="Aptos"/>
                <a:ea typeface="Aptos"/>
                <a:cs typeface="Aptos"/>
              </a:defRPr>
            </a:lvl6pPr>
            <a:lvl7pPr algn="ctr">
              <a:defRPr sz="975" b="1" i="0">
                <a:solidFill>
                  <a:srgbClr val="FFFFFF"/>
                </a:solidFill>
                <a:latin typeface="Aptos"/>
                <a:ea typeface="Aptos"/>
                <a:cs typeface="Aptos"/>
              </a:defRPr>
            </a:lvl7pPr>
            <a:lvl8pPr algn="ctr">
              <a:defRPr sz="975" b="1" i="0">
                <a:solidFill>
                  <a:srgbClr val="FFFFFF"/>
                </a:solidFill>
                <a:latin typeface="Aptos"/>
                <a:ea typeface="Aptos"/>
                <a:cs typeface="Aptos"/>
              </a:defRPr>
            </a:lvl8pPr>
            <a:lvl9pPr algn="ctr">
              <a:defRPr sz="975" b="1" i="0">
                <a:solidFill>
                  <a:srgbClr val="FFFFFF"/>
                </a:solidFill>
                <a:latin typeface="Aptos"/>
                <a:ea typeface="Aptos"/>
                <a:cs typeface="Aptos"/>
              </a:defRPr>
            </a:lvl9pPr>
          </a:lstStyle>
          <a:p xmlns:a="http://schemas.openxmlformats.org/drawingml/2006/main">
            <a:pPr algn="ctr">
              <a:defRPr sz="975" b="1" i="0">
                <a:solidFill>
                  <a:srgbClr val="FFFFFF"/>
                </a:solidFill>
                <a:latin typeface="Aptos"/>
                <a:ea typeface="Aptos"/>
                <a:cs typeface="Aptos"/>
              </a:defRPr>
            </a:pPr>
            <a:r>
              <a:rPr sz="975" b="1" i="0">
                <a:solidFill>
                  <a:srgbClr val="FFFFFF"/>
                </a:solidFill>
                <a:latin typeface="Aptos"/>
                <a:ea typeface="Aptos"/>
                <a:cs typeface="Aptos"/>
              </a:rPr>
              <a:t>IF</a:t>
            </a:r>
          </a:p>
        </p:txBody>
      </p:sp>
      <p:sp>
        <p:nvSpPr>
          <p:cNvPr id="13" name="cover-node-3">
            <a:extLst xmlns:a="http://schemas.openxmlformats.org/drawingml/2006/main">
              <a:ext uri="{FF2B5EF4-FFF2-40B4-BE49-F238E27FC236}">
                <a16:creationId xmlns:a16="http://schemas.microsoft.com/office/drawing/2014/main" id="{549EC5A5-27E7-4874-BBC3-DF3740653BD3}"/>
              </a:ext>
            </a:extLst>
          </p:cNvPr>
          <p:cNvSpPr>
            <a:spLocks xmlns:a="http://schemas.openxmlformats.org/drawingml/2006/main" noGrp="1"/>
          </p:cNvSpPr>
          <p:nvPr/>
        </p:nvSpPr>
        <p:spPr>
          <a:xfrm xmlns:a="http://schemas.openxmlformats.org/drawingml/2006/main">
            <a:off x="8305800" y="3219450"/>
            <a:ext cx="685800" cy="685800"/>
          </a:xfrm>
          <a:prstGeom xmlns:a="http://schemas.openxmlformats.org/drawingml/2006/main" prst="ellipse">
            <a:avLst/>
          </a:prstGeom>
          <a:solidFill xmlns:a="http://schemas.openxmlformats.org/drawingml/2006/main">
            <a:srgbClr val="4A8F77"/>
          </a:solidFill>
          <a:ln xmlns:a="http://schemas.openxmlformats.org/drawingml/2006/main" w="0">
            <a:noFill/>
            <a:prstDash val="solid"/>
          </a:ln>
        </p:spPr>
      </p:sp>
      <p:sp>
        <p:nvSpPr>
          <p:cNvPr id="14" name="cover-node-label-3">
            <a:extLst xmlns:a="http://schemas.openxmlformats.org/drawingml/2006/main">
              <a:ext uri="{FF2B5EF4-FFF2-40B4-BE49-F238E27FC236}">
                <a16:creationId xmlns:a16="http://schemas.microsoft.com/office/drawing/2014/main" id="{87D028E5-5461-407B-9447-2D23CA4CA4AE}"/>
              </a:ext>
            </a:extLst>
          </p:cNvPr>
          <p:cNvSpPr>
            <a:spLocks xmlns:a="http://schemas.openxmlformats.org/drawingml/2006/main" noGrp="1"/>
          </p:cNvSpPr>
          <p:nvPr/>
        </p:nvSpPr>
        <p:spPr>
          <a:xfrm xmlns:a="http://schemas.openxmlformats.org/drawingml/2006/main">
            <a:off x="8305800" y="34290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ptos"/>
                <a:ea typeface="Aptos"/>
                <a:cs typeface="Aptos"/>
              </a:defRPr>
            </a:defPPr>
            <a:lvl1pPr algn="ctr">
              <a:defRPr sz="975" b="1" i="0">
                <a:solidFill>
                  <a:srgbClr val="FFFFFF"/>
                </a:solidFill>
                <a:latin typeface="Aptos"/>
                <a:ea typeface="Aptos"/>
                <a:cs typeface="Aptos"/>
              </a:defRPr>
            </a:lvl1pPr>
            <a:lvl2pPr algn="ctr">
              <a:defRPr sz="975" b="1" i="0">
                <a:solidFill>
                  <a:srgbClr val="FFFFFF"/>
                </a:solidFill>
                <a:latin typeface="Aptos"/>
                <a:ea typeface="Aptos"/>
                <a:cs typeface="Aptos"/>
              </a:defRPr>
            </a:lvl2pPr>
            <a:lvl3pPr algn="ctr">
              <a:defRPr sz="975" b="1" i="0">
                <a:solidFill>
                  <a:srgbClr val="FFFFFF"/>
                </a:solidFill>
                <a:latin typeface="Aptos"/>
                <a:ea typeface="Aptos"/>
                <a:cs typeface="Aptos"/>
              </a:defRPr>
            </a:lvl3pPr>
            <a:lvl4pPr algn="ctr">
              <a:defRPr sz="975" b="1" i="0">
                <a:solidFill>
                  <a:srgbClr val="FFFFFF"/>
                </a:solidFill>
                <a:latin typeface="Aptos"/>
                <a:ea typeface="Aptos"/>
                <a:cs typeface="Aptos"/>
              </a:defRPr>
            </a:lvl4pPr>
            <a:lvl5pPr algn="ctr">
              <a:defRPr sz="975" b="1" i="0">
                <a:solidFill>
                  <a:srgbClr val="FFFFFF"/>
                </a:solidFill>
                <a:latin typeface="Aptos"/>
                <a:ea typeface="Aptos"/>
                <a:cs typeface="Aptos"/>
              </a:defRPr>
            </a:lvl5pPr>
            <a:lvl6pPr algn="ctr">
              <a:defRPr sz="975" b="1" i="0">
                <a:solidFill>
                  <a:srgbClr val="FFFFFF"/>
                </a:solidFill>
                <a:latin typeface="Aptos"/>
                <a:ea typeface="Aptos"/>
                <a:cs typeface="Aptos"/>
              </a:defRPr>
            </a:lvl6pPr>
            <a:lvl7pPr algn="ctr">
              <a:defRPr sz="975" b="1" i="0">
                <a:solidFill>
                  <a:srgbClr val="FFFFFF"/>
                </a:solidFill>
                <a:latin typeface="Aptos"/>
                <a:ea typeface="Aptos"/>
                <a:cs typeface="Aptos"/>
              </a:defRPr>
            </a:lvl7pPr>
            <a:lvl8pPr algn="ctr">
              <a:defRPr sz="975" b="1" i="0">
                <a:solidFill>
                  <a:srgbClr val="FFFFFF"/>
                </a:solidFill>
                <a:latin typeface="Aptos"/>
                <a:ea typeface="Aptos"/>
                <a:cs typeface="Aptos"/>
              </a:defRPr>
            </a:lvl8pPr>
            <a:lvl9pPr algn="ctr">
              <a:defRPr sz="975" b="1" i="0">
                <a:solidFill>
                  <a:srgbClr val="FFFFFF"/>
                </a:solidFill>
                <a:latin typeface="Aptos"/>
                <a:ea typeface="Aptos"/>
                <a:cs typeface="Aptos"/>
              </a:defRPr>
            </a:lvl9pPr>
          </a:lstStyle>
          <a:p xmlns:a="http://schemas.openxmlformats.org/drawingml/2006/main">
            <a:pPr algn="ctr">
              <a:defRPr sz="975" b="1" i="0">
                <a:solidFill>
                  <a:srgbClr val="FFFFFF"/>
                </a:solidFill>
                <a:latin typeface="Aptos"/>
                <a:ea typeface="Aptos"/>
                <a:cs typeface="Aptos"/>
              </a:defRPr>
            </a:pPr>
            <a:r>
              <a:rPr sz="975" b="1" i="0">
                <a:solidFill>
                  <a:srgbClr val="FFFFFF"/>
                </a:solidFill>
                <a:latin typeface="Aptos"/>
                <a:ea typeface="Aptos"/>
                <a:cs typeface="Aptos"/>
              </a:rPr>
              <a:t>TRUE</a:t>
            </a:r>
          </a:p>
        </p:txBody>
      </p:sp>
      <p:sp>
        <p:nvSpPr>
          <p:cNvPr id="15" name="cover-node-4">
            <a:extLst xmlns:a="http://schemas.openxmlformats.org/drawingml/2006/main">
              <a:ext uri="{FF2B5EF4-FFF2-40B4-BE49-F238E27FC236}">
                <a16:creationId xmlns:a16="http://schemas.microsoft.com/office/drawing/2014/main" id="{13B71A43-E071-4552-A51E-2FCC5E983EFE}"/>
              </a:ext>
            </a:extLst>
          </p:cNvPr>
          <p:cNvSpPr>
            <a:spLocks xmlns:a="http://schemas.openxmlformats.org/drawingml/2006/main" noGrp="1"/>
          </p:cNvSpPr>
          <p:nvPr/>
        </p:nvSpPr>
        <p:spPr>
          <a:xfrm xmlns:a="http://schemas.openxmlformats.org/drawingml/2006/main">
            <a:off x="9277350" y="3219450"/>
            <a:ext cx="685800" cy="685800"/>
          </a:xfrm>
          <a:prstGeom xmlns:a="http://schemas.openxmlformats.org/drawingml/2006/main" prst="ellipse">
            <a:avLst/>
          </a:prstGeom>
          <a:solidFill xmlns:a="http://schemas.openxmlformats.org/drawingml/2006/main">
            <a:srgbClr val="A94A4A"/>
          </a:solidFill>
          <a:ln xmlns:a="http://schemas.openxmlformats.org/drawingml/2006/main" w="0">
            <a:noFill/>
            <a:prstDash val="solid"/>
          </a:ln>
        </p:spPr>
      </p:sp>
      <p:sp>
        <p:nvSpPr>
          <p:cNvPr id="16" name="cover-node-label-4">
            <a:extLst xmlns:a="http://schemas.openxmlformats.org/drawingml/2006/main">
              <a:ext uri="{FF2B5EF4-FFF2-40B4-BE49-F238E27FC236}">
                <a16:creationId xmlns:a16="http://schemas.microsoft.com/office/drawing/2014/main" id="{A5A694CC-5C01-4593-8D6F-25FA1AEC3B6F}"/>
              </a:ext>
            </a:extLst>
          </p:cNvPr>
          <p:cNvSpPr>
            <a:spLocks xmlns:a="http://schemas.openxmlformats.org/drawingml/2006/main" noGrp="1"/>
          </p:cNvSpPr>
          <p:nvPr/>
        </p:nvSpPr>
        <p:spPr>
          <a:xfrm xmlns:a="http://schemas.openxmlformats.org/drawingml/2006/main">
            <a:off x="9277350" y="34290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975" b="1" i="0">
                <a:solidFill>
                  <a:srgbClr val="FFFFFF"/>
                </a:solidFill>
                <a:latin typeface="Aptos"/>
                <a:ea typeface="Aptos"/>
                <a:cs typeface="Aptos"/>
              </a:defRPr>
            </a:defPPr>
            <a:lvl1pPr algn="ctr">
              <a:defRPr sz="975" b="1" i="0">
                <a:solidFill>
                  <a:srgbClr val="FFFFFF"/>
                </a:solidFill>
                <a:latin typeface="Aptos"/>
                <a:ea typeface="Aptos"/>
                <a:cs typeface="Aptos"/>
              </a:defRPr>
            </a:lvl1pPr>
            <a:lvl2pPr algn="ctr">
              <a:defRPr sz="975" b="1" i="0">
                <a:solidFill>
                  <a:srgbClr val="FFFFFF"/>
                </a:solidFill>
                <a:latin typeface="Aptos"/>
                <a:ea typeface="Aptos"/>
                <a:cs typeface="Aptos"/>
              </a:defRPr>
            </a:lvl2pPr>
            <a:lvl3pPr algn="ctr">
              <a:defRPr sz="975" b="1" i="0">
                <a:solidFill>
                  <a:srgbClr val="FFFFFF"/>
                </a:solidFill>
                <a:latin typeface="Aptos"/>
                <a:ea typeface="Aptos"/>
                <a:cs typeface="Aptos"/>
              </a:defRPr>
            </a:lvl3pPr>
            <a:lvl4pPr algn="ctr">
              <a:defRPr sz="975" b="1" i="0">
                <a:solidFill>
                  <a:srgbClr val="FFFFFF"/>
                </a:solidFill>
                <a:latin typeface="Aptos"/>
                <a:ea typeface="Aptos"/>
                <a:cs typeface="Aptos"/>
              </a:defRPr>
            </a:lvl4pPr>
            <a:lvl5pPr algn="ctr">
              <a:defRPr sz="975" b="1" i="0">
                <a:solidFill>
                  <a:srgbClr val="FFFFFF"/>
                </a:solidFill>
                <a:latin typeface="Aptos"/>
                <a:ea typeface="Aptos"/>
                <a:cs typeface="Aptos"/>
              </a:defRPr>
            </a:lvl5pPr>
            <a:lvl6pPr algn="ctr">
              <a:defRPr sz="975" b="1" i="0">
                <a:solidFill>
                  <a:srgbClr val="FFFFFF"/>
                </a:solidFill>
                <a:latin typeface="Aptos"/>
                <a:ea typeface="Aptos"/>
                <a:cs typeface="Aptos"/>
              </a:defRPr>
            </a:lvl6pPr>
            <a:lvl7pPr algn="ctr">
              <a:defRPr sz="975" b="1" i="0">
                <a:solidFill>
                  <a:srgbClr val="FFFFFF"/>
                </a:solidFill>
                <a:latin typeface="Aptos"/>
                <a:ea typeface="Aptos"/>
                <a:cs typeface="Aptos"/>
              </a:defRPr>
            </a:lvl7pPr>
            <a:lvl8pPr algn="ctr">
              <a:defRPr sz="975" b="1" i="0">
                <a:solidFill>
                  <a:srgbClr val="FFFFFF"/>
                </a:solidFill>
                <a:latin typeface="Aptos"/>
                <a:ea typeface="Aptos"/>
                <a:cs typeface="Aptos"/>
              </a:defRPr>
            </a:lvl8pPr>
            <a:lvl9pPr algn="ctr">
              <a:defRPr sz="975" b="1" i="0">
                <a:solidFill>
                  <a:srgbClr val="FFFFFF"/>
                </a:solidFill>
                <a:latin typeface="Aptos"/>
                <a:ea typeface="Aptos"/>
                <a:cs typeface="Aptos"/>
              </a:defRPr>
            </a:lvl9pPr>
          </a:lstStyle>
          <a:p xmlns:a="http://schemas.openxmlformats.org/drawingml/2006/main">
            <a:pPr algn="ctr">
              <a:defRPr sz="975" b="1" i="0">
                <a:solidFill>
                  <a:srgbClr val="FFFFFF"/>
                </a:solidFill>
                <a:latin typeface="Aptos"/>
                <a:ea typeface="Aptos"/>
                <a:cs typeface="Aptos"/>
              </a:defRPr>
            </a:pPr>
            <a:r>
              <a:rPr sz="975" b="1" i="0">
                <a:solidFill>
                  <a:srgbClr val="FFFFFF"/>
                </a:solidFill>
                <a:latin typeface="Aptos"/>
                <a:ea typeface="Aptos"/>
                <a:cs typeface="Aptos"/>
              </a:rPr>
              <a:t>FALSE</a:t>
            </a:r>
          </a:p>
        </p:txBody>
      </p:sp>
      <p:sp>
        <p:nvSpPr>
          <p:cNvPr id="17" name="cover-link-1">
            <a:extLst xmlns:a="http://schemas.openxmlformats.org/drawingml/2006/main">
              <a:ext uri="{FF2B5EF4-FFF2-40B4-BE49-F238E27FC236}">
                <a16:creationId xmlns:a16="http://schemas.microsoft.com/office/drawing/2014/main" id="{7FAEFB9A-7424-4A23-9FFC-163F64AF32BF}"/>
              </a:ext>
            </a:extLst>
          </p:cNvPr>
          <p:cNvSpPr>
            <a:spLocks xmlns:a="http://schemas.openxmlformats.org/drawingml/2006/main" noGrp="1"/>
          </p:cNvSpPr>
          <p:nvPr/>
        </p:nvSpPr>
        <p:spPr>
          <a:xfrm xmlns:a="http://schemas.openxmlformats.org/drawingml/2006/main">
            <a:off x="8991600" y="2190750"/>
            <a:ext cx="285750" cy="381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 name="cover-link-2">
            <a:extLst xmlns:a="http://schemas.openxmlformats.org/drawingml/2006/main">
              <a:ext uri="{FF2B5EF4-FFF2-40B4-BE49-F238E27FC236}">
                <a16:creationId xmlns:a16="http://schemas.microsoft.com/office/drawing/2014/main" id="{00496ACC-82F0-41E8-8634-252469AC56A6}"/>
              </a:ext>
            </a:extLst>
          </p:cNvPr>
          <p:cNvSpPr>
            <a:spLocks xmlns:a="http://schemas.openxmlformats.org/drawingml/2006/main" noGrp="1"/>
          </p:cNvSpPr>
          <p:nvPr/>
        </p:nvSpPr>
        <p:spPr>
          <a:xfrm xmlns:a="http://schemas.openxmlformats.org/drawingml/2006/main">
            <a:off x="9963150" y="2190750"/>
            <a:ext cx="285750" cy="381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9" name="cover-link-3">
            <a:extLst xmlns:a="http://schemas.openxmlformats.org/drawingml/2006/main">
              <a:ext uri="{FF2B5EF4-FFF2-40B4-BE49-F238E27FC236}">
                <a16:creationId xmlns:a16="http://schemas.microsoft.com/office/drawing/2014/main" id="{9989D2A7-4A1D-4E1A-B2DA-FC0EC268983F}"/>
              </a:ext>
            </a:extLst>
          </p:cNvPr>
          <p:cNvSpPr>
            <a:spLocks xmlns:a="http://schemas.openxmlformats.org/drawingml/2006/main" noGrp="1"/>
          </p:cNvSpPr>
          <p:nvPr/>
        </p:nvSpPr>
        <p:spPr>
          <a:xfrm xmlns:a="http://schemas.openxmlformats.org/drawingml/2006/main">
            <a:off x="10572750" y="2552700"/>
            <a:ext cx="38100" cy="6667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 name="cover-link-4">
            <a:extLst xmlns:a="http://schemas.openxmlformats.org/drawingml/2006/main">
              <a:ext uri="{FF2B5EF4-FFF2-40B4-BE49-F238E27FC236}">
                <a16:creationId xmlns:a16="http://schemas.microsoft.com/office/drawing/2014/main" id="{A6EA4979-C802-4CD4-BF39-16E48F2AC592}"/>
              </a:ext>
            </a:extLst>
          </p:cNvPr>
          <p:cNvSpPr>
            <a:spLocks xmlns:a="http://schemas.openxmlformats.org/drawingml/2006/main" noGrp="1"/>
          </p:cNvSpPr>
          <p:nvPr/>
        </p:nvSpPr>
        <p:spPr>
          <a:xfrm xmlns:a="http://schemas.openxmlformats.org/drawingml/2006/main">
            <a:off x="9258300" y="3524250"/>
            <a:ext cx="990600" cy="381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Tree>
    <p:extLst>
      <p:ext uri="{BB962C8B-B14F-4D97-AF65-F5344CB8AC3E}">
        <p14:creationId xmlns:p14="http://schemas.microsoft.com/office/powerpoint/2010/main" val="7283632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itle-2">
            <a:extLst xmlns:a="http://schemas.openxmlformats.org/drawingml/2006/main">
              <a:ext uri="{FF2B5EF4-FFF2-40B4-BE49-F238E27FC236}">
                <a16:creationId xmlns:a16="http://schemas.microsoft.com/office/drawing/2014/main" id="{DB4391C8-ECB8-47D3-BD5C-DDD2304BFCEF}"/>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Flujo, nodo y disparador manual</a:t>
            </a:r>
          </a:p>
        </p:txBody>
      </p:sp>
      <p:sp>
        <p:nvSpPr>
          <p:cNvPr id="2" name="title-rule-2">
            <a:extLst xmlns:a="http://schemas.openxmlformats.org/drawingml/2006/main">
              <a:ext uri="{FF2B5EF4-FFF2-40B4-BE49-F238E27FC236}">
                <a16:creationId xmlns:a16="http://schemas.microsoft.com/office/drawing/2014/main" id="{5A20A65D-CD9B-40BA-AE33-653A87EE1734}"/>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2">
            <a:extLst xmlns:a="http://schemas.openxmlformats.org/drawingml/2006/main">
              <a:ext uri="{FF2B5EF4-FFF2-40B4-BE49-F238E27FC236}">
                <a16:creationId xmlns:a16="http://schemas.microsoft.com/office/drawing/2014/main" id="{9C7A8BD4-7E3A-4A5D-B732-FA5B81E05DC2}"/>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Cada ejecución comienza bajo control de una persona y permanece dentro del entorno de práctica.</a:t>
            </a:r>
          </a:p>
        </p:txBody>
      </p:sp>
      <p:sp>
        <p:nvSpPr>
          <p:cNvPr id="4" name="concept-circle-0">
            <a:extLst xmlns:a="http://schemas.openxmlformats.org/drawingml/2006/main">
              <a:ext uri="{FF2B5EF4-FFF2-40B4-BE49-F238E27FC236}">
                <a16:creationId xmlns:a16="http://schemas.microsoft.com/office/drawing/2014/main" id="{00214948-B26A-4ACF-B838-AFE9A70D54F2}"/>
              </a:ext>
            </a:extLst>
          </p:cNvPr>
          <p:cNvSpPr>
            <a:spLocks xmlns:a="http://schemas.openxmlformats.org/drawingml/2006/main" noGrp="1"/>
          </p:cNvSpPr>
          <p:nvPr/>
        </p:nvSpPr>
        <p:spPr>
          <a:xfrm xmlns:a="http://schemas.openxmlformats.org/drawingml/2006/main">
            <a:off x="1962150" y="2305050"/>
            <a:ext cx="857250" cy="857250"/>
          </a:xfrm>
          <a:prstGeom xmlns:a="http://schemas.openxmlformats.org/drawingml/2006/main" prst="ellipse">
            <a:avLst/>
          </a:prstGeom>
          <a:solidFill xmlns:a="http://schemas.openxmlformats.org/drawingml/2006/main">
            <a:srgbClr val="003366"/>
          </a:solidFill>
          <a:ln xmlns:a="http://schemas.openxmlformats.org/drawingml/2006/main" w="0">
            <a:noFill/>
            <a:prstDash val="solid"/>
          </a:ln>
        </p:spPr>
      </p:sp>
      <p:sp>
        <p:nvSpPr>
          <p:cNvPr id="5" name="concept-number-0">
            <a:extLst xmlns:a="http://schemas.openxmlformats.org/drawingml/2006/main">
              <a:ext uri="{FF2B5EF4-FFF2-40B4-BE49-F238E27FC236}">
                <a16:creationId xmlns:a16="http://schemas.microsoft.com/office/drawing/2014/main" id="{60DC8396-782D-4D18-A891-6678F023CDE3}"/>
              </a:ext>
            </a:extLst>
          </p:cNvPr>
          <p:cNvSpPr>
            <a:spLocks xmlns:a="http://schemas.openxmlformats.org/drawingml/2006/main" noGrp="1"/>
          </p:cNvSpPr>
          <p:nvPr/>
        </p:nvSpPr>
        <p:spPr>
          <a:xfrm xmlns:a="http://schemas.openxmlformats.org/drawingml/2006/main">
            <a:off x="1962150" y="2505075"/>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i="0">
                <a:solidFill>
                  <a:srgbClr val="FFFFFF"/>
                </a:solidFill>
                <a:latin typeface="Aptos"/>
                <a:ea typeface="Aptos"/>
                <a:cs typeface="Aptos"/>
              </a:defRPr>
            </a:defPPr>
            <a:lvl1pPr algn="ctr">
              <a:defRPr sz="1950" b="1" i="0">
                <a:solidFill>
                  <a:srgbClr val="FFFFFF"/>
                </a:solidFill>
                <a:latin typeface="Aptos"/>
                <a:ea typeface="Aptos"/>
                <a:cs typeface="Aptos"/>
              </a:defRPr>
            </a:lvl1pPr>
            <a:lvl2pPr algn="ctr">
              <a:defRPr sz="1950" b="1" i="0">
                <a:solidFill>
                  <a:srgbClr val="FFFFFF"/>
                </a:solidFill>
                <a:latin typeface="Aptos"/>
                <a:ea typeface="Aptos"/>
                <a:cs typeface="Aptos"/>
              </a:defRPr>
            </a:lvl2pPr>
            <a:lvl3pPr algn="ctr">
              <a:defRPr sz="1950" b="1" i="0">
                <a:solidFill>
                  <a:srgbClr val="FFFFFF"/>
                </a:solidFill>
                <a:latin typeface="Aptos"/>
                <a:ea typeface="Aptos"/>
                <a:cs typeface="Aptos"/>
              </a:defRPr>
            </a:lvl3pPr>
            <a:lvl4pPr algn="ctr">
              <a:defRPr sz="1950" b="1" i="0">
                <a:solidFill>
                  <a:srgbClr val="FFFFFF"/>
                </a:solidFill>
                <a:latin typeface="Aptos"/>
                <a:ea typeface="Aptos"/>
                <a:cs typeface="Aptos"/>
              </a:defRPr>
            </a:lvl4pPr>
            <a:lvl5pPr algn="ctr">
              <a:defRPr sz="1950" b="1" i="0">
                <a:solidFill>
                  <a:srgbClr val="FFFFFF"/>
                </a:solidFill>
                <a:latin typeface="Aptos"/>
                <a:ea typeface="Aptos"/>
                <a:cs typeface="Aptos"/>
              </a:defRPr>
            </a:lvl5pPr>
            <a:lvl6pPr algn="ctr">
              <a:defRPr sz="1950" b="1" i="0">
                <a:solidFill>
                  <a:srgbClr val="FFFFFF"/>
                </a:solidFill>
                <a:latin typeface="Aptos"/>
                <a:ea typeface="Aptos"/>
                <a:cs typeface="Aptos"/>
              </a:defRPr>
            </a:lvl6pPr>
            <a:lvl7pPr algn="ctr">
              <a:defRPr sz="1950" b="1" i="0">
                <a:solidFill>
                  <a:srgbClr val="FFFFFF"/>
                </a:solidFill>
                <a:latin typeface="Aptos"/>
                <a:ea typeface="Aptos"/>
                <a:cs typeface="Aptos"/>
              </a:defRPr>
            </a:lvl7pPr>
            <a:lvl8pPr algn="ctr">
              <a:defRPr sz="1950" b="1" i="0">
                <a:solidFill>
                  <a:srgbClr val="FFFFFF"/>
                </a:solidFill>
                <a:latin typeface="Aptos"/>
                <a:ea typeface="Aptos"/>
                <a:cs typeface="Aptos"/>
              </a:defRPr>
            </a:lvl8pPr>
            <a:lvl9pPr algn="ctr">
              <a:defRPr sz="1950" b="1" i="0">
                <a:solidFill>
                  <a:srgbClr val="FFFFFF"/>
                </a:solidFill>
                <a:latin typeface="Aptos"/>
                <a:ea typeface="Aptos"/>
                <a:cs typeface="Aptos"/>
              </a:defRPr>
            </a:lvl9pPr>
          </a:lstStyle>
          <a:p xmlns:a="http://schemas.openxmlformats.org/drawingml/2006/main">
            <a:pPr algn="ctr">
              <a:defRPr sz="1950" b="1" i="0">
                <a:solidFill>
                  <a:srgbClr val="FFFFFF"/>
                </a:solidFill>
                <a:latin typeface="Aptos"/>
                <a:ea typeface="Aptos"/>
                <a:cs typeface="Aptos"/>
              </a:defRPr>
            </a:pPr>
            <a:r>
              <a:rPr sz="1950" b="1" i="0">
                <a:solidFill>
                  <a:srgbClr val="FFFFFF"/>
                </a:solidFill>
                <a:latin typeface="Aptos"/>
                <a:ea typeface="Aptos"/>
                <a:cs typeface="Aptos"/>
              </a:rPr>
              <a:t>1</a:t>
            </a:r>
          </a:p>
        </p:txBody>
      </p:sp>
      <p:sp>
        <p:nvSpPr>
          <p:cNvPr id="6" name="concept-title-0">
            <a:extLst xmlns:a="http://schemas.openxmlformats.org/drawingml/2006/main">
              <a:ext uri="{FF2B5EF4-FFF2-40B4-BE49-F238E27FC236}">
                <a16:creationId xmlns:a16="http://schemas.microsoft.com/office/drawing/2014/main" id="{8844D796-2E6D-46D6-9DDE-3FED9C083B20}"/>
              </a:ext>
            </a:extLst>
          </p:cNvPr>
          <p:cNvSpPr>
            <a:spLocks xmlns:a="http://schemas.openxmlformats.org/drawingml/2006/main" noGrp="1"/>
          </p:cNvSpPr>
          <p:nvPr/>
        </p:nvSpPr>
        <p:spPr>
          <a:xfrm xmlns:a="http://schemas.openxmlformats.org/drawingml/2006/main">
            <a:off x="857250" y="344805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03366"/>
                </a:solidFill>
                <a:latin typeface="Aptos"/>
                <a:ea typeface="Aptos"/>
                <a:cs typeface="Aptos"/>
              </a:defRPr>
            </a:defPPr>
            <a:lvl1pPr algn="ctr">
              <a:defRPr sz="1500" b="1" i="0">
                <a:solidFill>
                  <a:srgbClr val="003366"/>
                </a:solidFill>
                <a:latin typeface="Aptos"/>
                <a:ea typeface="Aptos"/>
                <a:cs typeface="Aptos"/>
              </a:defRPr>
            </a:lvl1pPr>
            <a:lvl2pPr algn="ctr">
              <a:defRPr sz="1500" b="1" i="0">
                <a:solidFill>
                  <a:srgbClr val="003366"/>
                </a:solidFill>
                <a:latin typeface="Aptos"/>
                <a:ea typeface="Aptos"/>
                <a:cs typeface="Aptos"/>
              </a:defRPr>
            </a:lvl2pPr>
            <a:lvl3pPr algn="ctr">
              <a:defRPr sz="1500" b="1" i="0">
                <a:solidFill>
                  <a:srgbClr val="003366"/>
                </a:solidFill>
                <a:latin typeface="Aptos"/>
                <a:ea typeface="Aptos"/>
                <a:cs typeface="Aptos"/>
              </a:defRPr>
            </a:lvl3pPr>
            <a:lvl4pPr algn="ctr">
              <a:defRPr sz="1500" b="1" i="0">
                <a:solidFill>
                  <a:srgbClr val="003366"/>
                </a:solidFill>
                <a:latin typeface="Aptos"/>
                <a:ea typeface="Aptos"/>
                <a:cs typeface="Aptos"/>
              </a:defRPr>
            </a:lvl4pPr>
            <a:lvl5pPr algn="ctr">
              <a:defRPr sz="1500" b="1" i="0">
                <a:solidFill>
                  <a:srgbClr val="003366"/>
                </a:solidFill>
                <a:latin typeface="Aptos"/>
                <a:ea typeface="Aptos"/>
                <a:cs typeface="Aptos"/>
              </a:defRPr>
            </a:lvl5pPr>
            <a:lvl6pPr algn="ctr">
              <a:defRPr sz="1500" b="1" i="0">
                <a:solidFill>
                  <a:srgbClr val="003366"/>
                </a:solidFill>
                <a:latin typeface="Aptos"/>
                <a:ea typeface="Aptos"/>
                <a:cs typeface="Aptos"/>
              </a:defRPr>
            </a:lvl6pPr>
            <a:lvl7pPr algn="ctr">
              <a:defRPr sz="1500" b="1" i="0">
                <a:solidFill>
                  <a:srgbClr val="003366"/>
                </a:solidFill>
                <a:latin typeface="Aptos"/>
                <a:ea typeface="Aptos"/>
                <a:cs typeface="Aptos"/>
              </a:defRPr>
            </a:lvl7pPr>
            <a:lvl8pPr algn="ctr">
              <a:defRPr sz="1500" b="1" i="0">
                <a:solidFill>
                  <a:srgbClr val="003366"/>
                </a:solidFill>
                <a:latin typeface="Aptos"/>
                <a:ea typeface="Aptos"/>
                <a:cs typeface="Aptos"/>
              </a:defRPr>
            </a:lvl8pPr>
            <a:lvl9pPr algn="ctr">
              <a:defRPr sz="1500" b="1" i="0">
                <a:solidFill>
                  <a:srgbClr val="003366"/>
                </a:solidFill>
                <a:latin typeface="Aptos"/>
                <a:ea typeface="Aptos"/>
                <a:cs typeface="Aptos"/>
              </a:defRPr>
            </a:lvl9pPr>
          </a:lstStyle>
          <a:p xmlns:a="http://schemas.openxmlformats.org/drawingml/2006/main">
            <a:pPr algn="ctr">
              <a:defRPr sz="1500" b="1" i="0">
                <a:solidFill>
                  <a:srgbClr val="003366"/>
                </a:solidFill>
                <a:latin typeface="Aptos"/>
                <a:ea typeface="Aptos"/>
                <a:cs typeface="Aptos"/>
              </a:defRPr>
            </a:pPr>
            <a:r>
              <a:rPr sz="1500" b="1" i="0">
                <a:solidFill>
                  <a:srgbClr val="003366"/>
                </a:solidFill>
                <a:latin typeface="Aptos"/>
                <a:ea typeface="Aptos"/>
                <a:cs typeface="Aptos"/>
              </a:rPr>
              <a:t>FLUJO</a:t>
            </a:r>
          </a:p>
        </p:txBody>
      </p:sp>
      <p:sp>
        <p:nvSpPr>
          <p:cNvPr id="7" name="concept-copy-0">
            <a:extLst xmlns:a="http://schemas.openxmlformats.org/drawingml/2006/main">
              <a:ext uri="{FF2B5EF4-FFF2-40B4-BE49-F238E27FC236}">
                <a16:creationId xmlns:a16="http://schemas.microsoft.com/office/drawing/2014/main" id="{E7FECEF7-A08D-40E6-A16E-C104198AA320}"/>
              </a:ext>
            </a:extLst>
          </p:cNvPr>
          <p:cNvSpPr>
            <a:spLocks xmlns:a="http://schemas.openxmlformats.org/drawingml/2006/main" noGrp="1"/>
          </p:cNvSpPr>
          <p:nvPr/>
        </p:nvSpPr>
        <p:spPr>
          <a:xfrm xmlns:a="http://schemas.openxmlformats.org/drawingml/2006/main">
            <a:off x="1028700" y="3905250"/>
            <a:ext cx="2724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0" i="0">
                <a:solidFill>
                  <a:srgbClr val="17324D"/>
                </a:solidFill>
                <a:latin typeface="Aptos"/>
                <a:ea typeface="Aptos"/>
                <a:cs typeface="Aptos"/>
              </a:defRPr>
            </a:defPPr>
            <a:lvl1pPr algn="ctr">
              <a:defRPr sz="1350" b="0" i="0">
                <a:solidFill>
                  <a:srgbClr val="17324D"/>
                </a:solidFill>
                <a:latin typeface="Aptos"/>
                <a:ea typeface="Aptos"/>
                <a:cs typeface="Aptos"/>
              </a:defRPr>
            </a:lvl1pPr>
            <a:lvl2pPr algn="ctr">
              <a:defRPr sz="1350" b="0" i="0">
                <a:solidFill>
                  <a:srgbClr val="17324D"/>
                </a:solidFill>
                <a:latin typeface="Aptos"/>
                <a:ea typeface="Aptos"/>
                <a:cs typeface="Aptos"/>
              </a:defRPr>
            </a:lvl2pPr>
            <a:lvl3pPr algn="ctr">
              <a:defRPr sz="1350" b="0" i="0">
                <a:solidFill>
                  <a:srgbClr val="17324D"/>
                </a:solidFill>
                <a:latin typeface="Aptos"/>
                <a:ea typeface="Aptos"/>
                <a:cs typeface="Aptos"/>
              </a:defRPr>
            </a:lvl3pPr>
            <a:lvl4pPr algn="ctr">
              <a:defRPr sz="1350" b="0" i="0">
                <a:solidFill>
                  <a:srgbClr val="17324D"/>
                </a:solidFill>
                <a:latin typeface="Aptos"/>
                <a:ea typeface="Aptos"/>
                <a:cs typeface="Aptos"/>
              </a:defRPr>
            </a:lvl4pPr>
            <a:lvl5pPr algn="ctr">
              <a:defRPr sz="1350" b="0" i="0">
                <a:solidFill>
                  <a:srgbClr val="17324D"/>
                </a:solidFill>
                <a:latin typeface="Aptos"/>
                <a:ea typeface="Aptos"/>
                <a:cs typeface="Aptos"/>
              </a:defRPr>
            </a:lvl5pPr>
            <a:lvl6pPr algn="ctr">
              <a:defRPr sz="1350" b="0" i="0">
                <a:solidFill>
                  <a:srgbClr val="17324D"/>
                </a:solidFill>
                <a:latin typeface="Aptos"/>
                <a:ea typeface="Aptos"/>
                <a:cs typeface="Aptos"/>
              </a:defRPr>
            </a:lvl6pPr>
            <a:lvl7pPr algn="ctr">
              <a:defRPr sz="1350" b="0" i="0">
                <a:solidFill>
                  <a:srgbClr val="17324D"/>
                </a:solidFill>
                <a:latin typeface="Aptos"/>
                <a:ea typeface="Aptos"/>
                <a:cs typeface="Aptos"/>
              </a:defRPr>
            </a:lvl7pPr>
            <a:lvl8pPr algn="ctr">
              <a:defRPr sz="1350" b="0" i="0">
                <a:solidFill>
                  <a:srgbClr val="17324D"/>
                </a:solidFill>
                <a:latin typeface="Aptos"/>
                <a:ea typeface="Aptos"/>
                <a:cs typeface="Aptos"/>
              </a:defRPr>
            </a:lvl8pPr>
            <a:lvl9pPr algn="ctr">
              <a:defRPr sz="1350" b="0" i="0">
                <a:solidFill>
                  <a:srgbClr val="17324D"/>
                </a:solidFill>
                <a:latin typeface="Aptos"/>
                <a:ea typeface="Aptos"/>
                <a:cs typeface="Aptos"/>
              </a:defRPr>
            </a:lvl9pPr>
          </a:lstStyle>
          <a:p xmlns:a="http://schemas.openxmlformats.org/drawingml/2006/main">
            <a:pPr algn="ctr">
              <a:defRPr sz="1350" b="0" i="0">
                <a:solidFill>
                  <a:srgbClr val="17324D"/>
                </a:solidFill>
                <a:latin typeface="Aptos"/>
                <a:ea typeface="Aptos"/>
                <a:cs typeface="Aptos"/>
              </a:defRPr>
            </a:pPr>
            <a:r>
              <a:rPr sz="1350" b="0" i="0">
                <a:solidFill>
                  <a:srgbClr val="17324D"/>
                </a:solidFill>
                <a:latin typeface="Aptos"/>
                <a:ea typeface="Aptos"/>
                <a:cs typeface="Aptos"/>
              </a:rPr>
              <a:t>Secuencia de pasos conectados</a:t>
            </a:r>
          </a:p>
        </p:txBody>
      </p:sp>
      <p:sp>
        <p:nvSpPr>
          <p:cNvPr id="8" name="concept-link-0">
            <a:extLst xmlns:a="http://schemas.openxmlformats.org/drawingml/2006/main">
              <a:ext uri="{FF2B5EF4-FFF2-40B4-BE49-F238E27FC236}">
                <a16:creationId xmlns:a16="http://schemas.microsoft.com/office/drawing/2014/main" id="{E0AB1340-98DB-4887-8572-0C9B4A17252E}"/>
              </a:ext>
            </a:extLst>
          </p:cNvPr>
          <p:cNvSpPr>
            <a:spLocks xmlns:a="http://schemas.openxmlformats.org/drawingml/2006/main" noGrp="1"/>
          </p:cNvSpPr>
          <p:nvPr/>
        </p:nvSpPr>
        <p:spPr>
          <a:xfrm xmlns:a="http://schemas.openxmlformats.org/drawingml/2006/main">
            <a:off x="2819400" y="2705100"/>
            <a:ext cx="1790700" cy="38100"/>
          </a:xfrm>
          <a:prstGeom xmlns:a="http://schemas.openxmlformats.org/drawingml/2006/main" prst="rect">
            <a:avLst/>
          </a:prstGeom>
          <a:solidFill xmlns:a="http://schemas.openxmlformats.org/drawingml/2006/main">
            <a:srgbClr val="EAF4F8"/>
          </a:solidFill>
          <a:ln xmlns:a="http://schemas.openxmlformats.org/drawingml/2006/main" w="0">
            <a:noFill/>
            <a:prstDash val="solid"/>
          </a:ln>
        </p:spPr>
      </p:sp>
      <p:sp>
        <p:nvSpPr>
          <p:cNvPr id="9" name="concept-circle-1">
            <a:extLst xmlns:a="http://schemas.openxmlformats.org/drawingml/2006/main">
              <a:ext uri="{FF2B5EF4-FFF2-40B4-BE49-F238E27FC236}">
                <a16:creationId xmlns:a16="http://schemas.microsoft.com/office/drawing/2014/main" id="{567ED058-A10A-4B64-A3C5-8FEBFCF3389F}"/>
              </a:ext>
            </a:extLst>
          </p:cNvPr>
          <p:cNvSpPr>
            <a:spLocks xmlns:a="http://schemas.openxmlformats.org/drawingml/2006/main" noGrp="1"/>
          </p:cNvSpPr>
          <p:nvPr/>
        </p:nvSpPr>
        <p:spPr>
          <a:xfrm xmlns:a="http://schemas.openxmlformats.org/drawingml/2006/main">
            <a:off x="5715000" y="2305050"/>
            <a:ext cx="857250" cy="857250"/>
          </a:xfrm>
          <a:prstGeom xmlns:a="http://schemas.openxmlformats.org/drawingml/2006/main" prst="ellipse">
            <a:avLst/>
          </a:prstGeom>
          <a:solidFill xmlns:a="http://schemas.openxmlformats.org/drawingml/2006/main">
            <a:srgbClr val="0878A8"/>
          </a:solidFill>
          <a:ln xmlns:a="http://schemas.openxmlformats.org/drawingml/2006/main" w="0">
            <a:noFill/>
            <a:prstDash val="solid"/>
          </a:ln>
        </p:spPr>
      </p:sp>
      <p:sp>
        <p:nvSpPr>
          <p:cNvPr id="10" name="concept-number-1">
            <a:extLst xmlns:a="http://schemas.openxmlformats.org/drawingml/2006/main">
              <a:ext uri="{FF2B5EF4-FFF2-40B4-BE49-F238E27FC236}">
                <a16:creationId xmlns:a16="http://schemas.microsoft.com/office/drawing/2014/main" id="{B8C97267-CB23-4578-A48B-87C60E07A415}"/>
              </a:ext>
            </a:extLst>
          </p:cNvPr>
          <p:cNvSpPr>
            <a:spLocks xmlns:a="http://schemas.openxmlformats.org/drawingml/2006/main" noGrp="1"/>
          </p:cNvSpPr>
          <p:nvPr/>
        </p:nvSpPr>
        <p:spPr>
          <a:xfrm xmlns:a="http://schemas.openxmlformats.org/drawingml/2006/main">
            <a:off x="5715000" y="2505075"/>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i="0">
                <a:solidFill>
                  <a:srgbClr val="FFFFFF"/>
                </a:solidFill>
                <a:latin typeface="Aptos"/>
                <a:ea typeface="Aptos"/>
                <a:cs typeface="Aptos"/>
              </a:defRPr>
            </a:defPPr>
            <a:lvl1pPr algn="ctr">
              <a:defRPr sz="1950" b="1" i="0">
                <a:solidFill>
                  <a:srgbClr val="FFFFFF"/>
                </a:solidFill>
                <a:latin typeface="Aptos"/>
                <a:ea typeface="Aptos"/>
                <a:cs typeface="Aptos"/>
              </a:defRPr>
            </a:lvl1pPr>
            <a:lvl2pPr algn="ctr">
              <a:defRPr sz="1950" b="1" i="0">
                <a:solidFill>
                  <a:srgbClr val="FFFFFF"/>
                </a:solidFill>
                <a:latin typeface="Aptos"/>
                <a:ea typeface="Aptos"/>
                <a:cs typeface="Aptos"/>
              </a:defRPr>
            </a:lvl2pPr>
            <a:lvl3pPr algn="ctr">
              <a:defRPr sz="1950" b="1" i="0">
                <a:solidFill>
                  <a:srgbClr val="FFFFFF"/>
                </a:solidFill>
                <a:latin typeface="Aptos"/>
                <a:ea typeface="Aptos"/>
                <a:cs typeface="Aptos"/>
              </a:defRPr>
            </a:lvl3pPr>
            <a:lvl4pPr algn="ctr">
              <a:defRPr sz="1950" b="1" i="0">
                <a:solidFill>
                  <a:srgbClr val="FFFFFF"/>
                </a:solidFill>
                <a:latin typeface="Aptos"/>
                <a:ea typeface="Aptos"/>
                <a:cs typeface="Aptos"/>
              </a:defRPr>
            </a:lvl4pPr>
            <a:lvl5pPr algn="ctr">
              <a:defRPr sz="1950" b="1" i="0">
                <a:solidFill>
                  <a:srgbClr val="FFFFFF"/>
                </a:solidFill>
                <a:latin typeface="Aptos"/>
                <a:ea typeface="Aptos"/>
                <a:cs typeface="Aptos"/>
              </a:defRPr>
            </a:lvl5pPr>
            <a:lvl6pPr algn="ctr">
              <a:defRPr sz="1950" b="1" i="0">
                <a:solidFill>
                  <a:srgbClr val="FFFFFF"/>
                </a:solidFill>
                <a:latin typeface="Aptos"/>
                <a:ea typeface="Aptos"/>
                <a:cs typeface="Aptos"/>
              </a:defRPr>
            </a:lvl6pPr>
            <a:lvl7pPr algn="ctr">
              <a:defRPr sz="1950" b="1" i="0">
                <a:solidFill>
                  <a:srgbClr val="FFFFFF"/>
                </a:solidFill>
                <a:latin typeface="Aptos"/>
                <a:ea typeface="Aptos"/>
                <a:cs typeface="Aptos"/>
              </a:defRPr>
            </a:lvl7pPr>
            <a:lvl8pPr algn="ctr">
              <a:defRPr sz="1950" b="1" i="0">
                <a:solidFill>
                  <a:srgbClr val="FFFFFF"/>
                </a:solidFill>
                <a:latin typeface="Aptos"/>
                <a:ea typeface="Aptos"/>
                <a:cs typeface="Aptos"/>
              </a:defRPr>
            </a:lvl8pPr>
            <a:lvl9pPr algn="ctr">
              <a:defRPr sz="1950" b="1" i="0">
                <a:solidFill>
                  <a:srgbClr val="FFFFFF"/>
                </a:solidFill>
                <a:latin typeface="Aptos"/>
                <a:ea typeface="Aptos"/>
                <a:cs typeface="Aptos"/>
              </a:defRPr>
            </a:lvl9pPr>
          </a:lstStyle>
          <a:p xmlns:a="http://schemas.openxmlformats.org/drawingml/2006/main">
            <a:pPr algn="ctr">
              <a:defRPr sz="1950" b="1" i="0">
                <a:solidFill>
                  <a:srgbClr val="FFFFFF"/>
                </a:solidFill>
                <a:latin typeface="Aptos"/>
                <a:ea typeface="Aptos"/>
                <a:cs typeface="Aptos"/>
              </a:defRPr>
            </a:pPr>
            <a:r>
              <a:rPr sz="1950" b="1" i="0">
                <a:solidFill>
                  <a:srgbClr val="FFFFFF"/>
                </a:solidFill>
                <a:latin typeface="Aptos"/>
                <a:ea typeface="Aptos"/>
                <a:cs typeface="Aptos"/>
              </a:rPr>
              <a:t>2</a:t>
            </a:r>
          </a:p>
        </p:txBody>
      </p:sp>
      <p:sp>
        <p:nvSpPr>
          <p:cNvPr id="11" name="concept-title-1">
            <a:extLst xmlns:a="http://schemas.openxmlformats.org/drawingml/2006/main">
              <a:ext uri="{FF2B5EF4-FFF2-40B4-BE49-F238E27FC236}">
                <a16:creationId xmlns:a16="http://schemas.microsoft.com/office/drawing/2014/main" id="{B3566706-2833-480A-A48D-ACCFE01D83A6}"/>
              </a:ext>
            </a:extLst>
          </p:cNvPr>
          <p:cNvSpPr>
            <a:spLocks xmlns:a="http://schemas.openxmlformats.org/drawingml/2006/main" noGrp="1"/>
          </p:cNvSpPr>
          <p:nvPr/>
        </p:nvSpPr>
        <p:spPr>
          <a:xfrm xmlns:a="http://schemas.openxmlformats.org/drawingml/2006/main">
            <a:off x="4610100" y="344805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03366"/>
                </a:solidFill>
                <a:latin typeface="Aptos"/>
                <a:ea typeface="Aptos"/>
                <a:cs typeface="Aptos"/>
              </a:defRPr>
            </a:defPPr>
            <a:lvl1pPr algn="ctr">
              <a:defRPr sz="1500" b="1" i="0">
                <a:solidFill>
                  <a:srgbClr val="003366"/>
                </a:solidFill>
                <a:latin typeface="Aptos"/>
                <a:ea typeface="Aptos"/>
                <a:cs typeface="Aptos"/>
              </a:defRPr>
            </a:lvl1pPr>
            <a:lvl2pPr algn="ctr">
              <a:defRPr sz="1500" b="1" i="0">
                <a:solidFill>
                  <a:srgbClr val="003366"/>
                </a:solidFill>
                <a:latin typeface="Aptos"/>
                <a:ea typeface="Aptos"/>
                <a:cs typeface="Aptos"/>
              </a:defRPr>
            </a:lvl2pPr>
            <a:lvl3pPr algn="ctr">
              <a:defRPr sz="1500" b="1" i="0">
                <a:solidFill>
                  <a:srgbClr val="003366"/>
                </a:solidFill>
                <a:latin typeface="Aptos"/>
                <a:ea typeface="Aptos"/>
                <a:cs typeface="Aptos"/>
              </a:defRPr>
            </a:lvl3pPr>
            <a:lvl4pPr algn="ctr">
              <a:defRPr sz="1500" b="1" i="0">
                <a:solidFill>
                  <a:srgbClr val="003366"/>
                </a:solidFill>
                <a:latin typeface="Aptos"/>
                <a:ea typeface="Aptos"/>
                <a:cs typeface="Aptos"/>
              </a:defRPr>
            </a:lvl4pPr>
            <a:lvl5pPr algn="ctr">
              <a:defRPr sz="1500" b="1" i="0">
                <a:solidFill>
                  <a:srgbClr val="003366"/>
                </a:solidFill>
                <a:latin typeface="Aptos"/>
                <a:ea typeface="Aptos"/>
                <a:cs typeface="Aptos"/>
              </a:defRPr>
            </a:lvl5pPr>
            <a:lvl6pPr algn="ctr">
              <a:defRPr sz="1500" b="1" i="0">
                <a:solidFill>
                  <a:srgbClr val="003366"/>
                </a:solidFill>
                <a:latin typeface="Aptos"/>
                <a:ea typeface="Aptos"/>
                <a:cs typeface="Aptos"/>
              </a:defRPr>
            </a:lvl6pPr>
            <a:lvl7pPr algn="ctr">
              <a:defRPr sz="1500" b="1" i="0">
                <a:solidFill>
                  <a:srgbClr val="003366"/>
                </a:solidFill>
                <a:latin typeface="Aptos"/>
                <a:ea typeface="Aptos"/>
                <a:cs typeface="Aptos"/>
              </a:defRPr>
            </a:lvl7pPr>
            <a:lvl8pPr algn="ctr">
              <a:defRPr sz="1500" b="1" i="0">
                <a:solidFill>
                  <a:srgbClr val="003366"/>
                </a:solidFill>
                <a:latin typeface="Aptos"/>
                <a:ea typeface="Aptos"/>
                <a:cs typeface="Aptos"/>
              </a:defRPr>
            </a:lvl8pPr>
            <a:lvl9pPr algn="ctr">
              <a:defRPr sz="1500" b="1" i="0">
                <a:solidFill>
                  <a:srgbClr val="003366"/>
                </a:solidFill>
                <a:latin typeface="Aptos"/>
                <a:ea typeface="Aptos"/>
                <a:cs typeface="Aptos"/>
              </a:defRPr>
            </a:lvl9pPr>
          </a:lstStyle>
          <a:p xmlns:a="http://schemas.openxmlformats.org/drawingml/2006/main">
            <a:pPr algn="ctr">
              <a:defRPr sz="1500" b="1" i="0">
                <a:solidFill>
                  <a:srgbClr val="003366"/>
                </a:solidFill>
                <a:latin typeface="Aptos"/>
                <a:ea typeface="Aptos"/>
                <a:cs typeface="Aptos"/>
              </a:defRPr>
            </a:pPr>
            <a:r>
              <a:rPr sz="1500" b="1" i="0">
                <a:solidFill>
                  <a:srgbClr val="003366"/>
                </a:solidFill>
                <a:latin typeface="Aptos"/>
                <a:ea typeface="Aptos"/>
                <a:cs typeface="Aptos"/>
              </a:rPr>
              <a:t>NODO</a:t>
            </a:r>
          </a:p>
        </p:txBody>
      </p:sp>
      <p:sp>
        <p:nvSpPr>
          <p:cNvPr id="12" name="concept-copy-1">
            <a:extLst xmlns:a="http://schemas.openxmlformats.org/drawingml/2006/main">
              <a:ext uri="{FF2B5EF4-FFF2-40B4-BE49-F238E27FC236}">
                <a16:creationId xmlns:a16="http://schemas.microsoft.com/office/drawing/2014/main" id="{8AFB8108-1166-44CF-AA12-62FA6CA02F2F}"/>
              </a:ext>
            </a:extLst>
          </p:cNvPr>
          <p:cNvSpPr>
            <a:spLocks xmlns:a="http://schemas.openxmlformats.org/drawingml/2006/main" noGrp="1"/>
          </p:cNvSpPr>
          <p:nvPr/>
        </p:nvSpPr>
        <p:spPr>
          <a:xfrm xmlns:a="http://schemas.openxmlformats.org/drawingml/2006/main">
            <a:off x="4781550" y="3905250"/>
            <a:ext cx="2724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0" i="0">
                <a:solidFill>
                  <a:srgbClr val="17324D"/>
                </a:solidFill>
                <a:latin typeface="Aptos"/>
                <a:ea typeface="Aptos"/>
                <a:cs typeface="Aptos"/>
              </a:defRPr>
            </a:defPPr>
            <a:lvl1pPr algn="ctr">
              <a:defRPr sz="1350" b="0" i="0">
                <a:solidFill>
                  <a:srgbClr val="17324D"/>
                </a:solidFill>
                <a:latin typeface="Aptos"/>
                <a:ea typeface="Aptos"/>
                <a:cs typeface="Aptos"/>
              </a:defRPr>
            </a:lvl1pPr>
            <a:lvl2pPr algn="ctr">
              <a:defRPr sz="1350" b="0" i="0">
                <a:solidFill>
                  <a:srgbClr val="17324D"/>
                </a:solidFill>
                <a:latin typeface="Aptos"/>
                <a:ea typeface="Aptos"/>
                <a:cs typeface="Aptos"/>
              </a:defRPr>
            </a:lvl2pPr>
            <a:lvl3pPr algn="ctr">
              <a:defRPr sz="1350" b="0" i="0">
                <a:solidFill>
                  <a:srgbClr val="17324D"/>
                </a:solidFill>
                <a:latin typeface="Aptos"/>
                <a:ea typeface="Aptos"/>
                <a:cs typeface="Aptos"/>
              </a:defRPr>
            </a:lvl3pPr>
            <a:lvl4pPr algn="ctr">
              <a:defRPr sz="1350" b="0" i="0">
                <a:solidFill>
                  <a:srgbClr val="17324D"/>
                </a:solidFill>
                <a:latin typeface="Aptos"/>
                <a:ea typeface="Aptos"/>
                <a:cs typeface="Aptos"/>
              </a:defRPr>
            </a:lvl4pPr>
            <a:lvl5pPr algn="ctr">
              <a:defRPr sz="1350" b="0" i="0">
                <a:solidFill>
                  <a:srgbClr val="17324D"/>
                </a:solidFill>
                <a:latin typeface="Aptos"/>
                <a:ea typeface="Aptos"/>
                <a:cs typeface="Aptos"/>
              </a:defRPr>
            </a:lvl5pPr>
            <a:lvl6pPr algn="ctr">
              <a:defRPr sz="1350" b="0" i="0">
                <a:solidFill>
                  <a:srgbClr val="17324D"/>
                </a:solidFill>
                <a:latin typeface="Aptos"/>
                <a:ea typeface="Aptos"/>
                <a:cs typeface="Aptos"/>
              </a:defRPr>
            </a:lvl6pPr>
            <a:lvl7pPr algn="ctr">
              <a:defRPr sz="1350" b="0" i="0">
                <a:solidFill>
                  <a:srgbClr val="17324D"/>
                </a:solidFill>
                <a:latin typeface="Aptos"/>
                <a:ea typeface="Aptos"/>
                <a:cs typeface="Aptos"/>
              </a:defRPr>
            </a:lvl7pPr>
            <a:lvl8pPr algn="ctr">
              <a:defRPr sz="1350" b="0" i="0">
                <a:solidFill>
                  <a:srgbClr val="17324D"/>
                </a:solidFill>
                <a:latin typeface="Aptos"/>
                <a:ea typeface="Aptos"/>
                <a:cs typeface="Aptos"/>
              </a:defRPr>
            </a:lvl8pPr>
            <a:lvl9pPr algn="ctr">
              <a:defRPr sz="1350" b="0" i="0">
                <a:solidFill>
                  <a:srgbClr val="17324D"/>
                </a:solidFill>
                <a:latin typeface="Aptos"/>
                <a:ea typeface="Aptos"/>
                <a:cs typeface="Aptos"/>
              </a:defRPr>
            </a:lvl9pPr>
          </a:lstStyle>
          <a:p xmlns:a="http://schemas.openxmlformats.org/drawingml/2006/main">
            <a:pPr algn="ctr">
              <a:defRPr sz="1350" b="0" i="0">
                <a:solidFill>
                  <a:srgbClr val="17324D"/>
                </a:solidFill>
                <a:latin typeface="Aptos"/>
                <a:ea typeface="Aptos"/>
                <a:cs typeface="Aptos"/>
              </a:defRPr>
            </a:pPr>
            <a:r>
              <a:rPr sz="1350" b="0" i="0">
                <a:solidFill>
                  <a:srgbClr val="17324D"/>
                </a:solidFill>
                <a:latin typeface="Aptos"/>
                <a:ea typeface="Aptos"/>
                <a:cs typeface="Aptos"/>
              </a:rPr>
              <a:t>Una tarea dentro de la secuencia</a:t>
            </a:r>
          </a:p>
        </p:txBody>
      </p:sp>
      <p:sp>
        <p:nvSpPr>
          <p:cNvPr id="13" name="concept-link-1">
            <a:extLst xmlns:a="http://schemas.openxmlformats.org/drawingml/2006/main">
              <a:ext uri="{FF2B5EF4-FFF2-40B4-BE49-F238E27FC236}">
                <a16:creationId xmlns:a16="http://schemas.microsoft.com/office/drawing/2014/main" id="{ADB345D0-75E4-44D5-93CD-EE46E801BB7C}"/>
              </a:ext>
            </a:extLst>
          </p:cNvPr>
          <p:cNvSpPr>
            <a:spLocks xmlns:a="http://schemas.openxmlformats.org/drawingml/2006/main" noGrp="1"/>
          </p:cNvSpPr>
          <p:nvPr/>
        </p:nvSpPr>
        <p:spPr>
          <a:xfrm xmlns:a="http://schemas.openxmlformats.org/drawingml/2006/main">
            <a:off x="6572250" y="2705100"/>
            <a:ext cx="1790700" cy="38100"/>
          </a:xfrm>
          <a:prstGeom xmlns:a="http://schemas.openxmlformats.org/drawingml/2006/main" prst="rect">
            <a:avLst/>
          </a:prstGeom>
          <a:solidFill xmlns:a="http://schemas.openxmlformats.org/drawingml/2006/main">
            <a:srgbClr val="EAF4F8"/>
          </a:solidFill>
          <a:ln xmlns:a="http://schemas.openxmlformats.org/drawingml/2006/main" w="0">
            <a:noFill/>
            <a:prstDash val="solid"/>
          </a:ln>
        </p:spPr>
      </p:sp>
      <p:sp>
        <p:nvSpPr>
          <p:cNvPr id="14" name="concept-circle-2">
            <a:extLst xmlns:a="http://schemas.openxmlformats.org/drawingml/2006/main">
              <a:ext uri="{FF2B5EF4-FFF2-40B4-BE49-F238E27FC236}">
                <a16:creationId xmlns:a16="http://schemas.microsoft.com/office/drawing/2014/main" id="{E12FFB2C-FCBA-4746-BA85-1B7BBAAC646D}"/>
              </a:ext>
            </a:extLst>
          </p:cNvPr>
          <p:cNvSpPr>
            <a:spLocks xmlns:a="http://schemas.openxmlformats.org/drawingml/2006/main" noGrp="1"/>
          </p:cNvSpPr>
          <p:nvPr/>
        </p:nvSpPr>
        <p:spPr>
          <a:xfrm xmlns:a="http://schemas.openxmlformats.org/drawingml/2006/main">
            <a:off x="9467850" y="2305050"/>
            <a:ext cx="857250" cy="8572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5" name="concept-number-2">
            <a:extLst xmlns:a="http://schemas.openxmlformats.org/drawingml/2006/main">
              <a:ext uri="{FF2B5EF4-FFF2-40B4-BE49-F238E27FC236}">
                <a16:creationId xmlns:a16="http://schemas.microsoft.com/office/drawing/2014/main" id="{1BFE19BC-0979-4B1D-A134-EAAB01B21E34}"/>
              </a:ext>
            </a:extLst>
          </p:cNvPr>
          <p:cNvSpPr>
            <a:spLocks xmlns:a="http://schemas.openxmlformats.org/drawingml/2006/main" noGrp="1"/>
          </p:cNvSpPr>
          <p:nvPr/>
        </p:nvSpPr>
        <p:spPr>
          <a:xfrm xmlns:a="http://schemas.openxmlformats.org/drawingml/2006/main">
            <a:off x="9467850" y="2505075"/>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i="0">
                <a:solidFill>
                  <a:srgbClr val="FFFFFF"/>
                </a:solidFill>
                <a:latin typeface="Aptos"/>
                <a:ea typeface="Aptos"/>
                <a:cs typeface="Aptos"/>
              </a:defRPr>
            </a:defPPr>
            <a:lvl1pPr algn="ctr">
              <a:defRPr sz="1950" b="1" i="0">
                <a:solidFill>
                  <a:srgbClr val="FFFFFF"/>
                </a:solidFill>
                <a:latin typeface="Aptos"/>
                <a:ea typeface="Aptos"/>
                <a:cs typeface="Aptos"/>
              </a:defRPr>
            </a:lvl1pPr>
            <a:lvl2pPr algn="ctr">
              <a:defRPr sz="1950" b="1" i="0">
                <a:solidFill>
                  <a:srgbClr val="FFFFFF"/>
                </a:solidFill>
                <a:latin typeface="Aptos"/>
                <a:ea typeface="Aptos"/>
                <a:cs typeface="Aptos"/>
              </a:defRPr>
            </a:lvl2pPr>
            <a:lvl3pPr algn="ctr">
              <a:defRPr sz="1950" b="1" i="0">
                <a:solidFill>
                  <a:srgbClr val="FFFFFF"/>
                </a:solidFill>
                <a:latin typeface="Aptos"/>
                <a:ea typeface="Aptos"/>
                <a:cs typeface="Aptos"/>
              </a:defRPr>
            </a:lvl3pPr>
            <a:lvl4pPr algn="ctr">
              <a:defRPr sz="1950" b="1" i="0">
                <a:solidFill>
                  <a:srgbClr val="FFFFFF"/>
                </a:solidFill>
                <a:latin typeface="Aptos"/>
                <a:ea typeface="Aptos"/>
                <a:cs typeface="Aptos"/>
              </a:defRPr>
            </a:lvl4pPr>
            <a:lvl5pPr algn="ctr">
              <a:defRPr sz="1950" b="1" i="0">
                <a:solidFill>
                  <a:srgbClr val="FFFFFF"/>
                </a:solidFill>
                <a:latin typeface="Aptos"/>
                <a:ea typeface="Aptos"/>
                <a:cs typeface="Aptos"/>
              </a:defRPr>
            </a:lvl5pPr>
            <a:lvl6pPr algn="ctr">
              <a:defRPr sz="1950" b="1" i="0">
                <a:solidFill>
                  <a:srgbClr val="FFFFFF"/>
                </a:solidFill>
                <a:latin typeface="Aptos"/>
                <a:ea typeface="Aptos"/>
                <a:cs typeface="Aptos"/>
              </a:defRPr>
            </a:lvl6pPr>
            <a:lvl7pPr algn="ctr">
              <a:defRPr sz="1950" b="1" i="0">
                <a:solidFill>
                  <a:srgbClr val="FFFFFF"/>
                </a:solidFill>
                <a:latin typeface="Aptos"/>
                <a:ea typeface="Aptos"/>
                <a:cs typeface="Aptos"/>
              </a:defRPr>
            </a:lvl7pPr>
            <a:lvl8pPr algn="ctr">
              <a:defRPr sz="1950" b="1" i="0">
                <a:solidFill>
                  <a:srgbClr val="FFFFFF"/>
                </a:solidFill>
                <a:latin typeface="Aptos"/>
                <a:ea typeface="Aptos"/>
                <a:cs typeface="Aptos"/>
              </a:defRPr>
            </a:lvl8pPr>
            <a:lvl9pPr algn="ctr">
              <a:defRPr sz="1950" b="1" i="0">
                <a:solidFill>
                  <a:srgbClr val="FFFFFF"/>
                </a:solidFill>
                <a:latin typeface="Aptos"/>
                <a:ea typeface="Aptos"/>
                <a:cs typeface="Aptos"/>
              </a:defRPr>
            </a:lvl9pPr>
          </a:lstStyle>
          <a:p xmlns:a="http://schemas.openxmlformats.org/drawingml/2006/main">
            <a:pPr algn="ctr">
              <a:defRPr sz="1950" b="1" i="0">
                <a:solidFill>
                  <a:srgbClr val="FFFFFF"/>
                </a:solidFill>
                <a:latin typeface="Aptos"/>
                <a:ea typeface="Aptos"/>
                <a:cs typeface="Aptos"/>
              </a:defRPr>
            </a:pPr>
            <a:r>
              <a:rPr sz="1950" b="1" i="0">
                <a:solidFill>
                  <a:srgbClr val="FFFFFF"/>
                </a:solidFill>
                <a:latin typeface="Aptos"/>
                <a:ea typeface="Aptos"/>
                <a:cs typeface="Aptos"/>
              </a:rPr>
              <a:t>3</a:t>
            </a:r>
          </a:p>
        </p:txBody>
      </p:sp>
      <p:sp>
        <p:nvSpPr>
          <p:cNvPr id="16" name="concept-title-2">
            <a:extLst xmlns:a="http://schemas.openxmlformats.org/drawingml/2006/main">
              <a:ext uri="{FF2B5EF4-FFF2-40B4-BE49-F238E27FC236}">
                <a16:creationId xmlns:a16="http://schemas.microsoft.com/office/drawing/2014/main" id="{B4A9E04E-C0EE-404D-A9A0-A6BF682788A6}"/>
              </a:ext>
            </a:extLst>
          </p:cNvPr>
          <p:cNvSpPr>
            <a:spLocks xmlns:a="http://schemas.openxmlformats.org/drawingml/2006/main" noGrp="1"/>
          </p:cNvSpPr>
          <p:nvPr/>
        </p:nvSpPr>
        <p:spPr>
          <a:xfrm xmlns:a="http://schemas.openxmlformats.org/drawingml/2006/main">
            <a:off x="8362950" y="3448050"/>
            <a:ext cx="3067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003366"/>
                </a:solidFill>
                <a:latin typeface="Aptos"/>
                <a:ea typeface="Aptos"/>
                <a:cs typeface="Aptos"/>
              </a:defRPr>
            </a:defPPr>
            <a:lvl1pPr algn="ctr">
              <a:defRPr sz="1500" b="1" i="0">
                <a:solidFill>
                  <a:srgbClr val="003366"/>
                </a:solidFill>
                <a:latin typeface="Aptos"/>
                <a:ea typeface="Aptos"/>
                <a:cs typeface="Aptos"/>
              </a:defRPr>
            </a:lvl1pPr>
            <a:lvl2pPr algn="ctr">
              <a:defRPr sz="1500" b="1" i="0">
                <a:solidFill>
                  <a:srgbClr val="003366"/>
                </a:solidFill>
                <a:latin typeface="Aptos"/>
                <a:ea typeface="Aptos"/>
                <a:cs typeface="Aptos"/>
              </a:defRPr>
            </a:lvl2pPr>
            <a:lvl3pPr algn="ctr">
              <a:defRPr sz="1500" b="1" i="0">
                <a:solidFill>
                  <a:srgbClr val="003366"/>
                </a:solidFill>
                <a:latin typeface="Aptos"/>
                <a:ea typeface="Aptos"/>
                <a:cs typeface="Aptos"/>
              </a:defRPr>
            </a:lvl3pPr>
            <a:lvl4pPr algn="ctr">
              <a:defRPr sz="1500" b="1" i="0">
                <a:solidFill>
                  <a:srgbClr val="003366"/>
                </a:solidFill>
                <a:latin typeface="Aptos"/>
                <a:ea typeface="Aptos"/>
                <a:cs typeface="Aptos"/>
              </a:defRPr>
            </a:lvl4pPr>
            <a:lvl5pPr algn="ctr">
              <a:defRPr sz="1500" b="1" i="0">
                <a:solidFill>
                  <a:srgbClr val="003366"/>
                </a:solidFill>
                <a:latin typeface="Aptos"/>
                <a:ea typeface="Aptos"/>
                <a:cs typeface="Aptos"/>
              </a:defRPr>
            </a:lvl5pPr>
            <a:lvl6pPr algn="ctr">
              <a:defRPr sz="1500" b="1" i="0">
                <a:solidFill>
                  <a:srgbClr val="003366"/>
                </a:solidFill>
                <a:latin typeface="Aptos"/>
                <a:ea typeface="Aptos"/>
                <a:cs typeface="Aptos"/>
              </a:defRPr>
            </a:lvl6pPr>
            <a:lvl7pPr algn="ctr">
              <a:defRPr sz="1500" b="1" i="0">
                <a:solidFill>
                  <a:srgbClr val="003366"/>
                </a:solidFill>
                <a:latin typeface="Aptos"/>
                <a:ea typeface="Aptos"/>
                <a:cs typeface="Aptos"/>
              </a:defRPr>
            </a:lvl7pPr>
            <a:lvl8pPr algn="ctr">
              <a:defRPr sz="1500" b="1" i="0">
                <a:solidFill>
                  <a:srgbClr val="003366"/>
                </a:solidFill>
                <a:latin typeface="Aptos"/>
                <a:ea typeface="Aptos"/>
                <a:cs typeface="Aptos"/>
              </a:defRPr>
            </a:lvl8pPr>
            <a:lvl9pPr algn="ctr">
              <a:defRPr sz="1500" b="1" i="0">
                <a:solidFill>
                  <a:srgbClr val="003366"/>
                </a:solidFill>
                <a:latin typeface="Aptos"/>
                <a:ea typeface="Aptos"/>
                <a:cs typeface="Aptos"/>
              </a:defRPr>
            </a:lvl9pPr>
          </a:lstStyle>
          <a:p xmlns:a="http://schemas.openxmlformats.org/drawingml/2006/main">
            <a:pPr algn="ctr">
              <a:defRPr sz="1500" b="1" i="0">
                <a:solidFill>
                  <a:srgbClr val="003366"/>
                </a:solidFill>
                <a:latin typeface="Aptos"/>
                <a:ea typeface="Aptos"/>
                <a:cs typeface="Aptos"/>
              </a:defRPr>
            </a:pPr>
            <a:r>
              <a:rPr sz="1500" b="1" i="0">
                <a:solidFill>
                  <a:srgbClr val="003366"/>
                </a:solidFill>
                <a:latin typeface="Aptos"/>
                <a:ea typeface="Aptos"/>
                <a:cs typeface="Aptos"/>
              </a:rPr>
              <a:t>MANUAL TRIGGER</a:t>
            </a:r>
          </a:p>
        </p:txBody>
      </p:sp>
      <p:sp>
        <p:nvSpPr>
          <p:cNvPr id="17" name="concept-copy-2">
            <a:extLst xmlns:a="http://schemas.openxmlformats.org/drawingml/2006/main">
              <a:ext uri="{FF2B5EF4-FFF2-40B4-BE49-F238E27FC236}">
                <a16:creationId xmlns:a16="http://schemas.microsoft.com/office/drawing/2014/main" id="{0B961BA7-86B9-490E-B8FC-FA85C9FAAD31}"/>
              </a:ext>
            </a:extLst>
          </p:cNvPr>
          <p:cNvSpPr>
            <a:spLocks xmlns:a="http://schemas.openxmlformats.org/drawingml/2006/main" noGrp="1"/>
          </p:cNvSpPr>
          <p:nvPr/>
        </p:nvSpPr>
        <p:spPr>
          <a:xfrm xmlns:a="http://schemas.openxmlformats.org/drawingml/2006/main">
            <a:off x="8534400" y="3905250"/>
            <a:ext cx="2724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0" i="0">
                <a:solidFill>
                  <a:srgbClr val="17324D"/>
                </a:solidFill>
                <a:latin typeface="Aptos"/>
                <a:ea typeface="Aptos"/>
                <a:cs typeface="Aptos"/>
              </a:defRPr>
            </a:defPPr>
            <a:lvl1pPr algn="ctr">
              <a:defRPr sz="1350" b="0" i="0">
                <a:solidFill>
                  <a:srgbClr val="17324D"/>
                </a:solidFill>
                <a:latin typeface="Aptos"/>
                <a:ea typeface="Aptos"/>
                <a:cs typeface="Aptos"/>
              </a:defRPr>
            </a:lvl1pPr>
            <a:lvl2pPr algn="ctr">
              <a:defRPr sz="1350" b="0" i="0">
                <a:solidFill>
                  <a:srgbClr val="17324D"/>
                </a:solidFill>
                <a:latin typeface="Aptos"/>
                <a:ea typeface="Aptos"/>
                <a:cs typeface="Aptos"/>
              </a:defRPr>
            </a:lvl2pPr>
            <a:lvl3pPr algn="ctr">
              <a:defRPr sz="1350" b="0" i="0">
                <a:solidFill>
                  <a:srgbClr val="17324D"/>
                </a:solidFill>
                <a:latin typeface="Aptos"/>
                <a:ea typeface="Aptos"/>
                <a:cs typeface="Aptos"/>
              </a:defRPr>
            </a:lvl3pPr>
            <a:lvl4pPr algn="ctr">
              <a:defRPr sz="1350" b="0" i="0">
                <a:solidFill>
                  <a:srgbClr val="17324D"/>
                </a:solidFill>
                <a:latin typeface="Aptos"/>
                <a:ea typeface="Aptos"/>
                <a:cs typeface="Aptos"/>
              </a:defRPr>
            </a:lvl4pPr>
            <a:lvl5pPr algn="ctr">
              <a:defRPr sz="1350" b="0" i="0">
                <a:solidFill>
                  <a:srgbClr val="17324D"/>
                </a:solidFill>
                <a:latin typeface="Aptos"/>
                <a:ea typeface="Aptos"/>
                <a:cs typeface="Aptos"/>
              </a:defRPr>
            </a:lvl5pPr>
            <a:lvl6pPr algn="ctr">
              <a:defRPr sz="1350" b="0" i="0">
                <a:solidFill>
                  <a:srgbClr val="17324D"/>
                </a:solidFill>
                <a:latin typeface="Aptos"/>
                <a:ea typeface="Aptos"/>
                <a:cs typeface="Aptos"/>
              </a:defRPr>
            </a:lvl6pPr>
            <a:lvl7pPr algn="ctr">
              <a:defRPr sz="1350" b="0" i="0">
                <a:solidFill>
                  <a:srgbClr val="17324D"/>
                </a:solidFill>
                <a:latin typeface="Aptos"/>
                <a:ea typeface="Aptos"/>
                <a:cs typeface="Aptos"/>
              </a:defRPr>
            </a:lvl7pPr>
            <a:lvl8pPr algn="ctr">
              <a:defRPr sz="1350" b="0" i="0">
                <a:solidFill>
                  <a:srgbClr val="17324D"/>
                </a:solidFill>
                <a:latin typeface="Aptos"/>
                <a:ea typeface="Aptos"/>
                <a:cs typeface="Aptos"/>
              </a:defRPr>
            </a:lvl8pPr>
            <a:lvl9pPr algn="ctr">
              <a:defRPr sz="1350" b="0" i="0">
                <a:solidFill>
                  <a:srgbClr val="17324D"/>
                </a:solidFill>
                <a:latin typeface="Aptos"/>
                <a:ea typeface="Aptos"/>
                <a:cs typeface="Aptos"/>
              </a:defRPr>
            </a:lvl9pPr>
          </a:lstStyle>
          <a:p xmlns:a="http://schemas.openxmlformats.org/drawingml/2006/main">
            <a:pPr algn="ctr">
              <a:defRPr sz="1350" b="0" i="0">
                <a:solidFill>
                  <a:srgbClr val="17324D"/>
                </a:solidFill>
                <a:latin typeface="Aptos"/>
                <a:ea typeface="Aptos"/>
                <a:cs typeface="Aptos"/>
              </a:defRPr>
            </a:pPr>
            <a:r>
              <a:rPr sz="1350" b="0" i="0">
                <a:solidFill>
                  <a:srgbClr val="17324D"/>
                </a:solidFill>
                <a:latin typeface="Aptos"/>
                <a:ea typeface="Aptos"/>
                <a:cs typeface="Aptos"/>
              </a:rPr>
              <a:t>Inicio mediante Execute Workflow</a:t>
            </a:r>
          </a:p>
        </p:txBody>
      </p:sp>
      <p:sp>
        <p:nvSpPr>
          <p:cNvPr id="18" name="manual-safety-box">
            <a:extLst xmlns:a="http://schemas.openxmlformats.org/drawingml/2006/main">
              <a:ext uri="{FF2B5EF4-FFF2-40B4-BE49-F238E27FC236}">
                <a16:creationId xmlns:a16="http://schemas.microsoft.com/office/drawing/2014/main" id="{4DA967AD-3113-4168-8ED4-49C9D1A93055}"/>
              </a:ext>
            </a:extLst>
          </p:cNvPr>
          <p:cNvSpPr>
            <a:spLocks xmlns:a="http://schemas.openxmlformats.org/drawingml/2006/main" noGrp="1"/>
          </p:cNvSpPr>
          <p:nvPr/>
        </p:nvSpPr>
        <p:spPr>
          <a:xfrm xmlns:a="http://schemas.openxmlformats.org/drawingml/2006/main">
            <a:off x="2305050" y="5314950"/>
            <a:ext cx="7581900" cy="361950"/>
          </a:xfrm>
          <a:prstGeom xmlns:a="http://schemas.openxmlformats.org/drawingml/2006/main" prst="roundRect">
            <a:avLst>
              <a:gd name="adj" fmla="val 21053"/>
            </a:avLst>
          </a:prstGeom>
          <a:solidFill xmlns:a="http://schemas.openxmlformats.org/drawingml/2006/main">
            <a:srgbClr val="EAF4F8"/>
          </a:solidFill>
          <a:ln xmlns:a="http://schemas.openxmlformats.org/drawingml/2006/main" w="0">
            <a:noFill/>
            <a:prstDash val="solid"/>
          </a:ln>
        </p:spPr>
      </p:sp>
      <p:sp>
        <p:nvSpPr>
          <p:cNvPr id="19" name="manual-safety-text">
            <a:extLst xmlns:a="http://schemas.openxmlformats.org/drawingml/2006/main">
              <a:ext uri="{FF2B5EF4-FFF2-40B4-BE49-F238E27FC236}">
                <a16:creationId xmlns:a16="http://schemas.microsoft.com/office/drawing/2014/main" id="{DA204A6B-2329-4BA2-97FB-EC29956FBFE8}"/>
              </a:ext>
            </a:extLst>
          </p:cNvPr>
          <p:cNvSpPr>
            <a:spLocks xmlns:a="http://schemas.openxmlformats.org/drawingml/2006/main" noGrp="1"/>
          </p:cNvSpPr>
          <p:nvPr/>
        </p:nvSpPr>
        <p:spPr>
          <a:xfrm xmlns:a="http://schemas.openxmlformats.org/drawingml/2006/main">
            <a:off x="2419350" y="5381625"/>
            <a:ext cx="7353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03366"/>
                </a:solidFill>
                <a:latin typeface="Aptos"/>
                <a:ea typeface="Aptos"/>
                <a:cs typeface="Aptos"/>
              </a:defRPr>
            </a:defPPr>
            <a:lvl1pPr algn="ctr">
              <a:defRPr sz="1125" b="1" i="0">
                <a:solidFill>
                  <a:srgbClr val="003366"/>
                </a:solidFill>
                <a:latin typeface="Aptos"/>
                <a:ea typeface="Aptos"/>
                <a:cs typeface="Aptos"/>
              </a:defRPr>
            </a:lvl1pPr>
            <a:lvl2pPr algn="ctr">
              <a:defRPr sz="1125" b="1" i="0">
                <a:solidFill>
                  <a:srgbClr val="003366"/>
                </a:solidFill>
                <a:latin typeface="Aptos"/>
                <a:ea typeface="Aptos"/>
                <a:cs typeface="Aptos"/>
              </a:defRPr>
            </a:lvl2pPr>
            <a:lvl3pPr algn="ctr">
              <a:defRPr sz="1125" b="1" i="0">
                <a:solidFill>
                  <a:srgbClr val="003366"/>
                </a:solidFill>
                <a:latin typeface="Aptos"/>
                <a:ea typeface="Aptos"/>
                <a:cs typeface="Aptos"/>
              </a:defRPr>
            </a:lvl3pPr>
            <a:lvl4pPr algn="ctr">
              <a:defRPr sz="1125" b="1" i="0">
                <a:solidFill>
                  <a:srgbClr val="003366"/>
                </a:solidFill>
                <a:latin typeface="Aptos"/>
                <a:ea typeface="Aptos"/>
                <a:cs typeface="Aptos"/>
              </a:defRPr>
            </a:lvl4pPr>
            <a:lvl5pPr algn="ctr">
              <a:defRPr sz="1125" b="1" i="0">
                <a:solidFill>
                  <a:srgbClr val="003366"/>
                </a:solidFill>
                <a:latin typeface="Aptos"/>
                <a:ea typeface="Aptos"/>
                <a:cs typeface="Aptos"/>
              </a:defRPr>
            </a:lvl5pPr>
            <a:lvl6pPr algn="ctr">
              <a:defRPr sz="1125" b="1" i="0">
                <a:solidFill>
                  <a:srgbClr val="003366"/>
                </a:solidFill>
                <a:latin typeface="Aptos"/>
                <a:ea typeface="Aptos"/>
                <a:cs typeface="Aptos"/>
              </a:defRPr>
            </a:lvl6pPr>
            <a:lvl7pPr algn="ctr">
              <a:defRPr sz="1125" b="1" i="0">
                <a:solidFill>
                  <a:srgbClr val="003366"/>
                </a:solidFill>
                <a:latin typeface="Aptos"/>
                <a:ea typeface="Aptos"/>
                <a:cs typeface="Aptos"/>
              </a:defRPr>
            </a:lvl7pPr>
            <a:lvl8pPr algn="ctr">
              <a:defRPr sz="1125" b="1" i="0">
                <a:solidFill>
                  <a:srgbClr val="003366"/>
                </a:solidFill>
                <a:latin typeface="Aptos"/>
                <a:ea typeface="Aptos"/>
                <a:cs typeface="Aptos"/>
              </a:defRPr>
            </a:lvl8pPr>
            <a:lvl9pPr algn="ctr">
              <a:defRPr sz="1125" b="1" i="0">
                <a:solidFill>
                  <a:srgbClr val="003366"/>
                </a:solidFill>
                <a:latin typeface="Aptos"/>
                <a:ea typeface="Aptos"/>
                <a:cs typeface="Aptos"/>
              </a:defRPr>
            </a:lvl9pPr>
          </a:lstStyle>
          <a:p xmlns:a="http://schemas.openxmlformats.org/drawingml/2006/main">
            <a:pPr algn="ctr">
              <a:defRPr sz="1125" b="1" i="0">
                <a:solidFill>
                  <a:srgbClr val="003366"/>
                </a:solidFill>
                <a:latin typeface="Aptos"/>
                <a:ea typeface="Aptos"/>
                <a:cs typeface="Aptos"/>
              </a:defRPr>
            </a:pPr>
            <a:r>
              <a:rPr sz="1125" b="1" i="0">
                <a:solidFill>
                  <a:srgbClr val="003366"/>
                </a:solidFill>
                <a:latin typeface="Aptos"/>
                <a:ea typeface="Aptos"/>
                <a:cs typeface="Aptos"/>
              </a:rPr>
              <a:t>Un disparador manual no vuelve seguro un flujo con envíos, borrados o conexiones reales</a:t>
            </a:r>
          </a:p>
        </p:txBody>
      </p:sp>
      <p:sp>
        <p:nvSpPr>
          <p:cNvPr id="20" name="brand-2">
            <a:extLst xmlns:a="http://schemas.openxmlformats.org/drawingml/2006/main">
              <a:ext uri="{FF2B5EF4-FFF2-40B4-BE49-F238E27FC236}">
                <a16:creationId xmlns:a16="http://schemas.microsoft.com/office/drawing/2014/main" id="{A2E12F58-9B08-4AD7-A044-DC3543373959}"/>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21" name="page-2">
            <a:extLst xmlns:a="http://schemas.openxmlformats.org/drawingml/2006/main">
              <a:ext uri="{FF2B5EF4-FFF2-40B4-BE49-F238E27FC236}">
                <a16:creationId xmlns:a16="http://schemas.microsoft.com/office/drawing/2014/main" id="{95465442-1752-4E4D-AD40-91C53B45E031}"/>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02</a:t>
            </a:r>
          </a:p>
        </p:txBody>
      </p:sp>
    </p:spTree>
    <p:extLst>
      <p:ext uri="{BB962C8B-B14F-4D97-AF65-F5344CB8AC3E}">
        <p14:creationId xmlns:p14="http://schemas.microsoft.com/office/powerpoint/2010/main" val="1489479169"/>
      </p:ext>
    </p:extLst>
  </p:cSld>
</p:sld>
</file>

<file path=ppt/slides/slide3.xml><?xml version="1.0" encoding="utf-8"?>
<p:sld xmlns:p="http://schemas.openxmlformats.org/presentationml/2006/main">
  <p:cSld>
    <p:bg>
      <p:bgPr>
        <a:solidFill xmlns:a="http://schemas.openxmlformats.org/drawingml/2006/main">
          <a:srgbClr val="F5F9FB"/>
        </a:solidFill>
      </p:bgPr>
    </p:bg>
    <p:spTree>
      <p:nvGrpSpPr>
        <p:cNvPr id="1" name=""/>
        <p:cNvGrpSpPr/>
        <p:nvPr/>
      </p:nvGrpSpPr>
      <p:grpSpPr>
        <a:xfrm xmlns:a="http://schemas.openxmlformats.org/drawingml/2006/main"/>
      </p:grpSpPr>
      <p:sp>
        <p:nvSpPr>
          <p:cNvPr id="9" name="title-3">
            <a:extLst xmlns:a="http://schemas.openxmlformats.org/drawingml/2006/main">
              <a:ext uri="{FF2B5EF4-FFF2-40B4-BE49-F238E27FC236}">
                <a16:creationId xmlns:a16="http://schemas.microsoft.com/office/drawing/2014/main" id="{5F0A99DE-C2FE-4DBF-9896-4E69BDF0DE90}"/>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Nueve campos para diseñar el flujo</a:t>
            </a:r>
          </a:p>
        </p:txBody>
      </p:sp>
      <p:sp>
        <p:nvSpPr>
          <p:cNvPr id="2" name="title-rule-3">
            <a:extLst xmlns:a="http://schemas.openxmlformats.org/drawingml/2006/main">
              <a:ext uri="{FF2B5EF4-FFF2-40B4-BE49-F238E27FC236}">
                <a16:creationId xmlns:a16="http://schemas.microsoft.com/office/drawing/2014/main" id="{44DE8ED9-C300-479C-ACC5-FFC4AD7004B1}"/>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3">
            <a:extLst xmlns:a="http://schemas.openxmlformats.org/drawingml/2006/main">
              <a:ext uri="{FF2B5EF4-FFF2-40B4-BE49-F238E27FC236}">
                <a16:creationId xmlns:a16="http://schemas.microsoft.com/office/drawing/2014/main" id="{18D5931F-DD5F-45A6-B1A9-C7550284A09C}"/>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La ficha del workbook documenta la decisión antes de abrir n8n.</a:t>
            </a:r>
          </a:p>
        </p:txBody>
      </p:sp>
      <p:graphicFrame>
        <p:nvGraphicFramePr>
          <p:cNvPr id="4" name="">
            <a:extLst xmlns:a="http://schemas.openxmlformats.org/drawingml/2006/main">
              <a:ext uri="{FF2B5EF4-FFF2-40B4-BE49-F238E27FC236}">
                <a16:creationId xmlns:a16="http://schemas.microsoft.com/office/drawing/2014/main" id="{3B26DEE3-C045-408B-BDC6-D17743C32D15}"/>
              </a:ext>
            </a:extLst>
          </p:cNvPr>
          <p:cNvGraphicFramePr/>
          <p:nvPr/>
        </p:nvGraphicFramePr>
        <p:xfrm>
          <a:off xmlns:a="http://schemas.openxmlformats.org/drawingml/2006/main" x="723900" y="2095500"/>
          <a:ext xmlns:a="http://schemas.openxmlformats.org/drawingml/2006/main" cx="10744200" cy="3429000"/>
        </p:xfrm>
        <a:graphic xmlns:a="http://schemas.openxmlformats.org/drawingml/2006/main">
          <a:graphicData uri="http://schemas.openxmlformats.org/drawingml/2006/table">
            <a:tbl>
              <a:tblPr/>
              <a:tblGrid>
                <a:gridCol w="838200"/>
                <a:gridCol w="4533900"/>
                <a:gridCol w="838200"/>
                <a:gridCol w="4533900"/>
              </a:tblGrid>
              <a:tr h="571500">
                <a:tc>
                  <a:txBody>
                    <a:bodyPr/>
                    <a:lstStyle/>
                    <a:p>
                      <a:pPr algn="ctr"/>
                      <a:r>
                        <a:rPr sz="1275" b="1">
                          <a:solidFill>
                            <a:srgbClr val="FFFFFF"/>
                          </a:solidFill>
                          <a:latin typeface="Aptos"/>
                          <a:ea typeface="Aptos"/>
                          <a:cs typeface="Aptos"/>
                        </a:rPr>
                        <a:t>Nº</a:t>
                      </a:r>
                    </a:p>
                  </a:txBody>
                  <a:tcPr marL="91440" marR="91440" marT="45720" marB="45720">
                    <a:lnL w="9525">
                      <a:solidFill>
                        <a:srgbClr val="EAF4F8"/>
                      </a:solidFill>
                      <a:prstDash val="solid"/>
                    </a:lnL>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75" b="1">
                          <a:solidFill>
                            <a:srgbClr val="FFFFFF"/>
                          </a:solidFill>
                          <a:latin typeface="Aptos"/>
                          <a:ea typeface="Aptos"/>
                          <a:cs typeface="Aptos"/>
                        </a:rPr>
                        <a:t>Campo</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75" b="1">
                          <a:solidFill>
                            <a:srgbClr val="FFFFFF"/>
                          </a:solidFill>
                          <a:latin typeface="Aptos"/>
                          <a:ea typeface="Aptos"/>
                          <a:cs typeface="Aptos"/>
                        </a:rPr>
                        <a:t>Nº</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75" b="1">
                          <a:solidFill>
                            <a:srgbClr val="FFFFFF"/>
                          </a:solidFill>
                          <a:latin typeface="Aptos"/>
                          <a:ea typeface="Aptos"/>
                          <a:cs typeface="Aptos"/>
                        </a:rPr>
                        <a:t>Campo</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r>
              <a:tr h="571500">
                <a:tc>
                  <a:txBody>
                    <a:bodyPr/>
                    <a:lstStyle/>
                    <a:p>
                      <a:pPr algn="ctr"/>
                      <a:r>
                        <a:rPr sz="1350" b="1">
                          <a:solidFill>
                            <a:srgbClr val="003366"/>
                          </a:solidFill>
                          <a:latin typeface="Aptos"/>
                          <a:ea typeface="Aptos"/>
                          <a:cs typeface="Aptos"/>
                        </a:rPr>
                        <a:t>1</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Flujo</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6</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Salida</a:t>
                      </a:r>
                    </a:p>
                  </a:txBody>
                  <a:tcPr marL="91440" marR="91440" marT="45720" marB="45720">
                    <a:lnR w="9525">
                      <a:solidFill>
                        <a:srgbClr val="EAF4F8"/>
                      </a:solidFill>
                      <a:prstDash val="solid"/>
                    </a:lnR>
                    <a:lnB w="9525">
                      <a:solidFill>
                        <a:srgbClr val="EAF4F8"/>
                      </a:solidFill>
                      <a:prstDash val="solid"/>
                    </a:lnB>
                    <a:solidFill>
                      <a:srgbClr val="FFFFFF"/>
                    </a:solidFill>
                  </a:tcPr>
                </a:tc>
              </a:tr>
              <a:tr h="571500">
                <a:tc>
                  <a:txBody>
                    <a:bodyPr/>
                    <a:lstStyle/>
                    <a:p>
                      <a:pPr algn="ctr"/>
                      <a:r>
                        <a:rPr sz="1350" b="1">
                          <a:solidFill>
                            <a:srgbClr val="003366"/>
                          </a:solidFill>
                          <a:latin typeface="Aptos"/>
                          <a:ea typeface="Aptos"/>
                          <a:cs typeface="Aptos"/>
                        </a:rPr>
                        <a:t>2</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Disparador</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7</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Manejo de error</a:t>
                      </a:r>
                    </a:p>
                  </a:txBody>
                  <a:tcPr marL="91440" marR="91440" marT="45720" marB="45720">
                    <a:lnR w="9525">
                      <a:solidFill>
                        <a:srgbClr val="EAF4F8"/>
                      </a:solidFill>
                      <a:prstDash val="solid"/>
                    </a:lnR>
                    <a:lnB w="9525">
                      <a:solidFill>
                        <a:srgbClr val="EAF4F8"/>
                      </a:solidFill>
                      <a:prstDash val="solid"/>
                    </a:lnB>
                    <a:solidFill>
                      <a:srgbClr val="FFFFFF"/>
                    </a:solidFill>
                  </a:tcPr>
                </a:tc>
              </a:tr>
              <a:tr h="571500">
                <a:tc>
                  <a:txBody>
                    <a:bodyPr/>
                    <a:lstStyle/>
                    <a:p>
                      <a:pPr algn="ctr"/>
                      <a:r>
                        <a:rPr sz="1350" b="1">
                          <a:solidFill>
                            <a:srgbClr val="003366"/>
                          </a:solidFill>
                          <a:latin typeface="Aptos"/>
                          <a:ea typeface="Aptos"/>
                          <a:cs typeface="Aptos"/>
                        </a:rPr>
                        <a:t>3</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Entrada</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8</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Responsable humano</a:t>
                      </a:r>
                    </a:p>
                  </a:txBody>
                  <a:tcPr marL="91440" marR="91440" marT="45720" marB="45720">
                    <a:lnR w="9525">
                      <a:solidFill>
                        <a:srgbClr val="EAF4F8"/>
                      </a:solidFill>
                      <a:prstDash val="solid"/>
                    </a:lnR>
                    <a:lnB w="9525">
                      <a:solidFill>
                        <a:srgbClr val="EAF4F8"/>
                      </a:solidFill>
                      <a:prstDash val="solid"/>
                    </a:lnB>
                    <a:solidFill>
                      <a:srgbClr val="FFFFFF"/>
                    </a:solidFill>
                  </a:tcPr>
                </a:tc>
              </a:tr>
              <a:tr h="571500">
                <a:tc>
                  <a:txBody>
                    <a:bodyPr/>
                    <a:lstStyle/>
                    <a:p>
                      <a:pPr algn="ctr"/>
                      <a:r>
                        <a:rPr sz="1350" b="1">
                          <a:solidFill>
                            <a:srgbClr val="003366"/>
                          </a:solidFill>
                          <a:latin typeface="Aptos"/>
                          <a:ea typeface="Aptos"/>
                          <a:cs typeface="Aptos"/>
                        </a:rPr>
                        <a:t>4</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Validación</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9</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Evidencia</a:t>
                      </a:r>
                    </a:p>
                  </a:txBody>
                  <a:tcPr marL="91440" marR="91440" marT="45720" marB="45720">
                    <a:lnR w="9525">
                      <a:solidFill>
                        <a:srgbClr val="EAF4F8"/>
                      </a:solidFill>
                      <a:prstDash val="solid"/>
                    </a:lnR>
                    <a:lnB w="9525">
                      <a:solidFill>
                        <a:srgbClr val="EAF4F8"/>
                      </a:solidFill>
                      <a:prstDash val="solid"/>
                    </a:lnB>
                    <a:solidFill>
                      <a:srgbClr val="FFFFFF"/>
                    </a:solidFill>
                  </a:tcPr>
                </a:tc>
              </a:tr>
              <a:tr h="571500">
                <a:tc>
                  <a:txBody>
                    <a:bodyPr/>
                    <a:lstStyle/>
                    <a:p>
                      <a:pPr algn="ctr"/>
                      <a:r>
                        <a:rPr sz="1350" b="1">
                          <a:solidFill>
                            <a:srgbClr val="003366"/>
                          </a:solidFill>
                          <a:latin typeface="Aptos"/>
                          <a:ea typeface="Aptos"/>
                          <a:cs typeface="Aptos"/>
                        </a:rPr>
                        <a:t>5</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Acción</a:t>
                      </a:r>
                    </a:p>
                  </a:txBody>
                  <a:tcPr marL="91440" marR="91440" marT="45720" marB="45720">
                    <a:lnR w="9525">
                      <a:solidFill>
                        <a:srgbClr val="EAF4F8"/>
                      </a:solidFill>
                      <a:prstDash val="solid"/>
                    </a:lnR>
                    <a:lnB w="9525">
                      <a:solidFill>
                        <a:srgbClr val="EAF4F8"/>
                      </a:solidFill>
                      <a:prstDash val="solid"/>
                    </a:lnB>
                    <a:solidFill>
                      <a:srgbClr val="FFFFFF"/>
                    </a:solidFill>
                  </a:tcPr>
                </a:tc>
                <a:tc>
                  <a:txBody>
                    <a:bodyPr/>
                    <a:lstStyle/>
                    <a:p>
                      <a:pPr algn="ctr"/>
                      <a:r>
                        <a:rPr sz="1350" b="1">
                          <a:solidFill>
                            <a:srgbClr val="003366"/>
                          </a:solidFill>
                          <a:latin typeface="Aptos"/>
                          <a:ea typeface="Aptos"/>
                          <a:cs typeface="Aptos"/>
                        </a:rPr>
                        <a:t/>
                      </a:r>
                    </a:p>
                  </a:txBody>
                  <a:tcPr marL="91440" marR="91440" marT="45720" marB="45720">
                    <a:lnR w="9525">
                      <a:solidFill>
                        <a:srgbClr val="EAF4F8"/>
                      </a:solidFill>
                      <a:prstDash val="solid"/>
                    </a:lnR>
                    <a:lnB w="9525">
                      <a:solidFill>
                        <a:srgbClr val="EAF4F8"/>
                      </a:solidFill>
                      <a:prstDash val="solid"/>
                    </a:lnB>
                    <a:solidFill>
                      <a:srgbClr val="EAF4F8"/>
                    </a:solidFill>
                  </a:tcPr>
                </a:tc>
                <a:tc>
                  <a:txBody>
                    <a:bodyPr/>
                    <a:lstStyle/>
                    <a:p>
                      <a:r>
                        <a:rPr sz="1350" b="1">
                          <a:solidFill>
                            <a:srgbClr val="17324D"/>
                          </a:solidFill>
                          <a:latin typeface="Aptos"/>
                          <a:ea typeface="Aptos"/>
                          <a:cs typeface="Aptos"/>
                        </a:rPr>
                        <a:t/>
                      </a:r>
                    </a:p>
                  </a:txBody>
                  <a:tcPr marL="91440" marR="91440" marT="45720" marB="45720">
                    <a:lnR w="9525">
                      <a:solidFill>
                        <a:srgbClr val="EAF4F8"/>
                      </a:solidFill>
                      <a:prstDash val="solid"/>
                    </a:lnR>
                    <a:lnB w="9525">
                      <a:solidFill>
                        <a:srgbClr val="EAF4F8"/>
                      </a:solidFill>
                      <a:prstDash val="solid"/>
                    </a:lnB>
                    <a:solidFill>
                      <a:srgbClr val="FFFFFF"/>
                    </a:solidFill>
                  </a:tcPr>
                </a:tc>
              </a:tr>
            </a:tbl>
          </a:graphicData>
        </a:graphic>
      </p:graphicFrame>
      <p:sp>
        <p:nvSpPr>
          <p:cNvPr id="5" name="flow-name-box">
            <a:extLst xmlns:a="http://schemas.openxmlformats.org/drawingml/2006/main">
              <a:ext uri="{FF2B5EF4-FFF2-40B4-BE49-F238E27FC236}">
                <a16:creationId xmlns:a16="http://schemas.microsoft.com/office/drawing/2014/main" id="{F6B70422-27F3-4B85-91EA-94D0B30A6528}"/>
              </a:ext>
            </a:extLst>
          </p:cNvPr>
          <p:cNvSpPr>
            <a:spLocks xmlns:a="http://schemas.openxmlformats.org/drawingml/2006/main" noGrp="1"/>
          </p:cNvSpPr>
          <p:nvPr/>
        </p:nvSpPr>
        <p:spPr>
          <a:xfrm xmlns:a="http://schemas.openxmlformats.org/drawingml/2006/main">
            <a:off x="3295650" y="5715000"/>
            <a:ext cx="5600700" cy="361950"/>
          </a:xfrm>
          <a:prstGeom xmlns:a="http://schemas.openxmlformats.org/drawingml/2006/main" prst="roundRect">
            <a:avLst>
              <a:gd name="adj" fmla="val 21053"/>
            </a:avLst>
          </a:prstGeom>
          <a:solidFill xmlns:a="http://schemas.openxmlformats.org/drawingml/2006/main">
            <a:srgbClr val="003366"/>
          </a:solidFill>
          <a:ln xmlns:a="http://schemas.openxmlformats.org/drawingml/2006/main" w="0">
            <a:noFill/>
            <a:prstDash val="solid"/>
          </a:ln>
        </p:spPr>
      </p:sp>
      <p:sp>
        <p:nvSpPr>
          <p:cNvPr id="6" name="flow-name-text">
            <a:extLst xmlns:a="http://schemas.openxmlformats.org/drawingml/2006/main">
              <a:ext uri="{FF2B5EF4-FFF2-40B4-BE49-F238E27FC236}">
                <a16:creationId xmlns:a16="http://schemas.microsoft.com/office/drawing/2014/main" id="{1C3DA350-8D02-426E-8419-60DB35DFB928}"/>
              </a:ext>
            </a:extLst>
          </p:cNvPr>
          <p:cNvSpPr>
            <a:spLocks xmlns:a="http://schemas.openxmlformats.org/drawingml/2006/main" noGrp="1"/>
          </p:cNvSpPr>
          <p:nvPr/>
        </p:nvSpPr>
        <p:spPr>
          <a:xfrm xmlns:a="http://schemas.openxmlformats.org/drawingml/2006/main">
            <a:off x="3409950" y="5781675"/>
            <a:ext cx="537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Flujo de práctica: Clasificar consulta ficticia</a:t>
            </a:r>
          </a:p>
        </p:txBody>
      </p:sp>
      <p:sp>
        <p:nvSpPr>
          <p:cNvPr id="7" name="brand-3">
            <a:extLst xmlns:a="http://schemas.openxmlformats.org/drawingml/2006/main">
              <a:ext uri="{FF2B5EF4-FFF2-40B4-BE49-F238E27FC236}">
                <a16:creationId xmlns:a16="http://schemas.microsoft.com/office/drawing/2014/main" id="{AC54FA61-859C-4BCA-94AF-BF31B32F32D1}"/>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8" name="page-3">
            <a:extLst xmlns:a="http://schemas.openxmlformats.org/drawingml/2006/main">
              <a:ext uri="{FF2B5EF4-FFF2-40B4-BE49-F238E27FC236}">
                <a16:creationId xmlns:a16="http://schemas.microsoft.com/office/drawing/2014/main" id="{5889EF5A-2EA8-4750-B7B0-A58FA7602C84}"/>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03</a:t>
            </a:r>
          </a:p>
        </p:txBody>
      </p:sp>
    </p:spTree>
    <p:extLst>
      <p:ext uri="{BB962C8B-B14F-4D97-AF65-F5344CB8AC3E}">
        <p14:creationId xmlns:p14="http://schemas.microsoft.com/office/powerpoint/2010/main" val="14510697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4">
            <a:extLst xmlns:a="http://schemas.openxmlformats.org/drawingml/2006/main">
              <a:ext uri="{FF2B5EF4-FFF2-40B4-BE49-F238E27FC236}">
                <a16:creationId xmlns:a16="http://schemas.microsoft.com/office/drawing/2014/main" id="{798EEA4E-225D-40E8-BE97-D43297E45DE6}"/>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Entrada ficticia y salida observable</a:t>
            </a:r>
          </a:p>
        </p:txBody>
      </p:sp>
      <p:sp>
        <p:nvSpPr>
          <p:cNvPr id="2" name="title-rule-4">
            <a:extLst xmlns:a="http://schemas.openxmlformats.org/drawingml/2006/main">
              <a:ext uri="{FF2B5EF4-FFF2-40B4-BE49-F238E27FC236}">
                <a16:creationId xmlns:a16="http://schemas.microsoft.com/office/drawing/2014/main" id="{90FC4B22-9382-476B-B4B5-85A314411F82}"/>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4">
            <a:extLst xmlns:a="http://schemas.openxmlformats.org/drawingml/2006/main">
              <a:ext uri="{FF2B5EF4-FFF2-40B4-BE49-F238E27FC236}">
                <a16:creationId xmlns:a16="http://schemas.microsoft.com/office/drawing/2014/main" id="{62A36730-0C54-46A1-BCD0-BA9C20834960}"/>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Manual Trigger y Edit Fields crean una prueba controlada sin formulario, CRM ni credenciales.</a:t>
            </a:r>
          </a:p>
        </p:txBody>
      </p:sp>
      <p:sp>
        <p:nvSpPr>
          <p:cNvPr id="4" name="input-manual">
            <a:extLst xmlns:a="http://schemas.openxmlformats.org/drawingml/2006/main">
              <a:ext uri="{FF2B5EF4-FFF2-40B4-BE49-F238E27FC236}">
                <a16:creationId xmlns:a16="http://schemas.microsoft.com/office/drawing/2014/main" id="{A78BA36E-EB0F-45C4-A661-0080C7B3D73C}"/>
              </a:ext>
            </a:extLst>
          </p:cNvPr>
          <p:cNvSpPr>
            <a:spLocks xmlns:a="http://schemas.openxmlformats.org/drawingml/2006/main" noGrp="1"/>
          </p:cNvSpPr>
          <p:nvPr/>
        </p:nvSpPr>
        <p:spPr>
          <a:xfrm xmlns:a="http://schemas.openxmlformats.org/drawingml/2006/main">
            <a:off x="1028700" y="2705100"/>
            <a:ext cx="895350" cy="895350"/>
          </a:xfrm>
          <a:prstGeom xmlns:a="http://schemas.openxmlformats.org/drawingml/2006/main" prst="ellipse">
            <a:avLst/>
          </a:prstGeom>
          <a:solidFill xmlns:a="http://schemas.openxmlformats.org/drawingml/2006/main">
            <a:srgbClr val="003366"/>
          </a:solidFill>
          <a:ln xmlns:a="http://schemas.openxmlformats.org/drawingml/2006/main" w="0">
            <a:noFill/>
            <a:prstDash val="solid"/>
          </a:ln>
        </p:spPr>
      </p:sp>
      <p:sp>
        <p:nvSpPr>
          <p:cNvPr id="5" name="input-manual-label">
            <a:extLst xmlns:a="http://schemas.openxmlformats.org/drawingml/2006/main">
              <a:ext uri="{FF2B5EF4-FFF2-40B4-BE49-F238E27FC236}">
                <a16:creationId xmlns:a16="http://schemas.microsoft.com/office/drawing/2014/main" id="{6C6C670B-989F-4AB3-B6AA-2AC118FC4F57}"/>
              </a:ext>
            </a:extLst>
          </p:cNvPr>
          <p:cNvSpPr>
            <a:spLocks xmlns:a="http://schemas.openxmlformats.org/drawingml/2006/main" noGrp="1"/>
          </p:cNvSpPr>
          <p:nvPr/>
        </p:nvSpPr>
        <p:spPr>
          <a:xfrm xmlns:a="http://schemas.openxmlformats.org/drawingml/2006/main">
            <a:off x="1028700" y="2933700"/>
            <a:ext cx="895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MANUAL</a:t>
            </a:r>
          </a:p>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TRIGGER</a:t>
            </a:r>
          </a:p>
        </p:txBody>
      </p:sp>
      <p:sp>
        <p:nvSpPr>
          <p:cNvPr id="6" name="input-link">
            <a:extLst xmlns:a="http://schemas.openxmlformats.org/drawingml/2006/main">
              <a:ext uri="{FF2B5EF4-FFF2-40B4-BE49-F238E27FC236}">
                <a16:creationId xmlns:a16="http://schemas.microsoft.com/office/drawing/2014/main" id="{FE0F24AE-AF63-469B-8A61-6C15961B2C5C}"/>
              </a:ext>
            </a:extLst>
          </p:cNvPr>
          <p:cNvSpPr>
            <a:spLocks xmlns:a="http://schemas.openxmlformats.org/drawingml/2006/main" noGrp="1"/>
          </p:cNvSpPr>
          <p:nvPr/>
        </p:nvSpPr>
        <p:spPr>
          <a:xfrm xmlns:a="http://schemas.openxmlformats.org/drawingml/2006/main">
            <a:off x="1924050" y="3133725"/>
            <a:ext cx="9144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7" name="input-fields">
            <a:extLst xmlns:a="http://schemas.openxmlformats.org/drawingml/2006/main">
              <a:ext uri="{FF2B5EF4-FFF2-40B4-BE49-F238E27FC236}">
                <a16:creationId xmlns:a16="http://schemas.microsoft.com/office/drawing/2014/main" id="{7EE48210-0542-4532-B1CA-FB446170FF61}"/>
              </a:ext>
            </a:extLst>
          </p:cNvPr>
          <p:cNvSpPr>
            <a:spLocks xmlns:a="http://schemas.openxmlformats.org/drawingml/2006/main" noGrp="1"/>
          </p:cNvSpPr>
          <p:nvPr/>
        </p:nvSpPr>
        <p:spPr>
          <a:xfrm xmlns:a="http://schemas.openxmlformats.org/drawingml/2006/main">
            <a:off x="2838450" y="2305050"/>
            <a:ext cx="3752850" cy="2038350"/>
          </a:xfrm>
          <a:prstGeom xmlns:a="http://schemas.openxmlformats.org/drawingml/2006/main" prst="roundRect">
            <a:avLst>
              <a:gd name="adj" fmla="val 3738"/>
            </a:avLst>
          </a:prstGeom>
          <a:solidFill xmlns:a="http://schemas.openxmlformats.org/drawingml/2006/main">
            <a:srgbClr val="F5F9FB"/>
          </a:solidFill>
          <a:ln xmlns:a="http://schemas.openxmlformats.org/drawingml/2006/main" w="19050">
            <a:solidFill>
              <a:srgbClr val="EAF4F8"/>
            </a:solidFill>
            <a:prstDash val="solid"/>
          </a:ln>
        </p:spPr>
      </p:sp>
      <p:sp>
        <p:nvSpPr>
          <p:cNvPr id="8" name="input-fields-title">
            <a:extLst xmlns:a="http://schemas.openxmlformats.org/drawingml/2006/main">
              <a:ext uri="{FF2B5EF4-FFF2-40B4-BE49-F238E27FC236}">
                <a16:creationId xmlns:a16="http://schemas.microsoft.com/office/drawing/2014/main" id="{1D1BD836-511F-42F0-92E2-8D863910DFA7}"/>
              </a:ext>
            </a:extLst>
          </p:cNvPr>
          <p:cNvSpPr>
            <a:spLocks xmlns:a="http://schemas.openxmlformats.org/drawingml/2006/main" noGrp="1"/>
          </p:cNvSpPr>
          <p:nvPr/>
        </p:nvSpPr>
        <p:spPr>
          <a:xfrm xmlns:a="http://schemas.openxmlformats.org/drawingml/2006/main">
            <a:off x="3143250" y="25717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0878A8"/>
                </a:solidFill>
                <a:latin typeface="Aptos"/>
                <a:ea typeface="Aptos"/>
                <a:cs typeface="Aptos"/>
              </a:defRPr>
            </a:defPPr>
            <a:lvl1pPr algn="ctr">
              <a:defRPr sz="1200" b="1" i="0">
                <a:solidFill>
                  <a:srgbClr val="0878A8"/>
                </a:solidFill>
                <a:latin typeface="Aptos"/>
                <a:ea typeface="Aptos"/>
                <a:cs typeface="Aptos"/>
              </a:defRPr>
            </a:lvl1pPr>
            <a:lvl2pPr algn="ctr">
              <a:defRPr sz="1200" b="1" i="0">
                <a:solidFill>
                  <a:srgbClr val="0878A8"/>
                </a:solidFill>
                <a:latin typeface="Aptos"/>
                <a:ea typeface="Aptos"/>
                <a:cs typeface="Aptos"/>
              </a:defRPr>
            </a:lvl2pPr>
            <a:lvl3pPr algn="ctr">
              <a:defRPr sz="1200" b="1" i="0">
                <a:solidFill>
                  <a:srgbClr val="0878A8"/>
                </a:solidFill>
                <a:latin typeface="Aptos"/>
                <a:ea typeface="Aptos"/>
                <a:cs typeface="Aptos"/>
              </a:defRPr>
            </a:lvl3pPr>
            <a:lvl4pPr algn="ctr">
              <a:defRPr sz="1200" b="1" i="0">
                <a:solidFill>
                  <a:srgbClr val="0878A8"/>
                </a:solidFill>
                <a:latin typeface="Aptos"/>
                <a:ea typeface="Aptos"/>
                <a:cs typeface="Aptos"/>
              </a:defRPr>
            </a:lvl4pPr>
            <a:lvl5pPr algn="ctr">
              <a:defRPr sz="1200" b="1" i="0">
                <a:solidFill>
                  <a:srgbClr val="0878A8"/>
                </a:solidFill>
                <a:latin typeface="Aptos"/>
                <a:ea typeface="Aptos"/>
                <a:cs typeface="Aptos"/>
              </a:defRPr>
            </a:lvl5pPr>
            <a:lvl6pPr algn="ctr">
              <a:defRPr sz="1200" b="1" i="0">
                <a:solidFill>
                  <a:srgbClr val="0878A8"/>
                </a:solidFill>
                <a:latin typeface="Aptos"/>
                <a:ea typeface="Aptos"/>
                <a:cs typeface="Aptos"/>
              </a:defRPr>
            </a:lvl6pPr>
            <a:lvl7pPr algn="ctr">
              <a:defRPr sz="1200" b="1" i="0">
                <a:solidFill>
                  <a:srgbClr val="0878A8"/>
                </a:solidFill>
                <a:latin typeface="Aptos"/>
                <a:ea typeface="Aptos"/>
                <a:cs typeface="Aptos"/>
              </a:defRPr>
            </a:lvl7pPr>
            <a:lvl8pPr algn="ctr">
              <a:defRPr sz="1200" b="1" i="0">
                <a:solidFill>
                  <a:srgbClr val="0878A8"/>
                </a:solidFill>
                <a:latin typeface="Aptos"/>
                <a:ea typeface="Aptos"/>
                <a:cs typeface="Aptos"/>
              </a:defRPr>
            </a:lvl8pPr>
            <a:lvl9pPr algn="ctr">
              <a:defRPr sz="1200" b="1" i="0">
                <a:solidFill>
                  <a:srgbClr val="0878A8"/>
                </a:solidFill>
                <a:latin typeface="Aptos"/>
                <a:ea typeface="Aptos"/>
                <a:cs typeface="Aptos"/>
              </a:defRPr>
            </a:lvl9pPr>
          </a:lstStyle>
          <a:p xmlns:a="http://schemas.openxmlformats.org/drawingml/2006/main">
            <a:pPr algn="ctr">
              <a:defRPr sz="1200" b="1" i="0">
                <a:solidFill>
                  <a:srgbClr val="0878A8"/>
                </a:solidFill>
                <a:latin typeface="Aptos"/>
                <a:ea typeface="Aptos"/>
                <a:cs typeface="Aptos"/>
              </a:defRPr>
            </a:pPr>
            <a:r>
              <a:rPr sz="1200" b="1" i="0">
                <a:solidFill>
                  <a:srgbClr val="0878A8"/>
                </a:solidFill>
                <a:latin typeface="Aptos"/>
                <a:ea typeface="Aptos"/>
                <a:cs typeface="Aptos"/>
              </a:rPr>
              <a:t>ENTRADA FICTICIA  ·  EDIT FIELDS</a:t>
            </a:r>
          </a:p>
        </p:txBody>
      </p:sp>
      <p:sp>
        <p:nvSpPr>
          <p:cNvPr id="9" name="input-json">
            <a:extLst xmlns:a="http://schemas.openxmlformats.org/drawingml/2006/main">
              <a:ext uri="{FF2B5EF4-FFF2-40B4-BE49-F238E27FC236}">
                <a16:creationId xmlns:a16="http://schemas.microsoft.com/office/drawing/2014/main" id="{F190BAB3-DB1B-41D6-ACAB-B624D72A3CDC}"/>
              </a:ext>
            </a:extLst>
          </p:cNvPr>
          <p:cNvSpPr>
            <a:spLocks xmlns:a="http://schemas.openxmlformats.org/drawingml/2006/main" noGrp="1"/>
          </p:cNvSpPr>
          <p:nvPr/>
        </p:nvSpPr>
        <p:spPr>
          <a:xfrm xmlns:a="http://schemas.openxmlformats.org/drawingml/2006/main">
            <a:off x="3390900" y="3067050"/>
            <a:ext cx="26670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i="0">
                <a:solidFill>
                  <a:srgbClr val="17324D"/>
                </a:solidFill>
                <a:latin typeface="Aptos"/>
                <a:ea typeface="Aptos"/>
                <a:cs typeface="Aptos"/>
              </a:defRPr>
            </a:defPPr>
            <a:lvl1pPr algn="l">
              <a:defRPr sz="1575" b="1" i="0">
                <a:solidFill>
                  <a:srgbClr val="17324D"/>
                </a:solidFill>
                <a:latin typeface="Aptos"/>
                <a:ea typeface="Aptos"/>
                <a:cs typeface="Aptos"/>
              </a:defRPr>
            </a:lvl1pPr>
            <a:lvl2pPr algn="l">
              <a:defRPr sz="1575" b="1" i="0">
                <a:solidFill>
                  <a:srgbClr val="17324D"/>
                </a:solidFill>
                <a:latin typeface="Aptos"/>
                <a:ea typeface="Aptos"/>
                <a:cs typeface="Aptos"/>
              </a:defRPr>
            </a:lvl2pPr>
            <a:lvl3pPr algn="l">
              <a:defRPr sz="1575" b="1" i="0">
                <a:solidFill>
                  <a:srgbClr val="17324D"/>
                </a:solidFill>
                <a:latin typeface="Aptos"/>
                <a:ea typeface="Aptos"/>
                <a:cs typeface="Aptos"/>
              </a:defRPr>
            </a:lvl3pPr>
            <a:lvl4pPr algn="l">
              <a:defRPr sz="1575" b="1" i="0">
                <a:solidFill>
                  <a:srgbClr val="17324D"/>
                </a:solidFill>
                <a:latin typeface="Aptos"/>
                <a:ea typeface="Aptos"/>
                <a:cs typeface="Aptos"/>
              </a:defRPr>
            </a:lvl4pPr>
            <a:lvl5pPr algn="l">
              <a:defRPr sz="1575" b="1" i="0">
                <a:solidFill>
                  <a:srgbClr val="17324D"/>
                </a:solidFill>
                <a:latin typeface="Aptos"/>
                <a:ea typeface="Aptos"/>
                <a:cs typeface="Aptos"/>
              </a:defRPr>
            </a:lvl5pPr>
            <a:lvl6pPr algn="l">
              <a:defRPr sz="1575" b="1" i="0">
                <a:solidFill>
                  <a:srgbClr val="17324D"/>
                </a:solidFill>
                <a:latin typeface="Aptos"/>
                <a:ea typeface="Aptos"/>
                <a:cs typeface="Aptos"/>
              </a:defRPr>
            </a:lvl6pPr>
            <a:lvl7pPr algn="l">
              <a:defRPr sz="1575" b="1" i="0">
                <a:solidFill>
                  <a:srgbClr val="17324D"/>
                </a:solidFill>
                <a:latin typeface="Aptos"/>
                <a:ea typeface="Aptos"/>
                <a:cs typeface="Aptos"/>
              </a:defRPr>
            </a:lvl7pPr>
            <a:lvl8pPr algn="l">
              <a:defRPr sz="1575" b="1" i="0">
                <a:solidFill>
                  <a:srgbClr val="17324D"/>
                </a:solidFill>
                <a:latin typeface="Aptos"/>
                <a:ea typeface="Aptos"/>
                <a:cs typeface="Aptos"/>
              </a:defRPr>
            </a:lvl8pPr>
            <a:lvl9pPr algn="l">
              <a:defRPr sz="1575" b="1" i="0">
                <a:solidFill>
                  <a:srgbClr val="17324D"/>
                </a:solidFill>
                <a:latin typeface="Aptos"/>
                <a:ea typeface="Aptos"/>
                <a:cs typeface="Aptos"/>
              </a:defRPr>
            </a:lvl9pPr>
          </a:lstStyle>
          <a:p xmlns:a="http://schemas.openxmlformats.org/drawingml/2006/main">
            <a:pPr algn="l">
              <a:defRPr sz="1575" b="1" i="0">
                <a:solidFill>
                  <a:srgbClr val="17324D"/>
                </a:solidFill>
                <a:latin typeface="Aptos"/>
                <a:ea typeface="Aptos"/>
                <a:cs typeface="Aptos"/>
              </a:defRPr>
            </a:pPr>
            <a:r>
              <a:rPr sz="1575" b="1" i="0">
                <a:solidFill>
                  <a:srgbClr val="17324D"/>
                </a:solidFill>
                <a:latin typeface="Aptos"/>
                <a:ea typeface="Aptos"/>
                <a:cs typeface="Aptos"/>
              </a:rPr>
              <a:t>{</a:t>
            </a:r>
          </a:p>
          <a:p xmlns:a="http://schemas.openxmlformats.org/drawingml/2006/main">
            <a:pPr algn="l">
              <a:defRPr sz="1575" b="1" i="0">
                <a:solidFill>
                  <a:srgbClr val="17324D"/>
                </a:solidFill>
                <a:latin typeface="Aptos"/>
                <a:ea typeface="Aptos"/>
                <a:cs typeface="Aptos"/>
              </a:defRPr>
            </a:pPr>
            <a:r>
              <a:rPr sz="1575" b="1" i="0">
                <a:solidFill>
                  <a:srgbClr val="17324D"/>
                </a:solidFill>
                <a:latin typeface="Aptos"/>
                <a:ea typeface="Aptos"/>
                <a:cs typeface="Aptos"/>
              </a:rPr>
              <a:t>  "lead_id": "DEMO-001",</a:t>
            </a:r>
          </a:p>
          <a:p xmlns:a="http://schemas.openxmlformats.org/drawingml/2006/main">
            <a:pPr algn="l">
              <a:defRPr sz="1575" b="1" i="0">
                <a:solidFill>
                  <a:srgbClr val="17324D"/>
                </a:solidFill>
                <a:latin typeface="Aptos"/>
                <a:ea typeface="Aptos"/>
                <a:cs typeface="Aptos"/>
              </a:defRPr>
            </a:pPr>
            <a:r>
              <a:rPr sz="1575" b="1" i="0">
                <a:solidFill>
                  <a:srgbClr val="17324D"/>
                </a:solidFill>
                <a:latin typeface="Aptos"/>
                <a:ea typeface="Aptos"/>
                <a:cs typeface="Aptos"/>
              </a:rPr>
              <a:t>  "interes": "Curso"</a:t>
            </a:r>
          </a:p>
          <a:p xmlns:a="http://schemas.openxmlformats.org/drawingml/2006/main">
            <a:pPr algn="l">
              <a:defRPr sz="1575" b="1" i="0">
                <a:solidFill>
                  <a:srgbClr val="17324D"/>
                </a:solidFill>
                <a:latin typeface="Aptos"/>
                <a:ea typeface="Aptos"/>
                <a:cs typeface="Aptos"/>
              </a:defRPr>
            </a:pPr>
            <a:r>
              <a:rPr sz="1575" b="1" i="0">
                <a:solidFill>
                  <a:srgbClr val="17324D"/>
                </a:solidFill>
                <a:latin typeface="Aptos"/>
                <a:ea typeface="Aptos"/>
                <a:cs typeface="Aptos"/>
              </a:rPr>
              <a:t>}</a:t>
            </a:r>
          </a:p>
        </p:txBody>
      </p:sp>
      <p:sp>
        <p:nvSpPr>
          <p:cNvPr id="10" name="input-output-link">
            <a:extLst xmlns:a="http://schemas.openxmlformats.org/drawingml/2006/main">
              <a:ext uri="{FF2B5EF4-FFF2-40B4-BE49-F238E27FC236}">
                <a16:creationId xmlns:a16="http://schemas.microsoft.com/office/drawing/2014/main" id="{E6D50B48-645E-4D39-AB73-B4079CE2F2CB}"/>
              </a:ext>
            </a:extLst>
          </p:cNvPr>
          <p:cNvSpPr>
            <a:spLocks xmlns:a="http://schemas.openxmlformats.org/drawingml/2006/main" noGrp="1"/>
          </p:cNvSpPr>
          <p:nvPr/>
        </p:nvSpPr>
        <p:spPr>
          <a:xfrm xmlns:a="http://schemas.openxmlformats.org/drawingml/2006/main">
            <a:off x="6591300" y="3133725"/>
            <a:ext cx="9144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11" name="input-output">
            <a:extLst xmlns:a="http://schemas.openxmlformats.org/drawingml/2006/main">
              <a:ext uri="{FF2B5EF4-FFF2-40B4-BE49-F238E27FC236}">
                <a16:creationId xmlns:a16="http://schemas.microsoft.com/office/drawing/2014/main" id="{B4CCC2B9-B988-4BFA-A4D6-2FB2DEAC8190}"/>
              </a:ext>
            </a:extLst>
          </p:cNvPr>
          <p:cNvSpPr>
            <a:spLocks xmlns:a="http://schemas.openxmlformats.org/drawingml/2006/main" noGrp="1"/>
          </p:cNvSpPr>
          <p:nvPr/>
        </p:nvSpPr>
        <p:spPr>
          <a:xfrm xmlns:a="http://schemas.openxmlformats.org/drawingml/2006/main">
            <a:off x="7505700" y="2457450"/>
            <a:ext cx="3676650" cy="1733550"/>
          </a:xfrm>
          <a:prstGeom xmlns:a="http://schemas.openxmlformats.org/drawingml/2006/main" prst="roundRect">
            <a:avLst>
              <a:gd name="adj" fmla="val 4396"/>
            </a:avLst>
          </a:prstGeom>
          <a:solidFill xmlns:a="http://schemas.openxmlformats.org/drawingml/2006/main">
            <a:srgbClr val="003366"/>
          </a:solidFill>
          <a:ln xmlns:a="http://schemas.openxmlformats.org/drawingml/2006/main" w="0">
            <a:noFill/>
            <a:prstDash val="solid"/>
          </a:ln>
        </p:spPr>
      </p:sp>
      <p:sp>
        <p:nvSpPr>
          <p:cNvPr id="12" name="input-output-title">
            <a:extLst xmlns:a="http://schemas.openxmlformats.org/drawingml/2006/main">
              <a:ext uri="{FF2B5EF4-FFF2-40B4-BE49-F238E27FC236}">
                <a16:creationId xmlns:a16="http://schemas.microsoft.com/office/drawing/2014/main" id="{B495D70B-81FD-4DD9-B8BA-4A99A5EC3099}"/>
              </a:ext>
            </a:extLst>
          </p:cNvPr>
          <p:cNvSpPr>
            <a:spLocks xmlns:a="http://schemas.openxmlformats.org/drawingml/2006/main" noGrp="1"/>
          </p:cNvSpPr>
          <p:nvPr/>
        </p:nvSpPr>
        <p:spPr>
          <a:xfrm xmlns:a="http://schemas.openxmlformats.org/drawingml/2006/main">
            <a:off x="7943850" y="2724150"/>
            <a:ext cx="2800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b="1" i="0">
                <a:solidFill>
                  <a:srgbClr val="19A7CE"/>
                </a:solidFill>
                <a:latin typeface="Aptos"/>
                <a:ea typeface="Aptos"/>
                <a:cs typeface="Aptos"/>
              </a:defRPr>
            </a:defPPr>
            <a:lvl1pPr algn="ctr">
              <a:defRPr sz="1200" b="1" i="0">
                <a:solidFill>
                  <a:srgbClr val="19A7CE"/>
                </a:solidFill>
                <a:latin typeface="Aptos"/>
                <a:ea typeface="Aptos"/>
                <a:cs typeface="Aptos"/>
              </a:defRPr>
            </a:lvl1pPr>
            <a:lvl2pPr algn="ctr">
              <a:defRPr sz="1200" b="1" i="0">
                <a:solidFill>
                  <a:srgbClr val="19A7CE"/>
                </a:solidFill>
                <a:latin typeface="Aptos"/>
                <a:ea typeface="Aptos"/>
                <a:cs typeface="Aptos"/>
              </a:defRPr>
            </a:lvl2pPr>
            <a:lvl3pPr algn="ctr">
              <a:defRPr sz="1200" b="1" i="0">
                <a:solidFill>
                  <a:srgbClr val="19A7CE"/>
                </a:solidFill>
                <a:latin typeface="Aptos"/>
                <a:ea typeface="Aptos"/>
                <a:cs typeface="Aptos"/>
              </a:defRPr>
            </a:lvl3pPr>
            <a:lvl4pPr algn="ctr">
              <a:defRPr sz="1200" b="1" i="0">
                <a:solidFill>
                  <a:srgbClr val="19A7CE"/>
                </a:solidFill>
                <a:latin typeface="Aptos"/>
                <a:ea typeface="Aptos"/>
                <a:cs typeface="Aptos"/>
              </a:defRPr>
            </a:lvl4pPr>
            <a:lvl5pPr algn="ctr">
              <a:defRPr sz="1200" b="1" i="0">
                <a:solidFill>
                  <a:srgbClr val="19A7CE"/>
                </a:solidFill>
                <a:latin typeface="Aptos"/>
                <a:ea typeface="Aptos"/>
                <a:cs typeface="Aptos"/>
              </a:defRPr>
            </a:lvl5pPr>
            <a:lvl6pPr algn="ctr">
              <a:defRPr sz="1200" b="1" i="0">
                <a:solidFill>
                  <a:srgbClr val="19A7CE"/>
                </a:solidFill>
                <a:latin typeface="Aptos"/>
                <a:ea typeface="Aptos"/>
                <a:cs typeface="Aptos"/>
              </a:defRPr>
            </a:lvl6pPr>
            <a:lvl7pPr algn="ctr">
              <a:defRPr sz="1200" b="1" i="0">
                <a:solidFill>
                  <a:srgbClr val="19A7CE"/>
                </a:solidFill>
                <a:latin typeface="Aptos"/>
                <a:ea typeface="Aptos"/>
                <a:cs typeface="Aptos"/>
              </a:defRPr>
            </a:lvl7pPr>
            <a:lvl8pPr algn="ctr">
              <a:defRPr sz="1200" b="1" i="0">
                <a:solidFill>
                  <a:srgbClr val="19A7CE"/>
                </a:solidFill>
                <a:latin typeface="Aptos"/>
                <a:ea typeface="Aptos"/>
                <a:cs typeface="Aptos"/>
              </a:defRPr>
            </a:lvl8pPr>
            <a:lvl9pPr algn="ctr">
              <a:defRPr sz="1200" b="1" i="0">
                <a:solidFill>
                  <a:srgbClr val="19A7CE"/>
                </a:solidFill>
                <a:latin typeface="Aptos"/>
                <a:ea typeface="Aptos"/>
                <a:cs typeface="Aptos"/>
              </a:defRPr>
            </a:lvl9pPr>
          </a:lstStyle>
          <a:p xmlns:a="http://schemas.openxmlformats.org/drawingml/2006/main">
            <a:pPr algn="ctr">
              <a:defRPr sz="1200" b="1" i="0">
                <a:solidFill>
                  <a:srgbClr val="19A7CE"/>
                </a:solidFill>
                <a:latin typeface="Aptos"/>
                <a:ea typeface="Aptos"/>
                <a:cs typeface="Aptos"/>
              </a:defRPr>
            </a:pPr>
            <a:r>
              <a:rPr sz="1200" b="1" i="0">
                <a:solidFill>
                  <a:srgbClr val="19A7CE"/>
                </a:solidFill>
                <a:latin typeface="Aptos"/>
                <a:ea typeface="Aptos"/>
                <a:cs typeface="Aptos"/>
              </a:rPr>
              <a:t>SALIDA OBSERVABLE</a:t>
            </a:r>
          </a:p>
        </p:txBody>
      </p:sp>
      <p:sp>
        <p:nvSpPr>
          <p:cNvPr id="13" name="input-output-copy">
            <a:extLst xmlns:a="http://schemas.openxmlformats.org/drawingml/2006/main">
              <a:ext uri="{FF2B5EF4-FFF2-40B4-BE49-F238E27FC236}">
                <a16:creationId xmlns:a16="http://schemas.microsoft.com/office/drawing/2014/main" id="{0BCFE880-622A-4B1E-937E-8E7228FFD9EA}"/>
              </a:ext>
            </a:extLst>
          </p:cNvPr>
          <p:cNvSpPr>
            <a:spLocks xmlns:a="http://schemas.openxmlformats.org/drawingml/2006/main" noGrp="1"/>
          </p:cNvSpPr>
          <p:nvPr/>
        </p:nvSpPr>
        <p:spPr>
          <a:xfrm xmlns:a="http://schemas.openxmlformats.org/drawingml/2006/main">
            <a:off x="8001000" y="3257550"/>
            <a:ext cx="26860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650" b="1" i="0">
                <a:solidFill>
                  <a:srgbClr val="FFFFFF"/>
                </a:solidFill>
                <a:latin typeface="Aptos"/>
                <a:ea typeface="Aptos"/>
                <a:cs typeface="Aptos"/>
              </a:defRPr>
            </a:defPPr>
            <a:lvl1pPr algn="ctr">
              <a:defRPr sz="1650" b="1" i="0">
                <a:solidFill>
                  <a:srgbClr val="FFFFFF"/>
                </a:solidFill>
                <a:latin typeface="Aptos"/>
                <a:ea typeface="Aptos"/>
                <a:cs typeface="Aptos"/>
              </a:defRPr>
            </a:lvl1pPr>
            <a:lvl2pPr algn="ctr">
              <a:defRPr sz="1650" b="1" i="0">
                <a:solidFill>
                  <a:srgbClr val="FFFFFF"/>
                </a:solidFill>
                <a:latin typeface="Aptos"/>
                <a:ea typeface="Aptos"/>
                <a:cs typeface="Aptos"/>
              </a:defRPr>
            </a:lvl2pPr>
            <a:lvl3pPr algn="ctr">
              <a:defRPr sz="1650" b="1" i="0">
                <a:solidFill>
                  <a:srgbClr val="FFFFFF"/>
                </a:solidFill>
                <a:latin typeface="Aptos"/>
                <a:ea typeface="Aptos"/>
                <a:cs typeface="Aptos"/>
              </a:defRPr>
            </a:lvl3pPr>
            <a:lvl4pPr algn="ctr">
              <a:defRPr sz="1650" b="1" i="0">
                <a:solidFill>
                  <a:srgbClr val="FFFFFF"/>
                </a:solidFill>
                <a:latin typeface="Aptos"/>
                <a:ea typeface="Aptos"/>
                <a:cs typeface="Aptos"/>
              </a:defRPr>
            </a:lvl4pPr>
            <a:lvl5pPr algn="ctr">
              <a:defRPr sz="1650" b="1" i="0">
                <a:solidFill>
                  <a:srgbClr val="FFFFFF"/>
                </a:solidFill>
                <a:latin typeface="Aptos"/>
                <a:ea typeface="Aptos"/>
                <a:cs typeface="Aptos"/>
              </a:defRPr>
            </a:lvl5pPr>
            <a:lvl6pPr algn="ctr">
              <a:defRPr sz="1650" b="1" i="0">
                <a:solidFill>
                  <a:srgbClr val="FFFFFF"/>
                </a:solidFill>
                <a:latin typeface="Aptos"/>
                <a:ea typeface="Aptos"/>
                <a:cs typeface="Aptos"/>
              </a:defRPr>
            </a:lvl6pPr>
            <a:lvl7pPr algn="ctr">
              <a:defRPr sz="1650" b="1" i="0">
                <a:solidFill>
                  <a:srgbClr val="FFFFFF"/>
                </a:solidFill>
                <a:latin typeface="Aptos"/>
                <a:ea typeface="Aptos"/>
                <a:cs typeface="Aptos"/>
              </a:defRPr>
            </a:lvl7pPr>
            <a:lvl8pPr algn="ctr">
              <a:defRPr sz="1650" b="1" i="0">
                <a:solidFill>
                  <a:srgbClr val="FFFFFF"/>
                </a:solidFill>
                <a:latin typeface="Aptos"/>
                <a:ea typeface="Aptos"/>
                <a:cs typeface="Aptos"/>
              </a:defRPr>
            </a:lvl8pPr>
            <a:lvl9pPr algn="ctr">
              <a:defRPr sz="1650" b="1" i="0">
                <a:solidFill>
                  <a:srgbClr val="FFFFFF"/>
                </a:solidFill>
                <a:latin typeface="Aptos"/>
                <a:ea typeface="Aptos"/>
                <a:cs typeface="Aptos"/>
              </a:defRPr>
            </a:lvl9pPr>
          </a:lstStyle>
          <a:p xmlns:a="http://schemas.openxmlformats.org/drawingml/2006/main">
            <a:pPr algn="ctr">
              <a:defRPr sz="1650" b="1" i="0">
                <a:solidFill>
                  <a:srgbClr val="FFFFFF"/>
                </a:solidFill>
                <a:latin typeface="Aptos"/>
                <a:ea typeface="Aptos"/>
                <a:cs typeface="Aptos"/>
              </a:defRPr>
            </a:pPr>
            <a:r>
              <a:rPr sz="1650" b="1" i="0">
                <a:solidFill>
                  <a:srgbClr val="FFFFFF"/>
                </a:solidFill>
                <a:latin typeface="Aptos"/>
                <a:ea typeface="Aptos"/>
                <a:cs typeface="Aptos"/>
              </a:rPr>
              <a:t>lead_id  =  DEMO-001</a:t>
            </a:r>
          </a:p>
          <a:p xmlns:a="http://schemas.openxmlformats.org/drawingml/2006/main">
            <a:pPr algn="ctr">
              <a:defRPr sz="1650" b="1" i="0">
                <a:solidFill>
                  <a:srgbClr val="FFFFFF"/>
                </a:solidFill>
                <a:latin typeface="Aptos"/>
                <a:ea typeface="Aptos"/>
                <a:cs typeface="Aptos"/>
              </a:defRPr>
            </a:pPr>
            <a:r>
              <a:rPr sz="1650" b="1" i="0">
                <a:solidFill>
                  <a:srgbClr val="FFFFFF"/>
                </a:solidFill>
                <a:latin typeface="Aptos"/>
                <a:ea typeface="Aptos"/>
                <a:cs typeface="Aptos"/>
              </a:rPr>
              <a:t>interes  =  Curso</a:t>
            </a:r>
          </a:p>
        </p:txBody>
      </p:sp>
      <p:sp>
        <p:nvSpPr>
          <p:cNvPr id="14" name="input-simulated-box">
            <a:extLst xmlns:a="http://schemas.openxmlformats.org/drawingml/2006/main">
              <a:ext uri="{FF2B5EF4-FFF2-40B4-BE49-F238E27FC236}">
                <a16:creationId xmlns:a16="http://schemas.microsoft.com/office/drawing/2014/main" id="{F3D5368D-AC52-4CCA-A36E-CCA8E7110375}"/>
              </a:ext>
            </a:extLst>
          </p:cNvPr>
          <p:cNvSpPr>
            <a:spLocks xmlns:a="http://schemas.openxmlformats.org/drawingml/2006/main" noGrp="1"/>
          </p:cNvSpPr>
          <p:nvPr/>
        </p:nvSpPr>
        <p:spPr>
          <a:xfrm xmlns:a="http://schemas.openxmlformats.org/drawingml/2006/main">
            <a:off x="2514600" y="5219700"/>
            <a:ext cx="7162800" cy="361950"/>
          </a:xfrm>
          <a:prstGeom xmlns:a="http://schemas.openxmlformats.org/drawingml/2006/main" prst="roundRect">
            <a:avLst>
              <a:gd name="adj" fmla="val 21053"/>
            </a:avLst>
          </a:prstGeom>
          <a:solidFill xmlns:a="http://schemas.openxmlformats.org/drawingml/2006/main">
            <a:srgbClr val="EAF4F8"/>
          </a:solidFill>
          <a:ln xmlns:a="http://schemas.openxmlformats.org/drawingml/2006/main" w="0">
            <a:noFill/>
            <a:prstDash val="solid"/>
          </a:ln>
        </p:spPr>
      </p:sp>
      <p:sp>
        <p:nvSpPr>
          <p:cNvPr id="15" name="input-simulated-text">
            <a:extLst xmlns:a="http://schemas.openxmlformats.org/drawingml/2006/main">
              <a:ext uri="{FF2B5EF4-FFF2-40B4-BE49-F238E27FC236}">
                <a16:creationId xmlns:a16="http://schemas.microsoft.com/office/drawing/2014/main" id="{D6CD00A2-A476-4A86-A543-5B753DA1C457}"/>
              </a:ext>
            </a:extLst>
          </p:cNvPr>
          <p:cNvSpPr>
            <a:spLocks xmlns:a="http://schemas.openxmlformats.org/drawingml/2006/main" noGrp="1"/>
          </p:cNvSpPr>
          <p:nvPr/>
        </p:nvSpPr>
        <p:spPr>
          <a:xfrm xmlns:a="http://schemas.openxmlformats.org/drawingml/2006/main">
            <a:off x="2628900" y="5286375"/>
            <a:ext cx="6934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03366"/>
                </a:solidFill>
                <a:latin typeface="Aptos"/>
                <a:ea typeface="Aptos"/>
                <a:cs typeface="Aptos"/>
              </a:defRPr>
            </a:defPPr>
            <a:lvl1pPr algn="ctr">
              <a:defRPr sz="1125" b="1" i="0">
                <a:solidFill>
                  <a:srgbClr val="003366"/>
                </a:solidFill>
                <a:latin typeface="Aptos"/>
                <a:ea typeface="Aptos"/>
                <a:cs typeface="Aptos"/>
              </a:defRPr>
            </a:lvl1pPr>
            <a:lvl2pPr algn="ctr">
              <a:defRPr sz="1125" b="1" i="0">
                <a:solidFill>
                  <a:srgbClr val="003366"/>
                </a:solidFill>
                <a:latin typeface="Aptos"/>
                <a:ea typeface="Aptos"/>
                <a:cs typeface="Aptos"/>
              </a:defRPr>
            </a:lvl2pPr>
            <a:lvl3pPr algn="ctr">
              <a:defRPr sz="1125" b="1" i="0">
                <a:solidFill>
                  <a:srgbClr val="003366"/>
                </a:solidFill>
                <a:latin typeface="Aptos"/>
                <a:ea typeface="Aptos"/>
                <a:cs typeface="Aptos"/>
              </a:defRPr>
            </a:lvl3pPr>
            <a:lvl4pPr algn="ctr">
              <a:defRPr sz="1125" b="1" i="0">
                <a:solidFill>
                  <a:srgbClr val="003366"/>
                </a:solidFill>
                <a:latin typeface="Aptos"/>
                <a:ea typeface="Aptos"/>
                <a:cs typeface="Aptos"/>
              </a:defRPr>
            </a:lvl4pPr>
            <a:lvl5pPr algn="ctr">
              <a:defRPr sz="1125" b="1" i="0">
                <a:solidFill>
                  <a:srgbClr val="003366"/>
                </a:solidFill>
                <a:latin typeface="Aptos"/>
                <a:ea typeface="Aptos"/>
                <a:cs typeface="Aptos"/>
              </a:defRPr>
            </a:lvl5pPr>
            <a:lvl6pPr algn="ctr">
              <a:defRPr sz="1125" b="1" i="0">
                <a:solidFill>
                  <a:srgbClr val="003366"/>
                </a:solidFill>
                <a:latin typeface="Aptos"/>
                <a:ea typeface="Aptos"/>
                <a:cs typeface="Aptos"/>
              </a:defRPr>
            </a:lvl6pPr>
            <a:lvl7pPr algn="ctr">
              <a:defRPr sz="1125" b="1" i="0">
                <a:solidFill>
                  <a:srgbClr val="003366"/>
                </a:solidFill>
                <a:latin typeface="Aptos"/>
                <a:ea typeface="Aptos"/>
                <a:cs typeface="Aptos"/>
              </a:defRPr>
            </a:lvl7pPr>
            <a:lvl8pPr algn="ctr">
              <a:defRPr sz="1125" b="1" i="0">
                <a:solidFill>
                  <a:srgbClr val="003366"/>
                </a:solidFill>
                <a:latin typeface="Aptos"/>
                <a:ea typeface="Aptos"/>
                <a:cs typeface="Aptos"/>
              </a:defRPr>
            </a:lvl8pPr>
            <a:lvl9pPr algn="ctr">
              <a:defRPr sz="1125" b="1" i="0">
                <a:solidFill>
                  <a:srgbClr val="003366"/>
                </a:solidFill>
                <a:latin typeface="Aptos"/>
                <a:ea typeface="Aptos"/>
                <a:cs typeface="Aptos"/>
              </a:defRPr>
            </a:lvl9pPr>
          </a:lstStyle>
          <a:p xmlns:a="http://schemas.openxmlformats.org/drawingml/2006/main">
            <a:pPr algn="ctr">
              <a:defRPr sz="1125" b="1" i="0">
                <a:solidFill>
                  <a:srgbClr val="003366"/>
                </a:solidFill>
                <a:latin typeface="Aptos"/>
                <a:ea typeface="Aptos"/>
                <a:cs typeface="Aptos"/>
              </a:defRPr>
            </a:pPr>
            <a:r>
              <a:rPr sz="1125" b="1" i="0">
                <a:solidFill>
                  <a:srgbClr val="003366"/>
                </a:solidFill>
                <a:latin typeface="Aptos"/>
                <a:ea typeface="Aptos"/>
                <a:cs typeface="Aptos"/>
              </a:rPr>
              <a:t>Simulación: todavía no existe formulario recibido ni registro creado en un CRM</a:t>
            </a:r>
          </a:p>
        </p:txBody>
      </p:sp>
      <p:sp>
        <p:nvSpPr>
          <p:cNvPr id="16" name="brand-4">
            <a:extLst xmlns:a="http://schemas.openxmlformats.org/drawingml/2006/main">
              <a:ext uri="{FF2B5EF4-FFF2-40B4-BE49-F238E27FC236}">
                <a16:creationId xmlns:a16="http://schemas.microsoft.com/office/drawing/2014/main" id="{6140872F-2D42-48AC-A0AB-CC080D3E3C53}"/>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17" name="page-4">
            <a:extLst xmlns:a="http://schemas.openxmlformats.org/drawingml/2006/main">
              <a:ext uri="{FF2B5EF4-FFF2-40B4-BE49-F238E27FC236}">
                <a16:creationId xmlns:a16="http://schemas.microsoft.com/office/drawing/2014/main" id="{64E61886-CD21-4228-B9B4-968945600DCB}"/>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04</a:t>
            </a:r>
          </a:p>
        </p:txBody>
      </p:sp>
    </p:spTree>
    <p:extLst>
      <p:ext uri="{BB962C8B-B14F-4D97-AF65-F5344CB8AC3E}">
        <p14:creationId xmlns:p14="http://schemas.microsoft.com/office/powerpoint/2010/main" val="97297686"/>
      </p:ext>
    </p:extLst>
  </p:cSld>
</p:sld>
</file>

<file path=ppt/slides/slide5.xml><?xml version="1.0" encoding="utf-8"?>
<p:sld xmlns:p="http://schemas.openxmlformats.org/presentationml/2006/main">
  <p:cSld>
    <p:bg>
      <p:bgPr>
        <a:solidFill xmlns:a="http://schemas.openxmlformats.org/drawingml/2006/main">
          <a:srgbClr val="F5F9FB"/>
        </a:solidFill>
      </p:bgPr>
    </p:bg>
    <p:spTree>
      <p:nvGrpSpPr>
        <p:cNvPr id="1" name=""/>
        <p:cNvGrpSpPr/>
        <p:nvPr/>
      </p:nvGrpSpPr>
      <p:grpSpPr>
        <a:xfrm xmlns:a="http://schemas.openxmlformats.org/drawingml/2006/main"/>
      </p:grpSpPr>
      <p:sp>
        <p:nvSpPr>
          <p:cNvPr id="23" name="title-5">
            <a:extLst xmlns:a="http://schemas.openxmlformats.org/drawingml/2006/main">
              <a:ext uri="{FF2B5EF4-FFF2-40B4-BE49-F238E27FC236}">
                <a16:creationId xmlns:a16="http://schemas.microsoft.com/office/drawing/2014/main" id="{6C714532-71AB-4367-90A1-F42BDB57C2F7}"/>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Validación con IF y dos rutas</a:t>
            </a:r>
          </a:p>
        </p:txBody>
      </p:sp>
      <p:sp>
        <p:nvSpPr>
          <p:cNvPr id="2" name="title-rule-5">
            <a:extLst xmlns:a="http://schemas.openxmlformats.org/drawingml/2006/main">
              <a:ext uri="{FF2B5EF4-FFF2-40B4-BE49-F238E27FC236}">
                <a16:creationId xmlns:a16="http://schemas.microsoft.com/office/drawing/2014/main" id="{BF282D90-DBF1-4C89-BCBB-C53E06906218}"/>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5">
            <a:extLst xmlns:a="http://schemas.openxmlformats.org/drawingml/2006/main">
              <a:ext uri="{FF2B5EF4-FFF2-40B4-BE49-F238E27FC236}">
                <a16:creationId xmlns:a16="http://schemas.microsoft.com/office/drawing/2014/main" id="{8910AEF5-B4F9-41D6-9258-A4577B3EEAF2}"/>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Las dos condiciones usan texto, is not empty y combinación AND.</a:t>
            </a:r>
          </a:p>
        </p:txBody>
      </p:sp>
      <p:sp>
        <p:nvSpPr>
          <p:cNvPr id="4" name="condition-card">
            <a:extLst xmlns:a="http://schemas.openxmlformats.org/drawingml/2006/main">
              <a:ext uri="{FF2B5EF4-FFF2-40B4-BE49-F238E27FC236}">
                <a16:creationId xmlns:a16="http://schemas.microsoft.com/office/drawing/2014/main" id="{CAD89A44-6F26-4F03-BEB7-71B7247FB231}"/>
              </a:ext>
            </a:extLst>
          </p:cNvPr>
          <p:cNvSpPr>
            <a:spLocks xmlns:a="http://schemas.openxmlformats.org/drawingml/2006/main" noGrp="1"/>
          </p:cNvSpPr>
          <p:nvPr/>
        </p:nvSpPr>
        <p:spPr>
          <a:xfrm xmlns:a="http://schemas.openxmlformats.org/drawingml/2006/main">
            <a:off x="685800" y="2190750"/>
            <a:ext cx="3562350" cy="2266950"/>
          </a:xfrm>
          <a:prstGeom xmlns:a="http://schemas.openxmlformats.org/drawingml/2006/main" prst="roundRect">
            <a:avLst>
              <a:gd name="adj" fmla="val 3361"/>
            </a:avLst>
          </a:prstGeom>
          <a:solidFill xmlns:a="http://schemas.openxmlformats.org/drawingml/2006/main">
            <a:srgbClr val="FFFFFF"/>
          </a:solidFill>
          <a:ln xmlns:a="http://schemas.openxmlformats.org/drawingml/2006/main" w="19050">
            <a:solidFill>
              <a:srgbClr val="EAF4F8"/>
            </a:solidFill>
            <a:prstDash val="solid"/>
          </a:ln>
        </p:spPr>
      </p:sp>
      <p:sp>
        <p:nvSpPr>
          <p:cNvPr id="5" name="condition-title">
            <a:extLst xmlns:a="http://schemas.openxmlformats.org/drawingml/2006/main">
              <a:ext uri="{FF2B5EF4-FFF2-40B4-BE49-F238E27FC236}">
                <a16:creationId xmlns:a16="http://schemas.microsoft.com/office/drawing/2014/main" id="{4E59CE2D-B388-4E0E-BE4B-1F1F9350EEAE}"/>
              </a:ext>
            </a:extLst>
          </p:cNvPr>
          <p:cNvSpPr>
            <a:spLocks xmlns:a="http://schemas.openxmlformats.org/drawingml/2006/main" noGrp="1"/>
          </p:cNvSpPr>
          <p:nvPr/>
        </p:nvSpPr>
        <p:spPr>
          <a:xfrm xmlns:a="http://schemas.openxmlformats.org/drawingml/2006/main">
            <a:off x="1066800" y="2457450"/>
            <a:ext cx="2800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0878A8"/>
                </a:solidFill>
                <a:latin typeface="Aptos"/>
                <a:ea typeface="Aptos"/>
                <a:cs typeface="Aptos"/>
              </a:defRPr>
            </a:defPPr>
            <a:lvl1pPr algn="ctr">
              <a:defRPr sz="1275" b="1" i="0">
                <a:solidFill>
                  <a:srgbClr val="0878A8"/>
                </a:solidFill>
                <a:latin typeface="Aptos"/>
                <a:ea typeface="Aptos"/>
                <a:cs typeface="Aptos"/>
              </a:defRPr>
            </a:lvl1pPr>
            <a:lvl2pPr algn="ctr">
              <a:defRPr sz="1275" b="1" i="0">
                <a:solidFill>
                  <a:srgbClr val="0878A8"/>
                </a:solidFill>
                <a:latin typeface="Aptos"/>
                <a:ea typeface="Aptos"/>
                <a:cs typeface="Aptos"/>
              </a:defRPr>
            </a:lvl2pPr>
            <a:lvl3pPr algn="ctr">
              <a:defRPr sz="1275" b="1" i="0">
                <a:solidFill>
                  <a:srgbClr val="0878A8"/>
                </a:solidFill>
                <a:latin typeface="Aptos"/>
                <a:ea typeface="Aptos"/>
                <a:cs typeface="Aptos"/>
              </a:defRPr>
            </a:lvl3pPr>
            <a:lvl4pPr algn="ctr">
              <a:defRPr sz="1275" b="1" i="0">
                <a:solidFill>
                  <a:srgbClr val="0878A8"/>
                </a:solidFill>
                <a:latin typeface="Aptos"/>
                <a:ea typeface="Aptos"/>
                <a:cs typeface="Aptos"/>
              </a:defRPr>
            </a:lvl4pPr>
            <a:lvl5pPr algn="ctr">
              <a:defRPr sz="1275" b="1" i="0">
                <a:solidFill>
                  <a:srgbClr val="0878A8"/>
                </a:solidFill>
                <a:latin typeface="Aptos"/>
                <a:ea typeface="Aptos"/>
                <a:cs typeface="Aptos"/>
              </a:defRPr>
            </a:lvl5pPr>
            <a:lvl6pPr algn="ctr">
              <a:defRPr sz="1275" b="1" i="0">
                <a:solidFill>
                  <a:srgbClr val="0878A8"/>
                </a:solidFill>
                <a:latin typeface="Aptos"/>
                <a:ea typeface="Aptos"/>
                <a:cs typeface="Aptos"/>
              </a:defRPr>
            </a:lvl6pPr>
            <a:lvl7pPr algn="ctr">
              <a:defRPr sz="1275" b="1" i="0">
                <a:solidFill>
                  <a:srgbClr val="0878A8"/>
                </a:solidFill>
                <a:latin typeface="Aptos"/>
                <a:ea typeface="Aptos"/>
                <a:cs typeface="Aptos"/>
              </a:defRPr>
            </a:lvl7pPr>
            <a:lvl8pPr algn="ctr">
              <a:defRPr sz="1275" b="1" i="0">
                <a:solidFill>
                  <a:srgbClr val="0878A8"/>
                </a:solidFill>
                <a:latin typeface="Aptos"/>
                <a:ea typeface="Aptos"/>
                <a:cs typeface="Aptos"/>
              </a:defRPr>
            </a:lvl8pPr>
            <a:lvl9pPr algn="ctr">
              <a:defRPr sz="1275" b="1" i="0">
                <a:solidFill>
                  <a:srgbClr val="0878A8"/>
                </a:solidFill>
                <a:latin typeface="Aptos"/>
                <a:ea typeface="Aptos"/>
                <a:cs typeface="Aptos"/>
              </a:defRPr>
            </a:lvl9pPr>
          </a:lstStyle>
          <a:p xmlns:a="http://schemas.openxmlformats.org/drawingml/2006/main">
            <a:pPr algn="ctr">
              <a:defRPr sz="1275" b="1" i="0">
                <a:solidFill>
                  <a:srgbClr val="0878A8"/>
                </a:solidFill>
                <a:latin typeface="Aptos"/>
                <a:ea typeface="Aptos"/>
                <a:cs typeface="Aptos"/>
              </a:defRPr>
            </a:pPr>
            <a:r>
              <a:rPr sz="1275" b="1" i="0">
                <a:solidFill>
                  <a:srgbClr val="0878A8"/>
                </a:solidFill>
                <a:latin typeface="Aptos"/>
                <a:ea typeface="Aptos"/>
                <a:cs typeface="Aptos"/>
              </a:rPr>
              <a:t>CONDICIONES</a:t>
            </a:r>
          </a:p>
        </p:txBody>
      </p:sp>
      <p:sp>
        <p:nvSpPr>
          <p:cNvPr id="6" name="condition-copy">
            <a:extLst xmlns:a="http://schemas.openxmlformats.org/drawingml/2006/main">
              <a:ext uri="{FF2B5EF4-FFF2-40B4-BE49-F238E27FC236}">
                <a16:creationId xmlns:a16="http://schemas.microsoft.com/office/drawing/2014/main" id="{33D7A4E3-263A-4425-8891-7136C68552E6}"/>
              </a:ext>
            </a:extLst>
          </p:cNvPr>
          <p:cNvSpPr>
            <a:spLocks xmlns:a="http://schemas.openxmlformats.org/drawingml/2006/main" noGrp="1"/>
          </p:cNvSpPr>
          <p:nvPr/>
        </p:nvSpPr>
        <p:spPr>
          <a:xfrm xmlns:a="http://schemas.openxmlformats.org/drawingml/2006/main">
            <a:off x="1066800" y="3048000"/>
            <a:ext cx="28003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75" b="1" i="0">
                <a:solidFill>
                  <a:srgbClr val="17324D"/>
                </a:solidFill>
                <a:latin typeface="Aptos"/>
                <a:ea typeface="Aptos"/>
                <a:cs typeface="Aptos"/>
              </a:defRPr>
            </a:defPPr>
            <a:lvl1pPr algn="ctr">
              <a:defRPr sz="1575" b="1" i="0">
                <a:solidFill>
                  <a:srgbClr val="17324D"/>
                </a:solidFill>
                <a:latin typeface="Aptos"/>
                <a:ea typeface="Aptos"/>
                <a:cs typeface="Aptos"/>
              </a:defRPr>
            </a:lvl1pPr>
            <a:lvl2pPr algn="ctr">
              <a:defRPr sz="1575" b="1" i="0">
                <a:solidFill>
                  <a:srgbClr val="17324D"/>
                </a:solidFill>
                <a:latin typeface="Aptos"/>
                <a:ea typeface="Aptos"/>
                <a:cs typeface="Aptos"/>
              </a:defRPr>
            </a:lvl2pPr>
            <a:lvl3pPr algn="ctr">
              <a:defRPr sz="1575" b="1" i="0">
                <a:solidFill>
                  <a:srgbClr val="17324D"/>
                </a:solidFill>
                <a:latin typeface="Aptos"/>
                <a:ea typeface="Aptos"/>
                <a:cs typeface="Aptos"/>
              </a:defRPr>
            </a:lvl3pPr>
            <a:lvl4pPr algn="ctr">
              <a:defRPr sz="1575" b="1" i="0">
                <a:solidFill>
                  <a:srgbClr val="17324D"/>
                </a:solidFill>
                <a:latin typeface="Aptos"/>
                <a:ea typeface="Aptos"/>
                <a:cs typeface="Aptos"/>
              </a:defRPr>
            </a:lvl4pPr>
            <a:lvl5pPr algn="ctr">
              <a:defRPr sz="1575" b="1" i="0">
                <a:solidFill>
                  <a:srgbClr val="17324D"/>
                </a:solidFill>
                <a:latin typeface="Aptos"/>
                <a:ea typeface="Aptos"/>
                <a:cs typeface="Aptos"/>
              </a:defRPr>
            </a:lvl5pPr>
            <a:lvl6pPr algn="ctr">
              <a:defRPr sz="1575" b="1" i="0">
                <a:solidFill>
                  <a:srgbClr val="17324D"/>
                </a:solidFill>
                <a:latin typeface="Aptos"/>
                <a:ea typeface="Aptos"/>
                <a:cs typeface="Aptos"/>
              </a:defRPr>
            </a:lvl6pPr>
            <a:lvl7pPr algn="ctr">
              <a:defRPr sz="1575" b="1" i="0">
                <a:solidFill>
                  <a:srgbClr val="17324D"/>
                </a:solidFill>
                <a:latin typeface="Aptos"/>
                <a:ea typeface="Aptos"/>
                <a:cs typeface="Aptos"/>
              </a:defRPr>
            </a:lvl7pPr>
            <a:lvl8pPr algn="ctr">
              <a:defRPr sz="1575" b="1" i="0">
                <a:solidFill>
                  <a:srgbClr val="17324D"/>
                </a:solidFill>
                <a:latin typeface="Aptos"/>
                <a:ea typeface="Aptos"/>
                <a:cs typeface="Aptos"/>
              </a:defRPr>
            </a:lvl8pPr>
            <a:lvl9pPr algn="ctr">
              <a:defRPr sz="1575" b="1" i="0">
                <a:solidFill>
                  <a:srgbClr val="17324D"/>
                </a:solidFill>
                <a:latin typeface="Aptos"/>
                <a:ea typeface="Aptos"/>
                <a:cs typeface="Aptos"/>
              </a:defRPr>
            </a:lvl9pPr>
          </a:lstStyle>
          <a:p xmlns:a="http://schemas.openxmlformats.org/drawingml/2006/main">
            <a:pPr algn="ctr">
              <a:defRPr sz="1575" b="1" i="0">
                <a:solidFill>
                  <a:srgbClr val="17324D"/>
                </a:solidFill>
                <a:latin typeface="Aptos"/>
                <a:ea typeface="Aptos"/>
                <a:cs typeface="Aptos"/>
              </a:defRPr>
            </a:pPr>
            <a:r>
              <a:rPr sz="1575" b="1" i="0">
                <a:solidFill>
                  <a:srgbClr val="17324D"/>
                </a:solidFill>
                <a:latin typeface="Aptos"/>
                <a:ea typeface="Aptos"/>
                <a:cs typeface="Aptos"/>
              </a:rPr>
              <a:t>lead_id  ·  is not empty</a:t>
            </a:r>
          </a:p>
          <a:p xmlns:a="http://schemas.openxmlformats.org/drawingml/2006/main">
            <a:pPr algn="ctr">
              <a:defRPr sz="1575" b="1" i="0">
                <a:solidFill>
                  <a:srgbClr val="17324D"/>
                </a:solidFill>
                <a:latin typeface="Aptos"/>
                <a:ea typeface="Aptos"/>
                <a:cs typeface="Aptos"/>
              </a:defRPr>
            </a:pPr>
            <a:r>
              <a:rPr sz="1575" b="1" i="0">
                <a:solidFill>
                  <a:srgbClr val="17324D"/>
                </a:solidFill>
                <a:latin typeface="Aptos"/>
                <a:ea typeface="Aptos"/>
                <a:cs typeface="Aptos"/>
              </a:rPr>
              <a:t>interes  ·  is not empty</a:t>
            </a:r>
          </a:p>
        </p:txBody>
      </p:sp>
      <p:sp>
        <p:nvSpPr>
          <p:cNvPr id="7" name="and-badge-box">
            <a:extLst xmlns:a="http://schemas.openxmlformats.org/drawingml/2006/main">
              <a:ext uri="{FF2B5EF4-FFF2-40B4-BE49-F238E27FC236}">
                <a16:creationId xmlns:a16="http://schemas.microsoft.com/office/drawing/2014/main" id="{364F01E6-DB76-4AD2-B2E8-9F9D12BFCBB0}"/>
              </a:ext>
            </a:extLst>
          </p:cNvPr>
          <p:cNvSpPr>
            <a:spLocks xmlns:a="http://schemas.openxmlformats.org/drawingml/2006/main" noGrp="1"/>
          </p:cNvSpPr>
          <p:nvPr/>
        </p:nvSpPr>
        <p:spPr>
          <a:xfrm xmlns:a="http://schemas.openxmlformats.org/drawingml/2006/main">
            <a:off x="1257300" y="3943350"/>
            <a:ext cx="2419350" cy="361950"/>
          </a:xfrm>
          <a:prstGeom xmlns:a="http://schemas.openxmlformats.org/drawingml/2006/main" prst="roundRect">
            <a:avLst>
              <a:gd name="adj" fmla="val 21053"/>
            </a:avLst>
          </a:prstGeom>
          <a:solidFill xmlns:a="http://schemas.openxmlformats.org/drawingml/2006/main">
            <a:srgbClr val="003366"/>
          </a:solidFill>
          <a:ln xmlns:a="http://schemas.openxmlformats.org/drawingml/2006/main" w="0">
            <a:noFill/>
            <a:prstDash val="solid"/>
          </a:ln>
        </p:spPr>
      </p:sp>
      <p:sp>
        <p:nvSpPr>
          <p:cNvPr id="8" name="and-badge-text">
            <a:extLst xmlns:a="http://schemas.openxmlformats.org/drawingml/2006/main">
              <a:ext uri="{FF2B5EF4-FFF2-40B4-BE49-F238E27FC236}">
                <a16:creationId xmlns:a16="http://schemas.microsoft.com/office/drawing/2014/main" id="{A4231764-574A-49A1-8AFB-221D96595BA6}"/>
              </a:ext>
            </a:extLst>
          </p:cNvPr>
          <p:cNvSpPr>
            <a:spLocks xmlns:a="http://schemas.openxmlformats.org/drawingml/2006/main" noGrp="1"/>
          </p:cNvSpPr>
          <p:nvPr/>
        </p:nvSpPr>
        <p:spPr>
          <a:xfrm xmlns:a="http://schemas.openxmlformats.org/drawingml/2006/main">
            <a:off x="1371600" y="4010025"/>
            <a:ext cx="2190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COMBINACIÓN AND</a:t>
            </a:r>
          </a:p>
        </p:txBody>
      </p:sp>
      <p:sp>
        <p:nvSpPr>
          <p:cNvPr id="9" name="if-link">
            <a:extLst xmlns:a="http://schemas.openxmlformats.org/drawingml/2006/main">
              <a:ext uri="{FF2B5EF4-FFF2-40B4-BE49-F238E27FC236}">
                <a16:creationId xmlns:a16="http://schemas.microsoft.com/office/drawing/2014/main" id="{D0B64E7F-7B6E-4981-BF18-065BE54FE2B7}"/>
              </a:ext>
            </a:extLst>
          </p:cNvPr>
          <p:cNvSpPr>
            <a:spLocks xmlns:a="http://schemas.openxmlformats.org/drawingml/2006/main" noGrp="1"/>
          </p:cNvSpPr>
          <p:nvPr/>
        </p:nvSpPr>
        <p:spPr>
          <a:xfrm xmlns:a="http://schemas.openxmlformats.org/drawingml/2006/main">
            <a:off x="4248150" y="3305175"/>
            <a:ext cx="9144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10" name="if-node">
            <a:extLst xmlns:a="http://schemas.openxmlformats.org/drawingml/2006/main">
              <a:ext uri="{FF2B5EF4-FFF2-40B4-BE49-F238E27FC236}">
                <a16:creationId xmlns:a16="http://schemas.microsoft.com/office/drawing/2014/main" id="{296073D8-EA81-4826-85B2-56C4B15535F8}"/>
              </a:ext>
            </a:extLst>
          </p:cNvPr>
          <p:cNvSpPr>
            <a:spLocks xmlns:a="http://schemas.openxmlformats.org/drawingml/2006/main" noGrp="1"/>
          </p:cNvSpPr>
          <p:nvPr/>
        </p:nvSpPr>
        <p:spPr>
          <a:xfrm xmlns:a="http://schemas.openxmlformats.org/drawingml/2006/main">
            <a:off x="5162550" y="2857500"/>
            <a:ext cx="914400" cy="914400"/>
          </a:xfrm>
          <a:prstGeom xmlns:a="http://schemas.openxmlformats.org/drawingml/2006/main" prst="ellipse">
            <a:avLst/>
          </a:prstGeom>
          <a:solidFill xmlns:a="http://schemas.openxmlformats.org/drawingml/2006/main">
            <a:srgbClr val="D6A84B"/>
          </a:solidFill>
          <a:ln xmlns:a="http://schemas.openxmlformats.org/drawingml/2006/main" w="0">
            <a:noFill/>
            <a:prstDash val="solid"/>
          </a:ln>
        </p:spPr>
      </p:sp>
      <p:sp>
        <p:nvSpPr>
          <p:cNvPr id="11" name="if-label">
            <a:extLst xmlns:a="http://schemas.openxmlformats.org/drawingml/2006/main">
              <a:ext uri="{FF2B5EF4-FFF2-40B4-BE49-F238E27FC236}">
                <a16:creationId xmlns:a16="http://schemas.microsoft.com/office/drawing/2014/main" id="{15A631F6-43B6-45DC-AB8C-A44D766758E7}"/>
              </a:ext>
            </a:extLst>
          </p:cNvPr>
          <p:cNvSpPr>
            <a:spLocks xmlns:a="http://schemas.openxmlformats.org/drawingml/2006/main" noGrp="1"/>
          </p:cNvSpPr>
          <p:nvPr/>
        </p:nvSpPr>
        <p:spPr>
          <a:xfrm xmlns:a="http://schemas.openxmlformats.org/drawingml/2006/main">
            <a:off x="5162550" y="3114675"/>
            <a:ext cx="914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i="0">
                <a:solidFill>
                  <a:srgbClr val="FFFFFF"/>
                </a:solidFill>
                <a:latin typeface="Aptos"/>
                <a:ea typeface="Aptos"/>
                <a:cs typeface="Aptos"/>
              </a:defRPr>
            </a:defPPr>
            <a:lvl1pPr algn="ctr">
              <a:defRPr sz="2100" b="1" i="0">
                <a:solidFill>
                  <a:srgbClr val="FFFFFF"/>
                </a:solidFill>
                <a:latin typeface="Aptos"/>
                <a:ea typeface="Aptos"/>
                <a:cs typeface="Aptos"/>
              </a:defRPr>
            </a:lvl1pPr>
            <a:lvl2pPr algn="ctr">
              <a:defRPr sz="2100" b="1" i="0">
                <a:solidFill>
                  <a:srgbClr val="FFFFFF"/>
                </a:solidFill>
                <a:latin typeface="Aptos"/>
                <a:ea typeface="Aptos"/>
                <a:cs typeface="Aptos"/>
              </a:defRPr>
            </a:lvl2pPr>
            <a:lvl3pPr algn="ctr">
              <a:defRPr sz="2100" b="1" i="0">
                <a:solidFill>
                  <a:srgbClr val="FFFFFF"/>
                </a:solidFill>
                <a:latin typeface="Aptos"/>
                <a:ea typeface="Aptos"/>
                <a:cs typeface="Aptos"/>
              </a:defRPr>
            </a:lvl3pPr>
            <a:lvl4pPr algn="ctr">
              <a:defRPr sz="2100" b="1" i="0">
                <a:solidFill>
                  <a:srgbClr val="FFFFFF"/>
                </a:solidFill>
                <a:latin typeface="Aptos"/>
                <a:ea typeface="Aptos"/>
                <a:cs typeface="Aptos"/>
              </a:defRPr>
            </a:lvl4pPr>
            <a:lvl5pPr algn="ctr">
              <a:defRPr sz="2100" b="1" i="0">
                <a:solidFill>
                  <a:srgbClr val="FFFFFF"/>
                </a:solidFill>
                <a:latin typeface="Aptos"/>
                <a:ea typeface="Aptos"/>
                <a:cs typeface="Aptos"/>
              </a:defRPr>
            </a:lvl5pPr>
            <a:lvl6pPr algn="ctr">
              <a:defRPr sz="2100" b="1" i="0">
                <a:solidFill>
                  <a:srgbClr val="FFFFFF"/>
                </a:solidFill>
                <a:latin typeface="Aptos"/>
                <a:ea typeface="Aptos"/>
                <a:cs typeface="Aptos"/>
              </a:defRPr>
            </a:lvl6pPr>
            <a:lvl7pPr algn="ctr">
              <a:defRPr sz="2100" b="1" i="0">
                <a:solidFill>
                  <a:srgbClr val="FFFFFF"/>
                </a:solidFill>
                <a:latin typeface="Aptos"/>
                <a:ea typeface="Aptos"/>
                <a:cs typeface="Aptos"/>
              </a:defRPr>
            </a:lvl7pPr>
            <a:lvl8pPr algn="ctr">
              <a:defRPr sz="2100" b="1" i="0">
                <a:solidFill>
                  <a:srgbClr val="FFFFFF"/>
                </a:solidFill>
                <a:latin typeface="Aptos"/>
                <a:ea typeface="Aptos"/>
                <a:cs typeface="Aptos"/>
              </a:defRPr>
            </a:lvl8pPr>
            <a:lvl9pPr algn="ctr">
              <a:defRPr sz="2100" b="1" i="0">
                <a:solidFill>
                  <a:srgbClr val="FFFFFF"/>
                </a:solidFill>
                <a:latin typeface="Aptos"/>
                <a:ea typeface="Aptos"/>
                <a:cs typeface="Aptos"/>
              </a:defRPr>
            </a:lvl9pPr>
          </a:lstStyle>
          <a:p xmlns:a="http://schemas.openxmlformats.org/drawingml/2006/main">
            <a:pPr algn="ctr">
              <a:defRPr sz="2100" b="1" i="0">
                <a:solidFill>
                  <a:srgbClr val="FFFFFF"/>
                </a:solidFill>
                <a:latin typeface="Aptos"/>
                <a:ea typeface="Aptos"/>
                <a:cs typeface="Aptos"/>
              </a:defRPr>
            </a:pPr>
            <a:r>
              <a:rPr sz="2100" b="1" i="0">
                <a:solidFill>
                  <a:srgbClr val="FFFFFF"/>
                </a:solidFill>
                <a:latin typeface="Aptos"/>
                <a:ea typeface="Aptos"/>
                <a:cs typeface="Aptos"/>
              </a:rPr>
              <a:t>IF</a:t>
            </a:r>
          </a:p>
        </p:txBody>
      </p:sp>
      <p:sp>
        <p:nvSpPr>
          <p:cNvPr id="12" name="true-line-a">
            <a:extLst xmlns:a="http://schemas.openxmlformats.org/drawingml/2006/main">
              <a:ext uri="{FF2B5EF4-FFF2-40B4-BE49-F238E27FC236}">
                <a16:creationId xmlns:a16="http://schemas.microsoft.com/office/drawing/2014/main" id="{677C2A02-1E7F-4FDD-A96B-81C1637543D9}"/>
              </a:ext>
            </a:extLst>
          </p:cNvPr>
          <p:cNvSpPr>
            <a:spLocks xmlns:a="http://schemas.openxmlformats.org/drawingml/2006/main" noGrp="1"/>
          </p:cNvSpPr>
          <p:nvPr/>
        </p:nvSpPr>
        <p:spPr>
          <a:xfrm xmlns:a="http://schemas.openxmlformats.org/drawingml/2006/main">
            <a:off x="6076950" y="3048000"/>
            <a:ext cx="1390650" cy="38100"/>
          </a:xfrm>
          <a:prstGeom xmlns:a="http://schemas.openxmlformats.org/drawingml/2006/main" prst="rect">
            <a:avLst/>
          </a:prstGeom>
          <a:solidFill xmlns:a="http://schemas.openxmlformats.org/drawingml/2006/main">
            <a:srgbClr val="4A8F77"/>
          </a:solidFill>
          <a:ln xmlns:a="http://schemas.openxmlformats.org/drawingml/2006/main" w="0">
            <a:noFill/>
            <a:prstDash val="solid"/>
          </a:ln>
        </p:spPr>
      </p:sp>
      <p:sp>
        <p:nvSpPr>
          <p:cNvPr id="13" name="false-line-a">
            <a:extLst xmlns:a="http://schemas.openxmlformats.org/drawingml/2006/main">
              <a:ext uri="{FF2B5EF4-FFF2-40B4-BE49-F238E27FC236}">
                <a16:creationId xmlns:a16="http://schemas.microsoft.com/office/drawing/2014/main" id="{B7BA8852-ABC6-402C-AA3F-8E8BCD89E843}"/>
              </a:ext>
            </a:extLst>
          </p:cNvPr>
          <p:cNvSpPr>
            <a:spLocks xmlns:a="http://schemas.openxmlformats.org/drawingml/2006/main" noGrp="1"/>
          </p:cNvSpPr>
          <p:nvPr/>
        </p:nvSpPr>
        <p:spPr>
          <a:xfrm xmlns:a="http://schemas.openxmlformats.org/drawingml/2006/main">
            <a:off x="6076950" y="3600450"/>
            <a:ext cx="1390650" cy="38100"/>
          </a:xfrm>
          <a:prstGeom xmlns:a="http://schemas.openxmlformats.org/drawingml/2006/main" prst="rect">
            <a:avLst/>
          </a:prstGeom>
          <a:solidFill xmlns:a="http://schemas.openxmlformats.org/drawingml/2006/main">
            <a:srgbClr val="A94A4A"/>
          </a:solidFill>
          <a:ln xmlns:a="http://schemas.openxmlformats.org/drawingml/2006/main" w="0">
            <a:noFill/>
            <a:prstDash val="solid"/>
          </a:ln>
        </p:spPr>
      </p:sp>
      <p:sp>
        <p:nvSpPr>
          <p:cNvPr id="14" name="true-card">
            <a:extLst xmlns:a="http://schemas.openxmlformats.org/drawingml/2006/main">
              <a:ext uri="{FF2B5EF4-FFF2-40B4-BE49-F238E27FC236}">
                <a16:creationId xmlns:a16="http://schemas.microsoft.com/office/drawing/2014/main" id="{E6D27541-10A3-4A03-AC61-1D63C104C05D}"/>
              </a:ext>
            </a:extLst>
          </p:cNvPr>
          <p:cNvSpPr>
            <a:spLocks xmlns:a="http://schemas.openxmlformats.org/drawingml/2006/main" noGrp="1"/>
          </p:cNvSpPr>
          <p:nvPr/>
        </p:nvSpPr>
        <p:spPr>
          <a:xfrm xmlns:a="http://schemas.openxmlformats.org/drawingml/2006/main">
            <a:off x="7467600" y="2362200"/>
            <a:ext cx="3981450" cy="1371600"/>
          </a:xfrm>
          <a:prstGeom xmlns:a="http://schemas.openxmlformats.org/drawingml/2006/main" prst="roundRect">
            <a:avLst>
              <a:gd name="adj" fmla="val 5556"/>
            </a:avLst>
          </a:prstGeom>
          <a:solidFill xmlns:a="http://schemas.openxmlformats.org/drawingml/2006/main">
            <a:srgbClr val="4A8F77"/>
          </a:solidFill>
          <a:ln xmlns:a="http://schemas.openxmlformats.org/drawingml/2006/main" w="0">
            <a:noFill/>
            <a:prstDash val="solid"/>
          </a:ln>
        </p:spPr>
      </p:sp>
      <p:sp>
        <p:nvSpPr>
          <p:cNvPr id="15" name="true-title">
            <a:extLst xmlns:a="http://schemas.openxmlformats.org/drawingml/2006/main">
              <a:ext uri="{FF2B5EF4-FFF2-40B4-BE49-F238E27FC236}">
                <a16:creationId xmlns:a16="http://schemas.microsoft.com/office/drawing/2014/main" id="{18EFE662-6540-4885-94B5-C14999881D27}"/>
              </a:ext>
            </a:extLst>
          </p:cNvPr>
          <p:cNvSpPr>
            <a:spLocks xmlns:a="http://schemas.openxmlformats.org/drawingml/2006/main" noGrp="1"/>
          </p:cNvSpPr>
          <p:nvPr/>
        </p:nvSpPr>
        <p:spPr>
          <a:xfrm xmlns:a="http://schemas.openxmlformats.org/drawingml/2006/main">
            <a:off x="7810500" y="2609850"/>
            <a:ext cx="3295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FFFFFF"/>
                </a:solidFill>
                <a:latin typeface="Aptos"/>
                <a:ea typeface="Aptos"/>
                <a:cs typeface="Aptos"/>
              </a:defRPr>
            </a:defPPr>
            <a:lvl1pPr algn="ctr">
              <a:defRPr sz="1275" b="1" i="0">
                <a:solidFill>
                  <a:srgbClr val="FFFFFF"/>
                </a:solidFill>
                <a:latin typeface="Aptos"/>
                <a:ea typeface="Aptos"/>
                <a:cs typeface="Aptos"/>
              </a:defRPr>
            </a:lvl1pPr>
            <a:lvl2pPr algn="ctr">
              <a:defRPr sz="1275" b="1" i="0">
                <a:solidFill>
                  <a:srgbClr val="FFFFFF"/>
                </a:solidFill>
                <a:latin typeface="Aptos"/>
                <a:ea typeface="Aptos"/>
                <a:cs typeface="Aptos"/>
              </a:defRPr>
            </a:lvl2pPr>
            <a:lvl3pPr algn="ctr">
              <a:defRPr sz="1275" b="1" i="0">
                <a:solidFill>
                  <a:srgbClr val="FFFFFF"/>
                </a:solidFill>
                <a:latin typeface="Aptos"/>
                <a:ea typeface="Aptos"/>
                <a:cs typeface="Aptos"/>
              </a:defRPr>
            </a:lvl3pPr>
            <a:lvl4pPr algn="ctr">
              <a:defRPr sz="1275" b="1" i="0">
                <a:solidFill>
                  <a:srgbClr val="FFFFFF"/>
                </a:solidFill>
                <a:latin typeface="Aptos"/>
                <a:ea typeface="Aptos"/>
                <a:cs typeface="Aptos"/>
              </a:defRPr>
            </a:lvl4pPr>
            <a:lvl5pPr algn="ctr">
              <a:defRPr sz="1275" b="1" i="0">
                <a:solidFill>
                  <a:srgbClr val="FFFFFF"/>
                </a:solidFill>
                <a:latin typeface="Aptos"/>
                <a:ea typeface="Aptos"/>
                <a:cs typeface="Aptos"/>
              </a:defRPr>
            </a:lvl5pPr>
            <a:lvl6pPr algn="ctr">
              <a:defRPr sz="1275" b="1" i="0">
                <a:solidFill>
                  <a:srgbClr val="FFFFFF"/>
                </a:solidFill>
                <a:latin typeface="Aptos"/>
                <a:ea typeface="Aptos"/>
                <a:cs typeface="Aptos"/>
              </a:defRPr>
            </a:lvl6pPr>
            <a:lvl7pPr algn="ctr">
              <a:defRPr sz="1275" b="1" i="0">
                <a:solidFill>
                  <a:srgbClr val="FFFFFF"/>
                </a:solidFill>
                <a:latin typeface="Aptos"/>
                <a:ea typeface="Aptos"/>
                <a:cs typeface="Aptos"/>
              </a:defRPr>
            </a:lvl7pPr>
            <a:lvl8pPr algn="ctr">
              <a:defRPr sz="1275" b="1" i="0">
                <a:solidFill>
                  <a:srgbClr val="FFFFFF"/>
                </a:solidFill>
                <a:latin typeface="Aptos"/>
                <a:ea typeface="Aptos"/>
                <a:cs typeface="Aptos"/>
              </a:defRPr>
            </a:lvl8pPr>
            <a:lvl9pPr algn="ctr">
              <a:defRPr sz="1275" b="1" i="0">
                <a:solidFill>
                  <a:srgbClr val="FFFFFF"/>
                </a:solidFill>
                <a:latin typeface="Aptos"/>
                <a:ea typeface="Aptos"/>
                <a:cs typeface="Aptos"/>
              </a:defRPr>
            </a:lvl9pPr>
          </a:lstStyle>
          <a:p xmlns:a="http://schemas.openxmlformats.org/drawingml/2006/main">
            <a:pPr algn="ctr">
              <a:defRPr sz="1275" b="1" i="0">
                <a:solidFill>
                  <a:srgbClr val="FFFFFF"/>
                </a:solidFill>
                <a:latin typeface="Aptos"/>
                <a:ea typeface="Aptos"/>
                <a:cs typeface="Aptos"/>
              </a:defRPr>
            </a:pPr>
            <a:r>
              <a:rPr sz="1275" b="1" i="0">
                <a:solidFill>
                  <a:srgbClr val="FFFFFF"/>
                </a:solidFill>
                <a:latin typeface="Aptos"/>
                <a:ea typeface="Aptos"/>
                <a:cs typeface="Aptos"/>
              </a:rPr>
              <a:t>TRUE  ·  RESULTADO VÁLIDO</a:t>
            </a:r>
          </a:p>
        </p:txBody>
      </p:sp>
      <p:sp>
        <p:nvSpPr>
          <p:cNvPr id="16" name="true-copy">
            <a:extLst xmlns:a="http://schemas.openxmlformats.org/drawingml/2006/main">
              <a:ext uri="{FF2B5EF4-FFF2-40B4-BE49-F238E27FC236}">
                <a16:creationId xmlns:a16="http://schemas.microsoft.com/office/drawing/2014/main" id="{FECFBAE4-1558-4B26-B5D2-D8A68C04257F}"/>
              </a:ext>
            </a:extLst>
          </p:cNvPr>
          <p:cNvSpPr>
            <a:spLocks xmlns:a="http://schemas.openxmlformats.org/drawingml/2006/main" noGrp="1"/>
          </p:cNvSpPr>
          <p:nvPr/>
        </p:nvSpPr>
        <p:spPr>
          <a:xfrm xmlns:a="http://schemas.openxmlformats.org/drawingml/2006/main">
            <a:off x="7810500" y="3105150"/>
            <a:ext cx="3295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estado = LISTO_PARA_REVISION</a:t>
            </a:r>
          </a:p>
        </p:txBody>
      </p:sp>
      <p:sp>
        <p:nvSpPr>
          <p:cNvPr id="17" name="false-card">
            <a:extLst xmlns:a="http://schemas.openxmlformats.org/drawingml/2006/main">
              <a:ext uri="{FF2B5EF4-FFF2-40B4-BE49-F238E27FC236}">
                <a16:creationId xmlns:a16="http://schemas.microsoft.com/office/drawing/2014/main" id="{9BDFC0F7-0267-470B-BBBC-138AADED4980}"/>
              </a:ext>
            </a:extLst>
          </p:cNvPr>
          <p:cNvSpPr>
            <a:spLocks xmlns:a="http://schemas.openxmlformats.org/drawingml/2006/main" noGrp="1"/>
          </p:cNvSpPr>
          <p:nvPr/>
        </p:nvSpPr>
        <p:spPr>
          <a:xfrm xmlns:a="http://schemas.openxmlformats.org/drawingml/2006/main">
            <a:off x="7467600" y="3943350"/>
            <a:ext cx="3981450" cy="1371600"/>
          </a:xfrm>
          <a:prstGeom xmlns:a="http://schemas.openxmlformats.org/drawingml/2006/main" prst="roundRect">
            <a:avLst>
              <a:gd name="adj" fmla="val 5556"/>
            </a:avLst>
          </a:prstGeom>
          <a:solidFill xmlns:a="http://schemas.openxmlformats.org/drawingml/2006/main">
            <a:srgbClr val="A94A4A"/>
          </a:solidFill>
          <a:ln xmlns:a="http://schemas.openxmlformats.org/drawingml/2006/main" w="0">
            <a:noFill/>
            <a:prstDash val="solid"/>
          </a:ln>
        </p:spPr>
      </p:sp>
      <p:sp>
        <p:nvSpPr>
          <p:cNvPr id="18" name="false-title">
            <a:extLst xmlns:a="http://schemas.openxmlformats.org/drawingml/2006/main">
              <a:ext uri="{FF2B5EF4-FFF2-40B4-BE49-F238E27FC236}">
                <a16:creationId xmlns:a16="http://schemas.microsoft.com/office/drawing/2014/main" id="{0EE03B07-C19F-41BD-98A9-531BD57790EC}"/>
              </a:ext>
            </a:extLst>
          </p:cNvPr>
          <p:cNvSpPr>
            <a:spLocks xmlns:a="http://schemas.openxmlformats.org/drawingml/2006/main" noGrp="1"/>
          </p:cNvSpPr>
          <p:nvPr/>
        </p:nvSpPr>
        <p:spPr>
          <a:xfrm xmlns:a="http://schemas.openxmlformats.org/drawingml/2006/main">
            <a:off x="7810500" y="4191000"/>
            <a:ext cx="3295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FFFFFF"/>
                </a:solidFill>
                <a:latin typeface="Aptos"/>
                <a:ea typeface="Aptos"/>
                <a:cs typeface="Aptos"/>
              </a:defRPr>
            </a:defPPr>
            <a:lvl1pPr algn="ctr">
              <a:defRPr sz="1275" b="1" i="0">
                <a:solidFill>
                  <a:srgbClr val="FFFFFF"/>
                </a:solidFill>
                <a:latin typeface="Aptos"/>
                <a:ea typeface="Aptos"/>
                <a:cs typeface="Aptos"/>
              </a:defRPr>
            </a:lvl1pPr>
            <a:lvl2pPr algn="ctr">
              <a:defRPr sz="1275" b="1" i="0">
                <a:solidFill>
                  <a:srgbClr val="FFFFFF"/>
                </a:solidFill>
                <a:latin typeface="Aptos"/>
                <a:ea typeface="Aptos"/>
                <a:cs typeface="Aptos"/>
              </a:defRPr>
            </a:lvl2pPr>
            <a:lvl3pPr algn="ctr">
              <a:defRPr sz="1275" b="1" i="0">
                <a:solidFill>
                  <a:srgbClr val="FFFFFF"/>
                </a:solidFill>
                <a:latin typeface="Aptos"/>
                <a:ea typeface="Aptos"/>
                <a:cs typeface="Aptos"/>
              </a:defRPr>
            </a:lvl3pPr>
            <a:lvl4pPr algn="ctr">
              <a:defRPr sz="1275" b="1" i="0">
                <a:solidFill>
                  <a:srgbClr val="FFFFFF"/>
                </a:solidFill>
                <a:latin typeface="Aptos"/>
                <a:ea typeface="Aptos"/>
                <a:cs typeface="Aptos"/>
              </a:defRPr>
            </a:lvl4pPr>
            <a:lvl5pPr algn="ctr">
              <a:defRPr sz="1275" b="1" i="0">
                <a:solidFill>
                  <a:srgbClr val="FFFFFF"/>
                </a:solidFill>
                <a:latin typeface="Aptos"/>
                <a:ea typeface="Aptos"/>
                <a:cs typeface="Aptos"/>
              </a:defRPr>
            </a:lvl5pPr>
            <a:lvl6pPr algn="ctr">
              <a:defRPr sz="1275" b="1" i="0">
                <a:solidFill>
                  <a:srgbClr val="FFFFFF"/>
                </a:solidFill>
                <a:latin typeface="Aptos"/>
                <a:ea typeface="Aptos"/>
                <a:cs typeface="Aptos"/>
              </a:defRPr>
            </a:lvl6pPr>
            <a:lvl7pPr algn="ctr">
              <a:defRPr sz="1275" b="1" i="0">
                <a:solidFill>
                  <a:srgbClr val="FFFFFF"/>
                </a:solidFill>
                <a:latin typeface="Aptos"/>
                <a:ea typeface="Aptos"/>
                <a:cs typeface="Aptos"/>
              </a:defRPr>
            </a:lvl7pPr>
            <a:lvl8pPr algn="ctr">
              <a:defRPr sz="1275" b="1" i="0">
                <a:solidFill>
                  <a:srgbClr val="FFFFFF"/>
                </a:solidFill>
                <a:latin typeface="Aptos"/>
                <a:ea typeface="Aptos"/>
                <a:cs typeface="Aptos"/>
              </a:defRPr>
            </a:lvl8pPr>
            <a:lvl9pPr algn="ctr">
              <a:defRPr sz="1275" b="1" i="0">
                <a:solidFill>
                  <a:srgbClr val="FFFFFF"/>
                </a:solidFill>
                <a:latin typeface="Aptos"/>
                <a:ea typeface="Aptos"/>
                <a:cs typeface="Aptos"/>
              </a:defRPr>
            </a:lvl9pPr>
          </a:lstStyle>
          <a:p xmlns:a="http://schemas.openxmlformats.org/drawingml/2006/main">
            <a:pPr algn="ctr">
              <a:defRPr sz="1275" b="1" i="0">
                <a:solidFill>
                  <a:srgbClr val="FFFFFF"/>
                </a:solidFill>
                <a:latin typeface="Aptos"/>
                <a:ea typeface="Aptos"/>
                <a:cs typeface="Aptos"/>
              </a:defRPr>
            </a:pPr>
            <a:r>
              <a:rPr sz="1275" b="1" i="0">
                <a:solidFill>
                  <a:srgbClr val="FFFFFF"/>
                </a:solidFill>
                <a:latin typeface="Aptos"/>
                <a:ea typeface="Aptos"/>
                <a:cs typeface="Aptos"/>
              </a:rPr>
              <a:t>FALSE  ·  REVISIÓN DE DATO</a:t>
            </a:r>
          </a:p>
        </p:txBody>
      </p:sp>
      <p:sp>
        <p:nvSpPr>
          <p:cNvPr id="19" name="false-copy">
            <a:extLst xmlns:a="http://schemas.openxmlformats.org/drawingml/2006/main">
              <a:ext uri="{FF2B5EF4-FFF2-40B4-BE49-F238E27FC236}">
                <a16:creationId xmlns:a16="http://schemas.microsoft.com/office/drawing/2014/main" id="{55A629EA-8D04-4054-9696-F3399A483B87}"/>
              </a:ext>
            </a:extLst>
          </p:cNvPr>
          <p:cNvSpPr>
            <a:spLocks xmlns:a="http://schemas.openxmlformats.org/drawingml/2006/main" noGrp="1"/>
          </p:cNvSpPr>
          <p:nvPr/>
        </p:nvSpPr>
        <p:spPr>
          <a:xfrm xmlns:a="http://schemas.openxmlformats.org/drawingml/2006/main">
            <a:off x="7810500" y="4629150"/>
            <a:ext cx="3295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425" b="1" i="0">
                <a:solidFill>
                  <a:srgbClr val="FFFFFF"/>
                </a:solidFill>
                <a:latin typeface="Aptos"/>
                <a:ea typeface="Aptos"/>
                <a:cs typeface="Aptos"/>
              </a:defRPr>
            </a:defPPr>
            <a:lvl1pPr algn="ctr">
              <a:defRPr sz="1425" b="1" i="0">
                <a:solidFill>
                  <a:srgbClr val="FFFFFF"/>
                </a:solidFill>
                <a:latin typeface="Aptos"/>
                <a:ea typeface="Aptos"/>
                <a:cs typeface="Aptos"/>
              </a:defRPr>
            </a:lvl1pPr>
            <a:lvl2pPr algn="ctr">
              <a:defRPr sz="1425" b="1" i="0">
                <a:solidFill>
                  <a:srgbClr val="FFFFFF"/>
                </a:solidFill>
                <a:latin typeface="Aptos"/>
                <a:ea typeface="Aptos"/>
                <a:cs typeface="Aptos"/>
              </a:defRPr>
            </a:lvl2pPr>
            <a:lvl3pPr algn="ctr">
              <a:defRPr sz="1425" b="1" i="0">
                <a:solidFill>
                  <a:srgbClr val="FFFFFF"/>
                </a:solidFill>
                <a:latin typeface="Aptos"/>
                <a:ea typeface="Aptos"/>
                <a:cs typeface="Aptos"/>
              </a:defRPr>
            </a:lvl3pPr>
            <a:lvl4pPr algn="ctr">
              <a:defRPr sz="1425" b="1" i="0">
                <a:solidFill>
                  <a:srgbClr val="FFFFFF"/>
                </a:solidFill>
                <a:latin typeface="Aptos"/>
                <a:ea typeface="Aptos"/>
                <a:cs typeface="Aptos"/>
              </a:defRPr>
            </a:lvl4pPr>
            <a:lvl5pPr algn="ctr">
              <a:defRPr sz="1425" b="1" i="0">
                <a:solidFill>
                  <a:srgbClr val="FFFFFF"/>
                </a:solidFill>
                <a:latin typeface="Aptos"/>
                <a:ea typeface="Aptos"/>
                <a:cs typeface="Aptos"/>
              </a:defRPr>
            </a:lvl5pPr>
            <a:lvl6pPr algn="ctr">
              <a:defRPr sz="1425" b="1" i="0">
                <a:solidFill>
                  <a:srgbClr val="FFFFFF"/>
                </a:solidFill>
                <a:latin typeface="Aptos"/>
                <a:ea typeface="Aptos"/>
                <a:cs typeface="Aptos"/>
              </a:defRPr>
            </a:lvl6pPr>
            <a:lvl7pPr algn="ctr">
              <a:defRPr sz="1425" b="1" i="0">
                <a:solidFill>
                  <a:srgbClr val="FFFFFF"/>
                </a:solidFill>
                <a:latin typeface="Aptos"/>
                <a:ea typeface="Aptos"/>
                <a:cs typeface="Aptos"/>
              </a:defRPr>
            </a:lvl7pPr>
            <a:lvl8pPr algn="ctr">
              <a:defRPr sz="1425" b="1" i="0">
                <a:solidFill>
                  <a:srgbClr val="FFFFFF"/>
                </a:solidFill>
                <a:latin typeface="Aptos"/>
                <a:ea typeface="Aptos"/>
                <a:cs typeface="Aptos"/>
              </a:defRPr>
            </a:lvl8pPr>
            <a:lvl9pPr algn="ctr">
              <a:defRPr sz="1425" b="1" i="0">
                <a:solidFill>
                  <a:srgbClr val="FFFFFF"/>
                </a:solidFill>
                <a:latin typeface="Aptos"/>
                <a:ea typeface="Aptos"/>
                <a:cs typeface="Aptos"/>
              </a:defRPr>
            </a:lvl9pPr>
          </a:lstStyle>
          <a:p xmlns:a="http://schemas.openxmlformats.org/drawingml/2006/main">
            <a:pPr algn="ctr">
              <a:defRPr sz="1425" b="1" i="0">
                <a:solidFill>
                  <a:srgbClr val="FFFFFF"/>
                </a:solidFill>
                <a:latin typeface="Aptos"/>
                <a:ea typeface="Aptos"/>
                <a:cs typeface="Aptos"/>
              </a:defRPr>
            </a:pPr>
            <a:r>
              <a:rPr sz="1425" b="1" i="0">
                <a:solidFill>
                  <a:srgbClr val="FFFFFF"/>
                </a:solidFill>
                <a:latin typeface="Aptos"/>
                <a:ea typeface="Aptos"/>
                <a:cs typeface="Aptos"/>
              </a:rPr>
              <a:t>DATO_INCOMPLETO</a:t>
            </a:r>
          </a:p>
          <a:p xmlns:a="http://schemas.openxmlformats.org/drawingml/2006/main">
            <a:pPr algn="ctr">
              <a:defRPr sz="1425" b="1" i="0">
                <a:solidFill>
                  <a:srgbClr val="FFFFFF"/>
                </a:solidFill>
                <a:latin typeface="Aptos"/>
                <a:ea typeface="Aptos"/>
                <a:cs typeface="Aptos"/>
              </a:defRPr>
            </a:pPr>
            <a:r>
              <a:rPr sz="1425" b="1" i="0">
                <a:solidFill>
                  <a:srgbClr val="FFFFFF"/>
                </a:solidFill>
                <a:latin typeface="Aptos"/>
                <a:ea typeface="Aptos"/>
                <a:cs typeface="Aptos"/>
              </a:rPr>
              <a:t>Motivo: Revisar entrada</a:t>
            </a:r>
          </a:p>
        </p:txBody>
      </p:sp>
      <p:sp>
        <p:nvSpPr>
          <p:cNvPr id="20" name="if-limit">
            <a:extLst xmlns:a="http://schemas.openxmlformats.org/drawingml/2006/main">
              <a:ext uri="{FF2B5EF4-FFF2-40B4-BE49-F238E27FC236}">
                <a16:creationId xmlns:a16="http://schemas.microsoft.com/office/drawing/2014/main" id="{ABAD5D1A-8AF9-498B-A1E2-00CA294CD658}"/>
              </a:ext>
            </a:extLst>
          </p:cNvPr>
          <p:cNvSpPr>
            <a:spLocks xmlns:a="http://schemas.openxmlformats.org/drawingml/2006/main" noGrp="1"/>
          </p:cNvSpPr>
          <p:nvPr/>
        </p:nvSpPr>
        <p:spPr>
          <a:xfrm xmlns:a="http://schemas.openxmlformats.org/drawingml/2006/main">
            <a:off x="1295400" y="5715000"/>
            <a:ext cx="9601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03366"/>
                </a:solidFill>
                <a:latin typeface="Aptos"/>
                <a:ea typeface="Aptos"/>
                <a:cs typeface="Aptos"/>
              </a:defRPr>
            </a:defPPr>
            <a:lvl1pPr algn="ctr">
              <a:defRPr sz="1350" b="1" i="0">
                <a:solidFill>
                  <a:srgbClr val="003366"/>
                </a:solidFill>
                <a:latin typeface="Aptos"/>
                <a:ea typeface="Aptos"/>
                <a:cs typeface="Aptos"/>
              </a:defRPr>
            </a:lvl1pPr>
            <a:lvl2pPr algn="ctr">
              <a:defRPr sz="1350" b="1" i="0">
                <a:solidFill>
                  <a:srgbClr val="003366"/>
                </a:solidFill>
                <a:latin typeface="Aptos"/>
                <a:ea typeface="Aptos"/>
                <a:cs typeface="Aptos"/>
              </a:defRPr>
            </a:lvl2pPr>
            <a:lvl3pPr algn="ctr">
              <a:defRPr sz="1350" b="1" i="0">
                <a:solidFill>
                  <a:srgbClr val="003366"/>
                </a:solidFill>
                <a:latin typeface="Aptos"/>
                <a:ea typeface="Aptos"/>
                <a:cs typeface="Aptos"/>
              </a:defRPr>
            </a:lvl3pPr>
            <a:lvl4pPr algn="ctr">
              <a:defRPr sz="1350" b="1" i="0">
                <a:solidFill>
                  <a:srgbClr val="003366"/>
                </a:solidFill>
                <a:latin typeface="Aptos"/>
                <a:ea typeface="Aptos"/>
                <a:cs typeface="Aptos"/>
              </a:defRPr>
            </a:lvl4pPr>
            <a:lvl5pPr algn="ctr">
              <a:defRPr sz="1350" b="1" i="0">
                <a:solidFill>
                  <a:srgbClr val="003366"/>
                </a:solidFill>
                <a:latin typeface="Aptos"/>
                <a:ea typeface="Aptos"/>
                <a:cs typeface="Aptos"/>
              </a:defRPr>
            </a:lvl5pPr>
            <a:lvl6pPr algn="ctr">
              <a:defRPr sz="1350" b="1" i="0">
                <a:solidFill>
                  <a:srgbClr val="003366"/>
                </a:solidFill>
                <a:latin typeface="Aptos"/>
                <a:ea typeface="Aptos"/>
                <a:cs typeface="Aptos"/>
              </a:defRPr>
            </a:lvl6pPr>
            <a:lvl7pPr algn="ctr">
              <a:defRPr sz="1350" b="1" i="0">
                <a:solidFill>
                  <a:srgbClr val="003366"/>
                </a:solidFill>
                <a:latin typeface="Aptos"/>
                <a:ea typeface="Aptos"/>
                <a:cs typeface="Aptos"/>
              </a:defRPr>
            </a:lvl7pPr>
            <a:lvl8pPr algn="ctr">
              <a:defRPr sz="1350" b="1" i="0">
                <a:solidFill>
                  <a:srgbClr val="003366"/>
                </a:solidFill>
                <a:latin typeface="Aptos"/>
                <a:ea typeface="Aptos"/>
                <a:cs typeface="Aptos"/>
              </a:defRPr>
            </a:lvl8pPr>
            <a:lvl9pPr algn="ctr">
              <a:defRPr sz="1350" b="1" i="0">
                <a:solidFill>
                  <a:srgbClr val="003366"/>
                </a:solidFill>
                <a:latin typeface="Aptos"/>
                <a:ea typeface="Aptos"/>
                <a:cs typeface="Aptos"/>
              </a:defRPr>
            </a:lvl9pPr>
          </a:lstStyle>
          <a:p xmlns:a="http://schemas.openxmlformats.org/drawingml/2006/main">
            <a:pPr algn="ctr">
              <a:defRPr sz="1350" b="1" i="0">
                <a:solidFill>
                  <a:srgbClr val="003366"/>
                </a:solidFill>
                <a:latin typeface="Aptos"/>
                <a:ea typeface="Aptos"/>
                <a:cs typeface="Aptos"/>
              </a:defRPr>
            </a:pPr>
            <a:r>
              <a:rPr sz="1350" b="1" i="0">
                <a:solidFill>
                  <a:srgbClr val="003366"/>
                </a:solidFill>
                <a:latin typeface="Aptos"/>
                <a:ea typeface="Aptos"/>
                <a:cs typeface="Aptos"/>
              </a:rPr>
              <a:t>LISTO_PARA_REVISION exige revisión humana. No autoriza envíos, compras ni decisiones.</a:t>
            </a:r>
          </a:p>
        </p:txBody>
      </p:sp>
      <p:sp>
        <p:nvSpPr>
          <p:cNvPr id="21" name="brand-5">
            <a:extLst xmlns:a="http://schemas.openxmlformats.org/drawingml/2006/main">
              <a:ext uri="{FF2B5EF4-FFF2-40B4-BE49-F238E27FC236}">
                <a16:creationId xmlns:a16="http://schemas.microsoft.com/office/drawing/2014/main" id="{A1723B7C-ABCC-4880-987D-2921734E1D9D}"/>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22" name="page-5">
            <a:extLst xmlns:a="http://schemas.openxmlformats.org/drawingml/2006/main">
              <a:ext uri="{FF2B5EF4-FFF2-40B4-BE49-F238E27FC236}">
                <a16:creationId xmlns:a16="http://schemas.microsoft.com/office/drawing/2014/main" id="{7A082C5D-237D-43FA-B610-20ACA59FF8AF}"/>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05</a:t>
            </a:r>
          </a:p>
        </p:txBody>
      </p:sp>
    </p:spTree>
    <p:extLst>
      <p:ext uri="{BB962C8B-B14F-4D97-AF65-F5344CB8AC3E}">
        <p14:creationId xmlns:p14="http://schemas.microsoft.com/office/powerpoint/2010/main" val="213623688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6">
            <a:extLst xmlns:a="http://schemas.openxmlformats.org/drawingml/2006/main">
              <a:ext uri="{FF2B5EF4-FFF2-40B4-BE49-F238E27FC236}">
                <a16:creationId xmlns:a16="http://schemas.microsoft.com/office/drawing/2014/main" id="{DE1CD58B-6B58-425B-B610-78798690C255}"/>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Camino válido y rechazo controlado</a:t>
            </a:r>
          </a:p>
        </p:txBody>
      </p:sp>
      <p:sp>
        <p:nvSpPr>
          <p:cNvPr id="2" name="title-rule-6">
            <a:extLst xmlns:a="http://schemas.openxmlformats.org/drawingml/2006/main">
              <a:ext uri="{FF2B5EF4-FFF2-40B4-BE49-F238E27FC236}">
                <a16:creationId xmlns:a16="http://schemas.microsoft.com/office/drawing/2014/main" id="{59804770-AE13-4696-8EA9-4F003E60B098}"/>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6">
            <a:extLst xmlns:a="http://schemas.openxmlformats.org/drawingml/2006/main">
              <a:ext uri="{FF2B5EF4-FFF2-40B4-BE49-F238E27FC236}">
                <a16:creationId xmlns:a16="http://schemas.microsoft.com/office/drawing/2014/main" id="{7A72C79F-5E33-4FA2-8DF0-3B88C2A25CD3}"/>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La prueba se aprueba cuando el resultado real coincide con el esperado.</a:t>
            </a:r>
          </a:p>
        </p:txBody>
      </p:sp>
      <p:graphicFrame>
        <p:nvGraphicFramePr>
          <p:cNvPr id="4" name="">
            <a:extLst xmlns:a="http://schemas.openxmlformats.org/drawingml/2006/main">
              <a:ext uri="{FF2B5EF4-FFF2-40B4-BE49-F238E27FC236}">
                <a16:creationId xmlns:a16="http://schemas.microsoft.com/office/drawing/2014/main" id="{69226E0A-5359-4852-AF71-0F249C9C53CB}"/>
              </a:ext>
            </a:extLst>
          </p:cNvPr>
          <p:cNvGraphicFramePr/>
          <p:nvPr/>
        </p:nvGraphicFramePr>
        <p:xfrm>
          <a:off xmlns:a="http://schemas.openxmlformats.org/drawingml/2006/main" x="723900" y="2381250"/>
          <a:ext xmlns:a="http://schemas.openxmlformats.org/drawingml/2006/main" cx="10744200" cy="2228850"/>
        </p:xfrm>
        <a:graphic xmlns:a="http://schemas.openxmlformats.org/drawingml/2006/main">
          <a:graphicData uri="http://schemas.openxmlformats.org/drawingml/2006/table">
            <a:tbl>
              <a:tblPr/>
              <a:tblGrid>
                <a:gridCol w="2286000"/>
                <a:gridCol w="2419350"/>
                <a:gridCol w="3524250"/>
                <a:gridCol w="2514600"/>
              </a:tblGrid>
              <a:tr h="742950">
                <a:tc>
                  <a:txBody>
                    <a:bodyPr/>
                    <a:lstStyle/>
                    <a:p>
                      <a:pPr algn="ctr"/>
                      <a:r>
                        <a:rPr sz="1200" b="1">
                          <a:solidFill>
                            <a:srgbClr val="FFFFFF"/>
                          </a:solidFill>
                          <a:latin typeface="Aptos"/>
                          <a:ea typeface="Aptos"/>
                          <a:cs typeface="Aptos"/>
                        </a:rPr>
                        <a:t>Caso</a:t>
                      </a:r>
                    </a:p>
                  </a:txBody>
                  <a:tcPr marL="91440" marR="91440" marT="45720" marB="45720">
                    <a:lnL w="9525">
                      <a:solidFill>
                        <a:srgbClr val="EAF4F8"/>
                      </a:solidFill>
                      <a:prstDash val="solid"/>
                    </a:lnL>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00" b="1">
                          <a:solidFill>
                            <a:srgbClr val="FFFFFF"/>
                          </a:solidFill>
                          <a:latin typeface="Aptos"/>
                          <a:ea typeface="Aptos"/>
                          <a:cs typeface="Aptos"/>
                        </a:rPr>
                        <a:t>Entrada</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00" b="1">
                          <a:solidFill>
                            <a:srgbClr val="FFFFFF"/>
                          </a:solidFill>
                          <a:latin typeface="Aptos"/>
                          <a:ea typeface="Aptos"/>
                          <a:cs typeface="Aptos"/>
                        </a:rPr>
                        <a:t>Resultado esperado</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c>
                  <a:txBody>
                    <a:bodyPr/>
                    <a:lstStyle/>
                    <a:p>
                      <a:pPr algn="ctr"/>
                      <a:r>
                        <a:rPr sz="1200" b="1">
                          <a:solidFill>
                            <a:srgbClr val="FFFFFF"/>
                          </a:solidFill>
                          <a:latin typeface="Aptos"/>
                          <a:ea typeface="Aptos"/>
                          <a:cs typeface="Aptos"/>
                        </a:rPr>
                        <a:t>Lectura</a:t>
                      </a:r>
                    </a:p>
                  </a:txBody>
                  <a:tcPr marL="91440" marR="91440" marT="45720" marB="45720">
                    <a:lnR w="9525">
                      <a:solidFill>
                        <a:srgbClr val="EAF4F8"/>
                      </a:solidFill>
                      <a:prstDash val="solid"/>
                    </a:lnR>
                    <a:lnT w="9525">
                      <a:solidFill>
                        <a:srgbClr val="EAF4F8"/>
                      </a:solidFill>
                      <a:prstDash val="solid"/>
                    </a:lnT>
                    <a:lnB w="9525">
                      <a:solidFill>
                        <a:srgbClr val="EAF4F8"/>
                      </a:solidFill>
                      <a:prstDash val="solid"/>
                    </a:lnB>
                    <a:solidFill>
                      <a:srgbClr val="003366"/>
                    </a:solidFill>
                  </a:tcPr>
                </a:tc>
              </a:tr>
              <a:tr h="742950">
                <a:tc>
                  <a:txBody>
                    <a:bodyPr/>
                    <a:lstStyle/>
                    <a:p>
                      <a:r>
                        <a:rPr sz="1275" b="1">
                          <a:solidFill>
                            <a:srgbClr val="003366"/>
                          </a:solidFill>
                          <a:latin typeface="Aptos"/>
                          <a:ea typeface="Aptos"/>
                          <a:cs typeface="Aptos"/>
                        </a:rPr>
                        <a:t>Camino feliz</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200">
                          <a:solidFill>
                            <a:srgbClr val="17324D"/>
                          </a:solidFill>
                          <a:latin typeface="Aptos"/>
                          <a:ea typeface="Aptos"/>
                          <a:cs typeface="Aptos"/>
                        </a:rPr>
                        <a:t>DEMO-001 / Curso</a:t>
                      </a:r>
                    </a:p>
                  </a:txBody>
                  <a:tcPr marL="91440" marR="91440" marT="45720" marB="45720">
                    <a:lnR w="9525">
                      <a:solidFill>
                        <a:srgbClr val="EAF4F8"/>
                      </a:solidFill>
                      <a:prstDash val="solid"/>
                    </a:lnR>
                    <a:lnB w="9525">
                      <a:solidFill>
                        <a:srgbClr val="EAF4F8"/>
                      </a:solidFill>
                      <a:prstDash val="solid"/>
                    </a:lnB>
                    <a:solidFill>
                      <a:srgbClr val="F5F9FB"/>
                    </a:solidFill>
                  </a:tcPr>
                </a:tc>
                <a:tc>
                  <a:txBody>
                    <a:bodyPr/>
                    <a:lstStyle/>
                    <a:p>
                      <a:r>
                        <a:rPr sz="1200">
                          <a:solidFill>
                            <a:srgbClr val="17324D"/>
                          </a:solidFill>
                          <a:latin typeface="Aptos"/>
                          <a:ea typeface="Aptos"/>
                          <a:cs typeface="Aptos"/>
                        </a:rPr>
                        <a:t>TRUE · LISTO_PARA_REVISION</a:t>
                      </a:r>
                    </a:p>
                  </a:txBody>
                  <a:tcPr marL="91440" marR="91440" marT="45720" marB="45720">
                    <a:lnR w="9525">
                      <a:solidFill>
                        <a:srgbClr val="EAF4F8"/>
                      </a:solidFill>
                      <a:prstDash val="solid"/>
                    </a:lnR>
                    <a:lnB w="9525">
                      <a:solidFill>
                        <a:srgbClr val="EAF4F8"/>
                      </a:solidFill>
                      <a:prstDash val="solid"/>
                    </a:lnB>
                    <a:solidFill>
                      <a:srgbClr val="F5F9FB"/>
                    </a:solidFill>
                  </a:tcPr>
                </a:tc>
                <a:tc>
                  <a:txBody>
                    <a:bodyPr/>
                    <a:lstStyle/>
                    <a:p>
                      <a:r>
                        <a:rPr sz="1200">
                          <a:solidFill>
                            <a:srgbClr val="17324D"/>
                          </a:solidFill>
                          <a:latin typeface="Aptos"/>
                          <a:ea typeface="Aptos"/>
                          <a:cs typeface="Aptos"/>
                        </a:rPr>
                        <a:t>Aprobado si coincide</a:t>
                      </a:r>
                    </a:p>
                  </a:txBody>
                  <a:tcPr marL="91440" marR="91440" marT="45720" marB="45720">
                    <a:lnR w="9525">
                      <a:solidFill>
                        <a:srgbClr val="EAF4F8"/>
                      </a:solidFill>
                      <a:prstDash val="solid"/>
                    </a:lnR>
                    <a:lnB w="9525">
                      <a:solidFill>
                        <a:srgbClr val="EAF4F8"/>
                      </a:solidFill>
                      <a:prstDash val="solid"/>
                    </a:lnB>
                    <a:solidFill>
                      <a:srgbClr val="F5F9FB"/>
                    </a:solidFill>
                  </a:tcPr>
                </a:tc>
              </a:tr>
              <a:tr h="742950">
                <a:tc>
                  <a:txBody>
                    <a:bodyPr/>
                    <a:lstStyle/>
                    <a:p>
                      <a:r>
                        <a:rPr sz="1275" b="1">
                          <a:solidFill>
                            <a:srgbClr val="003366"/>
                          </a:solidFill>
                          <a:latin typeface="Aptos"/>
                          <a:ea typeface="Aptos"/>
                          <a:cs typeface="Aptos"/>
                        </a:rPr>
                        <a:t>Dato incompleto</a:t>
                      </a:r>
                    </a:p>
                  </a:txBody>
                  <a:tcPr marL="91440" marR="91440" marT="45720" marB="45720">
                    <a:lnL w="9525">
                      <a:solidFill>
                        <a:srgbClr val="EAF4F8"/>
                      </a:solidFill>
                      <a:prstDash val="solid"/>
                    </a:lnL>
                    <a:lnR w="9525">
                      <a:solidFill>
                        <a:srgbClr val="EAF4F8"/>
                      </a:solidFill>
                      <a:prstDash val="solid"/>
                    </a:lnR>
                    <a:lnB w="9525">
                      <a:solidFill>
                        <a:srgbClr val="EAF4F8"/>
                      </a:solidFill>
                      <a:prstDash val="solid"/>
                    </a:lnB>
                    <a:solidFill>
                      <a:srgbClr val="EAF4F8"/>
                    </a:solidFill>
                  </a:tcPr>
                </a:tc>
                <a:tc>
                  <a:txBody>
                    <a:bodyPr/>
                    <a:lstStyle/>
                    <a:p>
                      <a:r>
                        <a:rPr sz="1200">
                          <a:solidFill>
                            <a:srgbClr val="17324D"/>
                          </a:solidFill>
                          <a:latin typeface="Aptos"/>
                          <a:ea typeface="Aptos"/>
                          <a:cs typeface="Aptos"/>
                        </a:rPr>
                        <a:t>DEMO-001 / vacío</a:t>
                      </a:r>
                    </a:p>
                  </a:txBody>
                  <a:tcPr marL="91440" marR="91440" marT="45720" marB="45720">
                    <a:lnR w="9525">
                      <a:solidFill>
                        <a:srgbClr val="EAF4F8"/>
                      </a:solidFill>
                      <a:prstDash val="solid"/>
                    </a:lnR>
                    <a:lnB w="9525">
                      <a:solidFill>
                        <a:srgbClr val="EAF4F8"/>
                      </a:solidFill>
                      <a:prstDash val="solid"/>
                    </a:lnB>
                    <a:solidFill>
                      <a:srgbClr val="F5F9FB"/>
                    </a:solidFill>
                  </a:tcPr>
                </a:tc>
                <a:tc>
                  <a:txBody>
                    <a:bodyPr/>
                    <a:lstStyle/>
                    <a:p>
                      <a:r>
                        <a:rPr sz="1200">
                          <a:solidFill>
                            <a:srgbClr val="17324D"/>
                          </a:solidFill>
                          <a:latin typeface="Aptos"/>
                          <a:ea typeface="Aptos"/>
                          <a:cs typeface="Aptos"/>
                        </a:rPr>
                        <a:t>FALSE · DATO_INCOMPLETO</a:t>
                      </a:r>
                    </a:p>
                  </a:txBody>
                  <a:tcPr marL="91440" marR="91440" marT="45720" marB="45720">
                    <a:lnR w="9525">
                      <a:solidFill>
                        <a:srgbClr val="EAF4F8"/>
                      </a:solidFill>
                      <a:prstDash val="solid"/>
                    </a:lnR>
                    <a:lnB w="9525">
                      <a:solidFill>
                        <a:srgbClr val="EAF4F8"/>
                      </a:solidFill>
                      <a:prstDash val="solid"/>
                    </a:lnB>
                    <a:solidFill>
                      <a:srgbClr val="F5F9FB"/>
                    </a:solidFill>
                  </a:tcPr>
                </a:tc>
                <a:tc>
                  <a:txBody>
                    <a:bodyPr/>
                    <a:lstStyle/>
                    <a:p>
                      <a:r>
                        <a:rPr sz="1200">
                          <a:solidFill>
                            <a:srgbClr val="17324D"/>
                          </a:solidFill>
                          <a:latin typeface="Aptos"/>
                          <a:ea typeface="Aptos"/>
                          <a:cs typeface="Aptos"/>
                        </a:rPr>
                        <a:t>Rechazo correcto</a:t>
                      </a:r>
                    </a:p>
                  </a:txBody>
                  <a:tcPr marL="91440" marR="91440" marT="45720" marB="45720">
                    <a:lnR w="9525">
                      <a:solidFill>
                        <a:srgbClr val="EAF4F8"/>
                      </a:solidFill>
                      <a:prstDash val="solid"/>
                    </a:lnR>
                    <a:lnB w="9525">
                      <a:solidFill>
                        <a:srgbClr val="EAF4F8"/>
                      </a:solidFill>
                      <a:prstDash val="solid"/>
                    </a:lnB>
                    <a:solidFill>
                      <a:srgbClr val="F5F9FB"/>
                    </a:solidFill>
                  </a:tcPr>
                </a:tc>
              </a:tr>
            </a:tbl>
          </a:graphicData>
        </a:graphic>
      </p:graphicFrame>
      <p:sp>
        <p:nvSpPr>
          <p:cNvPr id="5" name="green-screen-box">
            <a:extLst xmlns:a="http://schemas.openxmlformats.org/drawingml/2006/main">
              <a:ext uri="{FF2B5EF4-FFF2-40B4-BE49-F238E27FC236}">
                <a16:creationId xmlns:a16="http://schemas.microsoft.com/office/drawing/2014/main" id="{6489F5A3-7EC3-41C3-83BB-9E64010B9445}"/>
              </a:ext>
            </a:extLst>
          </p:cNvPr>
          <p:cNvSpPr>
            <a:spLocks xmlns:a="http://schemas.openxmlformats.org/drawingml/2006/main" noGrp="1"/>
          </p:cNvSpPr>
          <p:nvPr/>
        </p:nvSpPr>
        <p:spPr>
          <a:xfrm xmlns:a="http://schemas.openxmlformats.org/drawingml/2006/main">
            <a:off x="2190750" y="5143500"/>
            <a:ext cx="7810500" cy="361950"/>
          </a:xfrm>
          <a:prstGeom xmlns:a="http://schemas.openxmlformats.org/drawingml/2006/main" prst="roundRect">
            <a:avLst>
              <a:gd name="adj" fmla="val 21053"/>
            </a:avLst>
          </a:prstGeom>
          <a:solidFill xmlns:a="http://schemas.openxmlformats.org/drawingml/2006/main">
            <a:srgbClr val="EAF4F8"/>
          </a:solidFill>
          <a:ln xmlns:a="http://schemas.openxmlformats.org/drawingml/2006/main" w="0">
            <a:noFill/>
            <a:prstDash val="solid"/>
          </a:ln>
        </p:spPr>
      </p:sp>
      <p:sp>
        <p:nvSpPr>
          <p:cNvPr id="6" name="green-screen-text">
            <a:extLst xmlns:a="http://schemas.openxmlformats.org/drawingml/2006/main">
              <a:ext uri="{FF2B5EF4-FFF2-40B4-BE49-F238E27FC236}">
                <a16:creationId xmlns:a16="http://schemas.microsoft.com/office/drawing/2014/main" id="{28054E26-B3EF-461B-9C75-B17B3C6732DD}"/>
              </a:ext>
            </a:extLst>
          </p:cNvPr>
          <p:cNvSpPr>
            <a:spLocks xmlns:a="http://schemas.openxmlformats.org/drawingml/2006/main" noGrp="1"/>
          </p:cNvSpPr>
          <p:nvPr/>
        </p:nvSpPr>
        <p:spPr>
          <a:xfrm xmlns:a="http://schemas.openxmlformats.org/drawingml/2006/main">
            <a:off x="2305050" y="5210175"/>
            <a:ext cx="7581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003366"/>
                </a:solidFill>
                <a:latin typeface="Aptos"/>
                <a:ea typeface="Aptos"/>
                <a:cs typeface="Aptos"/>
              </a:defRPr>
            </a:defPPr>
            <a:lvl1pPr algn="ctr">
              <a:defRPr sz="1125" b="1" i="0">
                <a:solidFill>
                  <a:srgbClr val="003366"/>
                </a:solidFill>
                <a:latin typeface="Aptos"/>
                <a:ea typeface="Aptos"/>
                <a:cs typeface="Aptos"/>
              </a:defRPr>
            </a:lvl1pPr>
            <a:lvl2pPr algn="ctr">
              <a:defRPr sz="1125" b="1" i="0">
                <a:solidFill>
                  <a:srgbClr val="003366"/>
                </a:solidFill>
                <a:latin typeface="Aptos"/>
                <a:ea typeface="Aptos"/>
                <a:cs typeface="Aptos"/>
              </a:defRPr>
            </a:lvl2pPr>
            <a:lvl3pPr algn="ctr">
              <a:defRPr sz="1125" b="1" i="0">
                <a:solidFill>
                  <a:srgbClr val="003366"/>
                </a:solidFill>
                <a:latin typeface="Aptos"/>
                <a:ea typeface="Aptos"/>
                <a:cs typeface="Aptos"/>
              </a:defRPr>
            </a:lvl3pPr>
            <a:lvl4pPr algn="ctr">
              <a:defRPr sz="1125" b="1" i="0">
                <a:solidFill>
                  <a:srgbClr val="003366"/>
                </a:solidFill>
                <a:latin typeface="Aptos"/>
                <a:ea typeface="Aptos"/>
                <a:cs typeface="Aptos"/>
              </a:defRPr>
            </a:lvl4pPr>
            <a:lvl5pPr algn="ctr">
              <a:defRPr sz="1125" b="1" i="0">
                <a:solidFill>
                  <a:srgbClr val="003366"/>
                </a:solidFill>
                <a:latin typeface="Aptos"/>
                <a:ea typeface="Aptos"/>
                <a:cs typeface="Aptos"/>
              </a:defRPr>
            </a:lvl5pPr>
            <a:lvl6pPr algn="ctr">
              <a:defRPr sz="1125" b="1" i="0">
                <a:solidFill>
                  <a:srgbClr val="003366"/>
                </a:solidFill>
                <a:latin typeface="Aptos"/>
                <a:ea typeface="Aptos"/>
                <a:cs typeface="Aptos"/>
              </a:defRPr>
            </a:lvl6pPr>
            <a:lvl7pPr algn="ctr">
              <a:defRPr sz="1125" b="1" i="0">
                <a:solidFill>
                  <a:srgbClr val="003366"/>
                </a:solidFill>
                <a:latin typeface="Aptos"/>
                <a:ea typeface="Aptos"/>
                <a:cs typeface="Aptos"/>
              </a:defRPr>
            </a:lvl7pPr>
            <a:lvl8pPr algn="ctr">
              <a:defRPr sz="1125" b="1" i="0">
                <a:solidFill>
                  <a:srgbClr val="003366"/>
                </a:solidFill>
                <a:latin typeface="Aptos"/>
                <a:ea typeface="Aptos"/>
                <a:cs typeface="Aptos"/>
              </a:defRPr>
            </a:lvl8pPr>
            <a:lvl9pPr algn="ctr">
              <a:defRPr sz="1125" b="1" i="0">
                <a:solidFill>
                  <a:srgbClr val="003366"/>
                </a:solidFill>
                <a:latin typeface="Aptos"/>
                <a:ea typeface="Aptos"/>
                <a:cs typeface="Aptos"/>
              </a:defRPr>
            </a:lvl9pPr>
          </a:lstStyle>
          <a:p xmlns:a="http://schemas.openxmlformats.org/drawingml/2006/main">
            <a:pPr algn="ctr">
              <a:defRPr sz="1125" b="1" i="0">
                <a:solidFill>
                  <a:srgbClr val="003366"/>
                </a:solidFill>
                <a:latin typeface="Aptos"/>
                <a:ea typeface="Aptos"/>
                <a:cs typeface="Aptos"/>
              </a:defRPr>
            </a:pPr>
            <a:r>
              <a:rPr sz="1125" b="1" i="0">
                <a:solidFill>
                  <a:srgbClr val="003366"/>
                </a:solidFill>
                <a:latin typeface="Aptos"/>
                <a:ea typeface="Aptos"/>
                <a:cs typeface="Aptos"/>
              </a:rPr>
              <a:t>Una pantalla verde solo confirma ejecución de nodos; no demuestra que el resultado sea correcto</a:t>
            </a:r>
          </a:p>
        </p:txBody>
      </p:sp>
      <p:sp>
        <p:nvSpPr>
          <p:cNvPr id="7" name="test-evidence">
            <a:extLst xmlns:a="http://schemas.openxmlformats.org/drawingml/2006/main">
              <a:ext uri="{FF2B5EF4-FFF2-40B4-BE49-F238E27FC236}">
                <a16:creationId xmlns:a16="http://schemas.microsoft.com/office/drawing/2014/main" id="{050DC6A5-BEDA-4613-B77F-01B127B175E7}"/>
              </a:ext>
            </a:extLst>
          </p:cNvPr>
          <p:cNvSpPr>
            <a:spLocks xmlns:a="http://schemas.openxmlformats.org/drawingml/2006/main" noGrp="1"/>
          </p:cNvSpPr>
          <p:nvPr/>
        </p:nvSpPr>
        <p:spPr>
          <a:xfrm xmlns:a="http://schemas.openxmlformats.org/drawingml/2006/main">
            <a:off x="1352550" y="5695950"/>
            <a:ext cx="94869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17324D"/>
                </a:solidFill>
                <a:latin typeface="Aptos"/>
                <a:ea typeface="Aptos"/>
                <a:cs typeface="Aptos"/>
              </a:defRPr>
            </a:defPPr>
            <a:lvl1pPr algn="ctr">
              <a:defRPr sz="1275" b="1" i="0">
                <a:solidFill>
                  <a:srgbClr val="17324D"/>
                </a:solidFill>
                <a:latin typeface="Aptos"/>
                <a:ea typeface="Aptos"/>
                <a:cs typeface="Aptos"/>
              </a:defRPr>
            </a:lvl1pPr>
            <a:lvl2pPr algn="ctr">
              <a:defRPr sz="1275" b="1" i="0">
                <a:solidFill>
                  <a:srgbClr val="17324D"/>
                </a:solidFill>
                <a:latin typeface="Aptos"/>
                <a:ea typeface="Aptos"/>
                <a:cs typeface="Aptos"/>
              </a:defRPr>
            </a:lvl2pPr>
            <a:lvl3pPr algn="ctr">
              <a:defRPr sz="1275" b="1" i="0">
                <a:solidFill>
                  <a:srgbClr val="17324D"/>
                </a:solidFill>
                <a:latin typeface="Aptos"/>
                <a:ea typeface="Aptos"/>
                <a:cs typeface="Aptos"/>
              </a:defRPr>
            </a:lvl3pPr>
            <a:lvl4pPr algn="ctr">
              <a:defRPr sz="1275" b="1" i="0">
                <a:solidFill>
                  <a:srgbClr val="17324D"/>
                </a:solidFill>
                <a:latin typeface="Aptos"/>
                <a:ea typeface="Aptos"/>
                <a:cs typeface="Aptos"/>
              </a:defRPr>
            </a:lvl4pPr>
            <a:lvl5pPr algn="ctr">
              <a:defRPr sz="1275" b="1" i="0">
                <a:solidFill>
                  <a:srgbClr val="17324D"/>
                </a:solidFill>
                <a:latin typeface="Aptos"/>
                <a:ea typeface="Aptos"/>
                <a:cs typeface="Aptos"/>
              </a:defRPr>
            </a:lvl5pPr>
            <a:lvl6pPr algn="ctr">
              <a:defRPr sz="1275" b="1" i="0">
                <a:solidFill>
                  <a:srgbClr val="17324D"/>
                </a:solidFill>
                <a:latin typeface="Aptos"/>
                <a:ea typeface="Aptos"/>
                <a:cs typeface="Aptos"/>
              </a:defRPr>
            </a:lvl6pPr>
            <a:lvl7pPr algn="ctr">
              <a:defRPr sz="1275" b="1" i="0">
                <a:solidFill>
                  <a:srgbClr val="17324D"/>
                </a:solidFill>
                <a:latin typeface="Aptos"/>
                <a:ea typeface="Aptos"/>
                <a:cs typeface="Aptos"/>
              </a:defRPr>
            </a:lvl7pPr>
            <a:lvl8pPr algn="ctr">
              <a:defRPr sz="1275" b="1" i="0">
                <a:solidFill>
                  <a:srgbClr val="17324D"/>
                </a:solidFill>
                <a:latin typeface="Aptos"/>
                <a:ea typeface="Aptos"/>
                <a:cs typeface="Aptos"/>
              </a:defRPr>
            </a:lvl8pPr>
            <a:lvl9pPr algn="ctr">
              <a:defRPr sz="1275" b="1" i="0">
                <a:solidFill>
                  <a:srgbClr val="17324D"/>
                </a:solidFill>
                <a:latin typeface="Aptos"/>
                <a:ea typeface="Aptos"/>
                <a:cs typeface="Aptos"/>
              </a:defRPr>
            </a:lvl9pPr>
          </a:lstStyle>
          <a:p xmlns:a="http://schemas.openxmlformats.org/drawingml/2006/main">
            <a:pPr algn="ctr">
              <a:defRPr sz="1275" b="1" i="0">
                <a:solidFill>
                  <a:srgbClr val="17324D"/>
                </a:solidFill>
                <a:latin typeface="Aptos"/>
                <a:ea typeface="Aptos"/>
                <a:cs typeface="Aptos"/>
              </a:defRPr>
            </a:pPr>
            <a:r>
              <a:rPr sz="1275" b="1" i="0">
                <a:solidFill>
                  <a:srgbClr val="17324D"/>
                </a:solidFill>
                <a:latin typeface="Aptos"/>
                <a:ea typeface="Aptos"/>
                <a:cs typeface="Aptos"/>
              </a:rPr>
              <a:t>Antes de ejecutar, registra el resultado esperado. Después anota el resultado real y guarda una captura sin datos privados.</a:t>
            </a:r>
          </a:p>
        </p:txBody>
      </p:sp>
      <p:sp>
        <p:nvSpPr>
          <p:cNvPr id="8" name="brand-6">
            <a:extLst xmlns:a="http://schemas.openxmlformats.org/drawingml/2006/main">
              <a:ext uri="{FF2B5EF4-FFF2-40B4-BE49-F238E27FC236}">
                <a16:creationId xmlns:a16="http://schemas.microsoft.com/office/drawing/2014/main" id="{F27C8B89-1C4F-4C73-B211-60771F670B3B}"/>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9" name="page-6">
            <a:extLst xmlns:a="http://schemas.openxmlformats.org/drawingml/2006/main">
              <a:ext uri="{FF2B5EF4-FFF2-40B4-BE49-F238E27FC236}">
                <a16:creationId xmlns:a16="http://schemas.microsoft.com/office/drawing/2014/main" id="{19D3E231-B2E0-4806-8D99-B59995D873A0}"/>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06</a:t>
            </a:r>
          </a:p>
        </p:txBody>
      </p:sp>
    </p:spTree>
    <p:extLst>
      <p:ext uri="{BB962C8B-B14F-4D97-AF65-F5344CB8AC3E}">
        <p14:creationId xmlns:p14="http://schemas.microsoft.com/office/powerpoint/2010/main" val="904453022"/>
      </p:ext>
    </p:extLst>
  </p:cSld>
</p:sld>
</file>

<file path=ppt/slides/slide7.xml><?xml version="1.0" encoding="utf-8"?>
<p:sld xmlns:p="http://schemas.openxmlformats.org/presentationml/2006/main">
  <p:cSld>
    <p:bg>
      <p:bgPr>
        <a:solidFill xmlns:a="http://schemas.openxmlformats.org/drawingml/2006/main">
          <a:srgbClr val="F5F9FB"/>
        </a:solidFill>
      </p:bgPr>
    </p:bg>
    <p:spTree>
      <p:nvGrpSpPr>
        <p:cNvPr id="1" name=""/>
        <p:cNvGrpSpPr/>
        <p:nvPr/>
      </p:nvGrpSpPr>
      <p:grpSpPr>
        <a:xfrm xmlns:a="http://schemas.openxmlformats.org/drawingml/2006/main"/>
      </p:grpSpPr>
      <p:sp>
        <p:nvSpPr>
          <p:cNvPr id="24" name="title-7">
            <a:extLst xmlns:a="http://schemas.openxmlformats.org/drawingml/2006/main">
              <a:ext uri="{FF2B5EF4-FFF2-40B4-BE49-F238E27FC236}">
                <a16:creationId xmlns:a16="http://schemas.microsoft.com/office/drawing/2014/main" id="{B4257FB4-9689-42EB-9870-81D33DEFF6DA}"/>
              </a:ext>
            </a:extLst>
          </p:cNvPr>
          <p:cNvSpPr>
            <a:spLocks xmlns:a="http://schemas.openxmlformats.org/drawingml/2006/main" noGrp="1"/>
          </p:cNvSpPr>
          <p:nvPr/>
        </p:nvSpPr>
        <p:spPr>
          <a:xfrm xmlns:a="http://schemas.openxmlformats.org/drawingml/2006/main">
            <a:off x="685800" y="53340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850" b="1" i="0">
                <a:solidFill>
                  <a:srgbClr val="003366"/>
                </a:solidFill>
                <a:latin typeface="Aptos"/>
                <a:ea typeface="Aptos"/>
                <a:cs typeface="Aptos"/>
              </a:defRPr>
            </a:defPPr>
            <a:lvl1pPr algn="l">
              <a:defRPr sz="2850" b="1" i="0">
                <a:solidFill>
                  <a:srgbClr val="003366"/>
                </a:solidFill>
                <a:latin typeface="Aptos"/>
                <a:ea typeface="Aptos"/>
                <a:cs typeface="Aptos"/>
              </a:defRPr>
            </a:lvl1pPr>
            <a:lvl2pPr algn="l">
              <a:defRPr sz="2850" b="1" i="0">
                <a:solidFill>
                  <a:srgbClr val="003366"/>
                </a:solidFill>
                <a:latin typeface="Aptos"/>
                <a:ea typeface="Aptos"/>
                <a:cs typeface="Aptos"/>
              </a:defRPr>
            </a:lvl2pPr>
            <a:lvl3pPr algn="l">
              <a:defRPr sz="2850" b="1" i="0">
                <a:solidFill>
                  <a:srgbClr val="003366"/>
                </a:solidFill>
                <a:latin typeface="Aptos"/>
                <a:ea typeface="Aptos"/>
                <a:cs typeface="Aptos"/>
              </a:defRPr>
            </a:lvl3pPr>
            <a:lvl4pPr algn="l">
              <a:defRPr sz="2850" b="1" i="0">
                <a:solidFill>
                  <a:srgbClr val="003366"/>
                </a:solidFill>
                <a:latin typeface="Aptos"/>
                <a:ea typeface="Aptos"/>
                <a:cs typeface="Aptos"/>
              </a:defRPr>
            </a:lvl4pPr>
            <a:lvl5pPr algn="l">
              <a:defRPr sz="2850" b="1" i="0">
                <a:solidFill>
                  <a:srgbClr val="003366"/>
                </a:solidFill>
                <a:latin typeface="Aptos"/>
                <a:ea typeface="Aptos"/>
                <a:cs typeface="Aptos"/>
              </a:defRPr>
            </a:lvl5pPr>
            <a:lvl6pPr algn="l">
              <a:defRPr sz="2850" b="1" i="0">
                <a:solidFill>
                  <a:srgbClr val="003366"/>
                </a:solidFill>
                <a:latin typeface="Aptos"/>
                <a:ea typeface="Aptos"/>
                <a:cs typeface="Aptos"/>
              </a:defRPr>
            </a:lvl6pPr>
            <a:lvl7pPr algn="l">
              <a:defRPr sz="2850" b="1" i="0">
                <a:solidFill>
                  <a:srgbClr val="003366"/>
                </a:solidFill>
                <a:latin typeface="Aptos"/>
                <a:ea typeface="Aptos"/>
                <a:cs typeface="Aptos"/>
              </a:defRPr>
            </a:lvl7pPr>
            <a:lvl8pPr algn="l">
              <a:defRPr sz="2850" b="1" i="0">
                <a:solidFill>
                  <a:srgbClr val="003366"/>
                </a:solidFill>
                <a:latin typeface="Aptos"/>
                <a:ea typeface="Aptos"/>
                <a:cs typeface="Aptos"/>
              </a:defRPr>
            </a:lvl8pPr>
            <a:lvl9pPr algn="l">
              <a:defRPr sz="2850" b="1" i="0">
                <a:solidFill>
                  <a:srgbClr val="003366"/>
                </a:solidFill>
                <a:latin typeface="Aptos"/>
                <a:ea typeface="Aptos"/>
                <a:cs typeface="Aptos"/>
              </a:defRPr>
            </a:lvl9pPr>
          </a:lstStyle>
          <a:p xmlns:a="http://schemas.openxmlformats.org/drawingml/2006/main">
            <a:pPr algn="l">
              <a:defRPr sz="2850" b="1" i="0">
                <a:solidFill>
                  <a:srgbClr val="003366"/>
                </a:solidFill>
                <a:latin typeface="Aptos"/>
                <a:ea typeface="Aptos"/>
                <a:cs typeface="Aptos"/>
              </a:defRPr>
            </a:pPr>
            <a:r>
              <a:rPr sz="2850" b="1" i="0">
                <a:solidFill>
                  <a:srgbClr val="003366"/>
                </a:solidFill>
                <a:latin typeface="Aptos"/>
                <a:ea typeface="Aptos"/>
                <a:cs typeface="Aptos"/>
              </a:rPr>
              <a:t>Evento duplicado y límite del prototipo</a:t>
            </a:r>
          </a:p>
        </p:txBody>
      </p:sp>
      <p:sp>
        <p:nvSpPr>
          <p:cNvPr id="2" name="title-rule-7">
            <a:extLst xmlns:a="http://schemas.openxmlformats.org/drawingml/2006/main">
              <a:ext uri="{FF2B5EF4-FFF2-40B4-BE49-F238E27FC236}">
                <a16:creationId xmlns:a16="http://schemas.microsoft.com/office/drawing/2014/main" id="{44B21065-0DFF-4094-AB03-10DA63610025}"/>
              </a:ext>
            </a:extLst>
          </p:cNvPr>
          <p:cNvSpPr>
            <a:spLocks xmlns:a="http://schemas.openxmlformats.org/drawingml/2006/main" noGrp="1"/>
          </p:cNvSpPr>
          <p:nvPr/>
        </p:nvSpPr>
        <p:spPr>
          <a:xfrm xmlns:a="http://schemas.openxmlformats.org/drawingml/2006/main">
            <a:off x="685800" y="1295400"/>
            <a:ext cx="1047750" cy="47625"/>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3" name="subtitle-7">
            <a:extLst xmlns:a="http://schemas.openxmlformats.org/drawingml/2006/main">
              <a:ext uri="{FF2B5EF4-FFF2-40B4-BE49-F238E27FC236}">
                <a16:creationId xmlns:a16="http://schemas.microsoft.com/office/drawing/2014/main" id="{7E7F1432-9C40-4725-8A08-029E5AE796D9}"/>
              </a:ext>
            </a:extLst>
          </p:cNvPr>
          <p:cNvSpPr>
            <a:spLocks xmlns:a="http://schemas.openxmlformats.org/drawingml/2006/main" noGrp="1"/>
          </p:cNvSpPr>
          <p:nvPr/>
        </p:nvSpPr>
        <p:spPr>
          <a:xfrm xmlns:a="http://schemas.openxmlformats.org/drawingml/2006/main">
            <a:off x="685800" y="146685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0" i="0">
                <a:solidFill>
                  <a:srgbClr val="526B7F"/>
                </a:solidFill>
                <a:latin typeface="Aptos"/>
                <a:ea typeface="Aptos"/>
                <a:cs typeface="Aptos"/>
              </a:defRPr>
            </a:defPPr>
            <a:lvl1pPr algn="l">
              <a:defRPr sz="1425" b="0" i="0">
                <a:solidFill>
                  <a:srgbClr val="526B7F"/>
                </a:solidFill>
                <a:latin typeface="Aptos"/>
                <a:ea typeface="Aptos"/>
                <a:cs typeface="Aptos"/>
              </a:defRPr>
            </a:lvl1pPr>
            <a:lvl2pPr algn="l">
              <a:defRPr sz="1425" b="0" i="0">
                <a:solidFill>
                  <a:srgbClr val="526B7F"/>
                </a:solidFill>
                <a:latin typeface="Aptos"/>
                <a:ea typeface="Aptos"/>
                <a:cs typeface="Aptos"/>
              </a:defRPr>
            </a:lvl2pPr>
            <a:lvl3pPr algn="l">
              <a:defRPr sz="1425" b="0" i="0">
                <a:solidFill>
                  <a:srgbClr val="526B7F"/>
                </a:solidFill>
                <a:latin typeface="Aptos"/>
                <a:ea typeface="Aptos"/>
                <a:cs typeface="Aptos"/>
              </a:defRPr>
            </a:lvl3pPr>
            <a:lvl4pPr algn="l">
              <a:defRPr sz="1425" b="0" i="0">
                <a:solidFill>
                  <a:srgbClr val="526B7F"/>
                </a:solidFill>
                <a:latin typeface="Aptos"/>
                <a:ea typeface="Aptos"/>
                <a:cs typeface="Aptos"/>
              </a:defRPr>
            </a:lvl4pPr>
            <a:lvl5pPr algn="l">
              <a:defRPr sz="1425" b="0" i="0">
                <a:solidFill>
                  <a:srgbClr val="526B7F"/>
                </a:solidFill>
                <a:latin typeface="Aptos"/>
                <a:ea typeface="Aptos"/>
                <a:cs typeface="Aptos"/>
              </a:defRPr>
            </a:lvl5pPr>
            <a:lvl6pPr algn="l">
              <a:defRPr sz="1425" b="0" i="0">
                <a:solidFill>
                  <a:srgbClr val="526B7F"/>
                </a:solidFill>
                <a:latin typeface="Aptos"/>
                <a:ea typeface="Aptos"/>
                <a:cs typeface="Aptos"/>
              </a:defRPr>
            </a:lvl6pPr>
            <a:lvl7pPr algn="l">
              <a:defRPr sz="1425" b="0" i="0">
                <a:solidFill>
                  <a:srgbClr val="526B7F"/>
                </a:solidFill>
                <a:latin typeface="Aptos"/>
                <a:ea typeface="Aptos"/>
                <a:cs typeface="Aptos"/>
              </a:defRPr>
            </a:lvl7pPr>
            <a:lvl8pPr algn="l">
              <a:defRPr sz="1425" b="0" i="0">
                <a:solidFill>
                  <a:srgbClr val="526B7F"/>
                </a:solidFill>
                <a:latin typeface="Aptos"/>
                <a:ea typeface="Aptos"/>
                <a:cs typeface="Aptos"/>
              </a:defRPr>
            </a:lvl8pPr>
            <a:lvl9pPr algn="l">
              <a:defRPr sz="1425" b="0" i="0">
                <a:solidFill>
                  <a:srgbClr val="526B7F"/>
                </a:solidFill>
                <a:latin typeface="Aptos"/>
                <a:ea typeface="Aptos"/>
                <a:cs typeface="Aptos"/>
              </a:defRPr>
            </a:lvl9pPr>
          </a:lstStyle>
          <a:p xmlns:a="http://schemas.openxmlformats.org/drawingml/2006/main">
            <a:pPr algn="l">
              <a:defRPr sz="1425" b="0" i="0">
                <a:solidFill>
                  <a:srgbClr val="526B7F"/>
                </a:solidFill>
                <a:latin typeface="Aptos"/>
                <a:ea typeface="Aptos"/>
                <a:cs typeface="Aptos"/>
              </a:defRPr>
            </a:pPr>
            <a:r>
              <a:rPr sz="1425" b="0" i="0">
                <a:solidFill>
                  <a:srgbClr val="526B7F"/>
                </a:solidFill>
                <a:latin typeface="Aptos"/>
                <a:ea typeface="Aptos"/>
                <a:cs typeface="Aptos"/>
              </a:rPr>
              <a:t>La misma entrada ejecutada dos veces produce dos resultados porque no existe almacenamiento persistente.</a:t>
            </a:r>
          </a:p>
        </p:txBody>
      </p:sp>
      <p:sp>
        <p:nvSpPr>
          <p:cNvPr id="4" name="duplicate-input-a">
            <a:extLst xmlns:a="http://schemas.openxmlformats.org/drawingml/2006/main">
              <a:ext uri="{FF2B5EF4-FFF2-40B4-BE49-F238E27FC236}">
                <a16:creationId xmlns:a16="http://schemas.microsoft.com/office/drawing/2014/main" id="{27940517-5F9D-4F36-B424-311D57A8CEE2}"/>
              </a:ext>
            </a:extLst>
          </p:cNvPr>
          <p:cNvSpPr>
            <a:spLocks xmlns:a="http://schemas.openxmlformats.org/drawingml/2006/main" noGrp="1"/>
          </p:cNvSpPr>
          <p:nvPr/>
        </p:nvSpPr>
        <p:spPr>
          <a:xfrm xmlns:a="http://schemas.openxmlformats.org/drawingml/2006/main">
            <a:off x="857250" y="2419350"/>
            <a:ext cx="2381250" cy="704850"/>
          </a:xfrm>
          <a:prstGeom xmlns:a="http://schemas.openxmlformats.org/drawingml/2006/main" prst="roundRect">
            <a:avLst>
              <a:gd name="adj" fmla="val 10811"/>
            </a:avLst>
          </a:prstGeom>
          <a:solidFill xmlns:a="http://schemas.openxmlformats.org/drawingml/2006/main">
            <a:srgbClr val="003366"/>
          </a:solidFill>
          <a:ln xmlns:a="http://schemas.openxmlformats.org/drawingml/2006/main" w="0">
            <a:noFill/>
            <a:prstDash val="solid"/>
          </a:ln>
        </p:spPr>
      </p:sp>
      <p:sp>
        <p:nvSpPr>
          <p:cNvPr id="5" name="duplicate-input-a-copy">
            <a:extLst xmlns:a="http://schemas.openxmlformats.org/drawingml/2006/main">
              <a:ext uri="{FF2B5EF4-FFF2-40B4-BE49-F238E27FC236}">
                <a16:creationId xmlns:a16="http://schemas.microsoft.com/office/drawing/2014/main" id="{3226BF40-056E-4DF9-BD18-6B7A586086AE}"/>
              </a:ext>
            </a:extLst>
          </p:cNvPr>
          <p:cNvSpPr>
            <a:spLocks xmlns:a="http://schemas.openxmlformats.org/drawingml/2006/main" noGrp="1"/>
          </p:cNvSpPr>
          <p:nvPr/>
        </p:nvSpPr>
        <p:spPr>
          <a:xfrm xmlns:a="http://schemas.openxmlformats.org/drawingml/2006/main">
            <a:off x="1066800" y="2638425"/>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DEMO-001 / Curso</a:t>
            </a:r>
          </a:p>
        </p:txBody>
      </p:sp>
      <p:sp>
        <p:nvSpPr>
          <p:cNvPr id="6" name="duplicate-input-b">
            <a:extLst xmlns:a="http://schemas.openxmlformats.org/drawingml/2006/main">
              <a:ext uri="{FF2B5EF4-FFF2-40B4-BE49-F238E27FC236}">
                <a16:creationId xmlns:a16="http://schemas.microsoft.com/office/drawing/2014/main" id="{705DE6AC-AC2A-4DFF-8810-B1B8B73887D4}"/>
              </a:ext>
            </a:extLst>
          </p:cNvPr>
          <p:cNvSpPr>
            <a:spLocks xmlns:a="http://schemas.openxmlformats.org/drawingml/2006/main" noGrp="1"/>
          </p:cNvSpPr>
          <p:nvPr/>
        </p:nvSpPr>
        <p:spPr>
          <a:xfrm xmlns:a="http://schemas.openxmlformats.org/drawingml/2006/main">
            <a:off x="857250" y="3848100"/>
            <a:ext cx="2381250" cy="704850"/>
          </a:xfrm>
          <a:prstGeom xmlns:a="http://schemas.openxmlformats.org/drawingml/2006/main" prst="roundRect">
            <a:avLst>
              <a:gd name="adj" fmla="val 10811"/>
            </a:avLst>
          </a:prstGeom>
          <a:solidFill xmlns:a="http://schemas.openxmlformats.org/drawingml/2006/main">
            <a:srgbClr val="003366"/>
          </a:solidFill>
          <a:ln xmlns:a="http://schemas.openxmlformats.org/drawingml/2006/main" w="0">
            <a:noFill/>
            <a:prstDash val="solid"/>
          </a:ln>
        </p:spPr>
      </p:sp>
      <p:sp>
        <p:nvSpPr>
          <p:cNvPr id="7" name="duplicate-input-b-copy">
            <a:extLst xmlns:a="http://schemas.openxmlformats.org/drawingml/2006/main">
              <a:ext uri="{FF2B5EF4-FFF2-40B4-BE49-F238E27FC236}">
                <a16:creationId xmlns:a16="http://schemas.microsoft.com/office/drawing/2014/main" id="{6E3EEB45-C8F0-4A6D-835F-1DEEA9C14334}"/>
              </a:ext>
            </a:extLst>
          </p:cNvPr>
          <p:cNvSpPr>
            <a:spLocks xmlns:a="http://schemas.openxmlformats.org/drawingml/2006/main" noGrp="1"/>
          </p:cNvSpPr>
          <p:nvPr/>
        </p:nvSpPr>
        <p:spPr>
          <a:xfrm xmlns:a="http://schemas.openxmlformats.org/drawingml/2006/main">
            <a:off x="1066800" y="4067175"/>
            <a:ext cx="1962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DEMO-001 / Curso</a:t>
            </a:r>
          </a:p>
        </p:txBody>
      </p:sp>
      <p:sp>
        <p:nvSpPr>
          <p:cNvPr id="8" name="duplicate-line-a">
            <a:extLst xmlns:a="http://schemas.openxmlformats.org/drawingml/2006/main">
              <a:ext uri="{FF2B5EF4-FFF2-40B4-BE49-F238E27FC236}">
                <a16:creationId xmlns:a16="http://schemas.microsoft.com/office/drawing/2014/main" id="{12F3B7F0-90DD-4BC5-AC97-F4114A526835}"/>
              </a:ext>
            </a:extLst>
          </p:cNvPr>
          <p:cNvSpPr>
            <a:spLocks xmlns:a="http://schemas.openxmlformats.org/drawingml/2006/main" noGrp="1"/>
          </p:cNvSpPr>
          <p:nvPr/>
        </p:nvSpPr>
        <p:spPr>
          <a:xfrm xmlns:a="http://schemas.openxmlformats.org/drawingml/2006/main">
            <a:off x="3238500" y="2762250"/>
            <a:ext cx="15240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9" name="duplicate-line-b">
            <a:extLst xmlns:a="http://schemas.openxmlformats.org/drawingml/2006/main">
              <a:ext uri="{FF2B5EF4-FFF2-40B4-BE49-F238E27FC236}">
                <a16:creationId xmlns:a16="http://schemas.microsoft.com/office/drawing/2014/main" id="{265CBDCE-FEC2-4CCA-9C05-5A62A31C36FE}"/>
              </a:ext>
            </a:extLst>
          </p:cNvPr>
          <p:cNvSpPr>
            <a:spLocks xmlns:a="http://schemas.openxmlformats.org/drawingml/2006/main" noGrp="1"/>
          </p:cNvSpPr>
          <p:nvPr/>
        </p:nvSpPr>
        <p:spPr>
          <a:xfrm xmlns:a="http://schemas.openxmlformats.org/drawingml/2006/main">
            <a:off x="3238500" y="4191000"/>
            <a:ext cx="15240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10" name="duplicate-run-a">
            <a:extLst xmlns:a="http://schemas.openxmlformats.org/drawingml/2006/main">
              <a:ext uri="{FF2B5EF4-FFF2-40B4-BE49-F238E27FC236}">
                <a16:creationId xmlns:a16="http://schemas.microsoft.com/office/drawing/2014/main" id="{FFC4FD57-7917-41F3-8BFA-57ABAE28B8BD}"/>
              </a:ext>
            </a:extLst>
          </p:cNvPr>
          <p:cNvSpPr>
            <a:spLocks xmlns:a="http://schemas.openxmlformats.org/drawingml/2006/main" noGrp="1"/>
          </p:cNvSpPr>
          <p:nvPr/>
        </p:nvSpPr>
        <p:spPr>
          <a:xfrm xmlns:a="http://schemas.openxmlformats.org/drawingml/2006/main">
            <a:off x="4762500" y="2362200"/>
            <a:ext cx="819150" cy="819150"/>
          </a:xfrm>
          <a:prstGeom xmlns:a="http://schemas.openxmlformats.org/drawingml/2006/main" prst="ellipse">
            <a:avLst/>
          </a:prstGeom>
          <a:solidFill xmlns:a="http://schemas.openxmlformats.org/drawingml/2006/main">
            <a:srgbClr val="0878A8"/>
          </a:solidFill>
          <a:ln xmlns:a="http://schemas.openxmlformats.org/drawingml/2006/main" w="0">
            <a:noFill/>
            <a:prstDash val="solid"/>
          </a:ln>
        </p:spPr>
      </p:sp>
      <p:sp>
        <p:nvSpPr>
          <p:cNvPr id="11" name="duplicate-run-a-label">
            <a:extLst xmlns:a="http://schemas.openxmlformats.org/drawingml/2006/main">
              <a:ext uri="{FF2B5EF4-FFF2-40B4-BE49-F238E27FC236}">
                <a16:creationId xmlns:a16="http://schemas.microsoft.com/office/drawing/2014/main" id="{57584352-94D6-4F7B-8DC5-87B48C854946}"/>
              </a:ext>
            </a:extLst>
          </p:cNvPr>
          <p:cNvSpPr>
            <a:spLocks xmlns:a="http://schemas.openxmlformats.org/drawingml/2006/main" noGrp="1"/>
          </p:cNvSpPr>
          <p:nvPr/>
        </p:nvSpPr>
        <p:spPr>
          <a:xfrm xmlns:a="http://schemas.openxmlformats.org/drawingml/2006/main">
            <a:off x="4762500" y="2619375"/>
            <a:ext cx="81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ptos"/>
                <a:ea typeface="Aptos"/>
                <a:cs typeface="Aptos"/>
              </a:defRPr>
            </a:defPPr>
            <a:lvl1pPr algn="ctr">
              <a:defRPr sz="1350" b="1" i="0">
                <a:solidFill>
                  <a:srgbClr val="FFFFFF"/>
                </a:solidFill>
                <a:latin typeface="Aptos"/>
                <a:ea typeface="Aptos"/>
                <a:cs typeface="Aptos"/>
              </a:defRPr>
            </a:lvl1pPr>
            <a:lvl2pPr algn="ctr">
              <a:defRPr sz="1350" b="1" i="0">
                <a:solidFill>
                  <a:srgbClr val="FFFFFF"/>
                </a:solidFill>
                <a:latin typeface="Aptos"/>
                <a:ea typeface="Aptos"/>
                <a:cs typeface="Aptos"/>
              </a:defRPr>
            </a:lvl2pPr>
            <a:lvl3pPr algn="ctr">
              <a:defRPr sz="1350" b="1" i="0">
                <a:solidFill>
                  <a:srgbClr val="FFFFFF"/>
                </a:solidFill>
                <a:latin typeface="Aptos"/>
                <a:ea typeface="Aptos"/>
                <a:cs typeface="Aptos"/>
              </a:defRPr>
            </a:lvl3pPr>
            <a:lvl4pPr algn="ctr">
              <a:defRPr sz="1350" b="1" i="0">
                <a:solidFill>
                  <a:srgbClr val="FFFFFF"/>
                </a:solidFill>
                <a:latin typeface="Aptos"/>
                <a:ea typeface="Aptos"/>
                <a:cs typeface="Aptos"/>
              </a:defRPr>
            </a:lvl4pPr>
            <a:lvl5pPr algn="ctr">
              <a:defRPr sz="1350" b="1" i="0">
                <a:solidFill>
                  <a:srgbClr val="FFFFFF"/>
                </a:solidFill>
                <a:latin typeface="Aptos"/>
                <a:ea typeface="Aptos"/>
                <a:cs typeface="Aptos"/>
              </a:defRPr>
            </a:lvl5pPr>
            <a:lvl6pPr algn="ctr">
              <a:defRPr sz="1350" b="1" i="0">
                <a:solidFill>
                  <a:srgbClr val="FFFFFF"/>
                </a:solidFill>
                <a:latin typeface="Aptos"/>
                <a:ea typeface="Aptos"/>
                <a:cs typeface="Aptos"/>
              </a:defRPr>
            </a:lvl6pPr>
            <a:lvl7pPr algn="ctr">
              <a:defRPr sz="1350" b="1" i="0">
                <a:solidFill>
                  <a:srgbClr val="FFFFFF"/>
                </a:solidFill>
                <a:latin typeface="Aptos"/>
                <a:ea typeface="Aptos"/>
                <a:cs typeface="Aptos"/>
              </a:defRPr>
            </a:lvl7pPr>
            <a:lvl8pPr algn="ctr">
              <a:defRPr sz="1350" b="1" i="0">
                <a:solidFill>
                  <a:srgbClr val="FFFFFF"/>
                </a:solidFill>
                <a:latin typeface="Aptos"/>
                <a:ea typeface="Aptos"/>
                <a:cs typeface="Aptos"/>
              </a:defRPr>
            </a:lvl8pPr>
            <a:lvl9pPr algn="ctr">
              <a:defRPr sz="1350" b="1" i="0">
                <a:solidFill>
                  <a:srgbClr val="FFFFFF"/>
                </a:solidFill>
                <a:latin typeface="Aptos"/>
                <a:ea typeface="Aptos"/>
                <a:cs typeface="Aptos"/>
              </a:defRPr>
            </a:lvl9pPr>
          </a:lstStyle>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RUN 1</a:t>
            </a:r>
          </a:p>
        </p:txBody>
      </p:sp>
      <p:sp>
        <p:nvSpPr>
          <p:cNvPr id="12" name="duplicate-run-b">
            <a:extLst xmlns:a="http://schemas.openxmlformats.org/drawingml/2006/main">
              <a:ext uri="{FF2B5EF4-FFF2-40B4-BE49-F238E27FC236}">
                <a16:creationId xmlns:a16="http://schemas.microsoft.com/office/drawing/2014/main" id="{0C4E86C9-3358-4B9C-9779-44D3BEBAB310}"/>
              </a:ext>
            </a:extLst>
          </p:cNvPr>
          <p:cNvSpPr>
            <a:spLocks xmlns:a="http://schemas.openxmlformats.org/drawingml/2006/main" noGrp="1"/>
          </p:cNvSpPr>
          <p:nvPr/>
        </p:nvSpPr>
        <p:spPr>
          <a:xfrm xmlns:a="http://schemas.openxmlformats.org/drawingml/2006/main">
            <a:off x="4762500" y="3790950"/>
            <a:ext cx="819150" cy="819150"/>
          </a:xfrm>
          <a:prstGeom xmlns:a="http://schemas.openxmlformats.org/drawingml/2006/main" prst="ellipse">
            <a:avLst/>
          </a:prstGeom>
          <a:solidFill xmlns:a="http://schemas.openxmlformats.org/drawingml/2006/main">
            <a:srgbClr val="0878A8"/>
          </a:solidFill>
          <a:ln xmlns:a="http://schemas.openxmlformats.org/drawingml/2006/main" w="0">
            <a:noFill/>
            <a:prstDash val="solid"/>
          </a:ln>
        </p:spPr>
      </p:sp>
      <p:sp>
        <p:nvSpPr>
          <p:cNvPr id="13" name="duplicate-run-b-label">
            <a:extLst xmlns:a="http://schemas.openxmlformats.org/drawingml/2006/main">
              <a:ext uri="{FF2B5EF4-FFF2-40B4-BE49-F238E27FC236}">
                <a16:creationId xmlns:a16="http://schemas.microsoft.com/office/drawing/2014/main" id="{1F0B502C-64F1-4167-A6B4-41A7827C5080}"/>
              </a:ext>
            </a:extLst>
          </p:cNvPr>
          <p:cNvSpPr>
            <a:spLocks xmlns:a="http://schemas.openxmlformats.org/drawingml/2006/main" noGrp="1"/>
          </p:cNvSpPr>
          <p:nvPr/>
        </p:nvSpPr>
        <p:spPr>
          <a:xfrm xmlns:a="http://schemas.openxmlformats.org/drawingml/2006/main">
            <a:off x="4762500" y="4048125"/>
            <a:ext cx="819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FFFFFF"/>
                </a:solidFill>
                <a:latin typeface="Aptos"/>
                <a:ea typeface="Aptos"/>
                <a:cs typeface="Aptos"/>
              </a:defRPr>
            </a:defPPr>
            <a:lvl1pPr algn="ctr">
              <a:defRPr sz="1350" b="1" i="0">
                <a:solidFill>
                  <a:srgbClr val="FFFFFF"/>
                </a:solidFill>
                <a:latin typeface="Aptos"/>
                <a:ea typeface="Aptos"/>
                <a:cs typeface="Aptos"/>
              </a:defRPr>
            </a:lvl1pPr>
            <a:lvl2pPr algn="ctr">
              <a:defRPr sz="1350" b="1" i="0">
                <a:solidFill>
                  <a:srgbClr val="FFFFFF"/>
                </a:solidFill>
                <a:latin typeface="Aptos"/>
                <a:ea typeface="Aptos"/>
                <a:cs typeface="Aptos"/>
              </a:defRPr>
            </a:lvl2pPr>
            <a:lvl3pPr algn="ctr">
              <a:defRPr sz="1350" b="1" i="0">
                <a:solidFill>
                  <a:srgbClr val="FFFFFF"/>
                </a:solidFill>
                <a:latin typeface="Aptos"/>
                <a:ea typeface="Aptos"/>
                <a:cs typeface="Aptos"/>
              </a:defRPr>
            </a:lvl3pPr>
            <a:lvl4pPr algn="ctr">
              <a:defRPr sz="1350" b="1" i="0">
                <a:solidFill>
                  <a:srgbClr val="FFFFFF"/>
                </a:solidFill>
                <a:latin typeface="Aptos"/>
                <a:ea typeface="Aptos"/>
                <a:cs typeface="Aptos"/>
              </a:defRPr>
            </a:lvl4pPr>
            <a:lvl5pPr algn="ctr">
              <a:defRPr sz="1350" b="1" i="0">
                <a:solidFill>
                  <a:srgbClr val="FFFFFF"/>
                </a:solidFill>
                <a:latin typeface="Aptos"/>
                <a:ea typeface="Aptos"/>
                <a:cs typeface="Aptos"/>
              </a:defRPr>
            </a:lvl5pPr>
            <a:lvl6pPr algn="ctr">
              <a:defRPr sz="1350" b="1" i="0">
                <a:solidFill>
                  <a:srgbClr val="FFFFFF"/>
                </a:solidFill>
                <a:latin typeface="Aptos"/>
                <a:ea typeface="Aptos"/>
                <a:cs typeface="Aptos"/>
              </a:defRPr>
            </a:lvl6pPr>
            <a:lvl7pPr algn="ctr">
              <a:defRPr sz="1350" b="1" i="0">
                <a:solidFill>
                  <a:srgbClr val="FFFFFF"/>
                </a:solidFill>
                <a:latin typeface="Aptos"/>
                <a:ea typeface="Aptos"/>
                <a:cs typeface="Aptos"/>
              </a:defRPr>
            </a:lvl7pPr>
            <a:lvl8pPr algn="ctr">
              <a:defRPr sz="1350" b="1" i="0">
                <a:solidFill>
                  <a:srgbClr val="FFFFFF"/>
                </a:solidFill>
                <a:latin typeface="Aptos"/>
                <a:ea typeface="Aptos"/>
                <a:cs typeface="Aptos"/>
              </a:defRPr>
            </a:lvl8pPr>
            <a:lvl9pPr algn="ctr">
              <a:defRPr sz="1350" b="1" i="0">
                <a:solidFill>
                  <a:srgbClr val="FFFFFF"/>
                </a:solidFill>
                <a:latin typeface="Aptos"/>
                <a:ea typeface="Aptos"/>
                <a:cs typeface="Aptos"/>
              </a:defRPr>
            </a:lvl9pPr>
          </a:lstStyle>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RUN 2</a:t>
            </a:r>
          </a:p>
        </p:txBody>
      </p:sp>
      <p:sp>
        <p:nvSpPr>
          <p:cNvPr id="14" name="duplicate-line-c">
            <a:extLst xmlns:a="http://schemas.openxmlformats.org/drawingml/2006/main">
              <a:ext uri="{FF2B5EF4-FFF2-40B4-BE49-F238E27FC236}">
                <a16:creationId xmlns:a16="http://schemas.microsoft.com/office/drawing/2014/main" id="{5C03B48C-882F-43DE-B19C-2602B359FCCA}"/>
              </a:ext>
            </a:extLst>
          </p:cNvPr>
          <p:cNvSpPr>
            <a:spLocks xmlns:a="http://schemas.openxmlformats.org/drawingml/2006/main" noGrp="1"/>
          </p:cNvSpPr>
          <p:nvPr/>
        </p:nvSpPr>
        <p:spPr>
          <a:xfrm xmlns:a="http://schemas.openxmlformats.org/drawingml/2006/main">
            <a:off x="5581650" y="2762250"/>
            <a:ext cx="13335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15" name="duplicate-line-d">
            <a:extLst xmlns:a="http://schemas.openxmlformats.org/drawingml/2006/main">
              <a:ext uri="{FF2B5EF4-FFF2-40B4-BE49-F238E27FC236}">
                <a16:creationId xmlns:a16="http://schemas.microsoft.com/office/drawing/2014/main" id="{D586C604-DFC6-48C0-892D-062805A292C6}"/>
              </a:ext>
            </a:extLst>
          </p:cNvPr>
          <p:cNvSpPr>
            <a:spLocks xmlns:a="http://schemas.openxmlformats.org/drawingml/2006/main" noGrp="1"/>
          </p:cNvSpPr>
          <p:nvPr/>
        </p:nvSpPr>
        <p:spPr>
          <a:xfrm xmlns:a="http://schemas.openxmlformats.org/drawingml/2006/main">
            <a:off x="5581650" y="4191000"/>
            <a:ext cx="1333500" cy="38100"/>
          </a:xfrm>
          <a:prstGeom xmlns:a="http://schemas.openxmlformats.org/drawingml/2006/main" prst="rect">
            <a:avLst/>
          </a:prstGeom>
          <a:solidFill xmlns:a="http://schemas.openxmlformats.org/drawingml/2006/main">
            <a:srgbClr val="19A7CE"/>
          </a:solidFill>
          <a:ln xmlns:a="http://schemas.openxmlformats.org/drawingml/2006/main" w="0">
            <a:noFill/>
            <a:prstDash val="solid"/>
          </a:ln>
        </p:spPr>
      </p:sp>
      <p:sp>
        <p:nvSpPr>
          <p:cNvPr id="16" name="duplicate-result">
            <a:extLst xmlns:a="http://schemas.openxmlformats.org/drawingml/2006/main">
              <a:ext uri="{FF2B5EF4-FFF2-40B4-BE49-F238E27FC236}">
                <a16:creationId xmlns:a16="http://schemas.microsoft.com/office/drawing/2014/main" id="{6C7DF428-694E-4170-A5D4-5068EE2EE51A}"/>
              </a:ext>
            </a:extLst>
          </p:cNvPr>
          <p:cNvSpPr>
            <a:spLocks xmlns:a="http://schemas.openxmlformats.org/drawingml/2006/main" noGrp="1"/>
          </p:cNvSpPr>
          <p:nvPr/>
        </p:nvSpPr>
        <p:spPr>
          <a:xfrm xmlns:a="http://schemas.openxmlformats.org/drawingml/2006/main">
            <a:off x="6915150" y="2247900"/>
            <a:ext cx="4305300" cy="2438400"/>
          </a:xfrm>
          <a:prstGeom xmlns:a="http://schemas.openxmlformats.org/drawingml/2006/main" prst="roundRect">
            <a:avLst>
              <a:gd name="adj" fmla="val 3125"/>
            </a:avLst>
          </a:prstGeom>
          <a:solidFill xmlns:a="http://schemas.openxmlformats.org/drawingml/2006/main">
            <a:srgbClr val="FFFFFF"/>
          </a:solidFill>
          <a:ln xmlns:a="http://schemas.openxmlformats.org/drawingml/2006/main" w="19050">
            <a:solidFill>
              <a:srgbClr val="EAF4F8"/>
            </a:solidFill>
            <a:prstDash val="solid"/>
          </a:ln>
        </p:spPr>
      </p:sp>
      <p:sp>
        <p:nvSpPr>
          <p:cNvPr id="17" name="duplicate-result-title">
            <a:extLst xmlns:a="http://schemas.openxmlformats.org/drawingml/2006/main">
              <a:ext uri="{FF2B5EF4-FFF2-40B4-BE49-F238E27FC236}">
                <a16:creationId xmlns:a16="http://schemas.microsoft.com/office/drawing/2014/main" id="{ED11E845-E3E5-4FF1-9A2F-F0218904FA4D}"/>
              </a:ext>
            </a:extLst>
          </p:cNvPr>
          <p:cNvSpPr>
            <a:spLocks xmlns:a="http://schemas.openxmlformats.org/drawingml/2006/main" noGrp="1"/>
          </p:cNvSpPr>
          <p:nvPr/>
        </p:nvSpPr>
        <p:spPr>
          <a:xfrm xmlns:a="http://schemas.openxmlformats.org/drawingml/2006/main">
            <a:off x="7372350" y="2533650"/>
            <a:ext cx="3390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75" b="1" i="0">
                <a:solidFill>
                  <a:srgbClr val="0878A8"/>
                </a:solidFill>
                <a:latin typeface="Aptos"/>
                <a:ea typeface="Aptos"/>
                <a:cs typeface="Aptos"/>
              </a:defRPr>
            </a:defPPr>
            <a:lvl1pPr algn="ctr">
              <a:defRPr sz="1275" b="1" i="0">
                <a:solidFill>
                  <a:srgbClr val="0878A8"/>
                </a:solidFill>
                <a:latin typeface="Aptos"/>
                <a:ea typeface="Aptos"/>
                <a:cs typeface="Aptos"/>
              </a:defRPr>
            </a:lvl1pPr>
            <a:lvl2pPr algn="ctr">
              <a:defRPr sz="1275" b="1" i="0">
                <a:solidFill>
                  <a:srgbClr val="0878A8"/>
                </a:solidFill>
                <a:latin typeface="Aptos"/>
                <a:ea typeface="Aptos"/>
                <a:cs typeface="Aptos"/>
              </a:defRPr>
            </a:lvl2pPr>
            <a:lvl3pPr algn="ctr">
              <a:defRPr sz="1275" b="1" i="0">
                <a:solidFill>
                  <a:srgbClr val="0878A8"/>
                </a:solidFill>
                <a:latin typeface="Aptos"/>
                <a:ea typeface="Aptos"/>
                <a:cs typeface="Aptos"/>
              </a:defRPr>
            </a:lvl3pPr>
            <a:lvl4pPr algn="ctr">
              <a:defRPr sz="1275" b="1" i="0">
                <a:solidFill>
                  <a:srgbClr val="0878A8"/>
                </a:solidFill>
                <a:latin typeface="Aptos"/>
                <a:ea typeface="Aptos"/>
                <a:cs typeface="Aptos"/>
              </a:defRPr>
            </a:lvl4pPr>
            <a:lvl5pPr algn="ctr">
              <a:defRPr sz="1275" b="1" i="0">
                <a:solidFill>
                  <a:srgbClr val="0878A8"/>
                </a:solidFill>
                <a:latin typeface="Aptos"/>
                <a:ea typeface="Aptos"/>
                <a:cs typeface="Aptos"/>
              </a:defRPr>
            </a:lvl5pPr>
            <a:lvl6pPr algn="ctr">
              <a:defRPr sz="1275" b="1" i="0">
                <a:solidFill>
                  <a:srgbClr val="0878A8"/>
                </a:solidFill>
                <a:latin typeface="Aptos"/>
                <a:ea typeface="Aptos"/>
                <a:cs typeface="Aptos"/>
              </a:defRPr>
            </a:lvl6pPr>
            <a:lvl7pPr algn="ctr">
              <a:defRPr sz="1275" b="1" i="0">
                <a:solidFill>
                  <a:srgbClr val="0878A8"/>
                </a:solidFill>
                <a:latin typeface="Aptos"/>
                <a:ea typeface="Aptos"/>
                <a:cs typeface="Aptos"/>
              </a:defRPr>
            </a:lvl7pPr>
            <a:lvl8pPr algn="ctr">
              <a:defRPr sz="1275" b="1" i="0">
                <a:solidFill>
                  <a:srgbClr val="0878A8"/>
                </a:solidFill>
                <a:latin typeface="Aptos"/>
                <a:ea typeface="Aptos"/>
                <a:cs typeface="Aptos"/>
              </a:defRPr>
            </a:lvl8pPr>
            <a:lvl9pPr algn="ctr">
              <a:defRPr sz="1275" b="1" i="0">
                <a:solidFill>
                  <a:srgbClr val="0878A8"/>
                </a:solidFill>
                <a:latin typeface="Aptos"/>
                <a:ea typeface="Aptos"/>
                <a:cs typeface="Aptos"/>
              </a:defRPr>
            </a:lvl9pPr>
          </a:lstStyle>
          <a:p xmlns:a="http://schemas.openxmlformats.org/drawingml/2006/main">
            <a:pPr algn="ctr">
              <a:defRPr sz="1275" b="1" i="0">
                <a:solidFill>
                  <a:srgbClr val="0878A8"/>
                </a:solidFill>
                <a:latin typeface="Aptos"/>
                <a:ea typeface="Aptos"/>
                <a:cs typeface="Aptos"/>
              </a:defRPr>
            </a:pPr>
            <a:r>
              <a:rPr sz="1275" b="1" i="0">
                <a:solidFill>
                  <a:srgbClr val="0878A8"/>
                </a:solidFill>
                <a:latin typeface="Aptos"/>
                <a:ea typeface="Aptos"/>
                <a:cs typeface="Aptos"/>
              </a:rPr>
              <a:t>RESULTADO DOCUMENTADO</a:t>
            </a:r>
          </a:p>
        </p:txBody>
      </p:sp>
      <p:sp>
        <p:nvSpPr>
          <p:cNvPr id="18" name="duplicate-result-copy">
            <a:extLst xmlns:a="http://schemas.openxmlformats.org/drawingml/2006/main">
              <a:ext uri="{FF2B5EF4-FFF2-40B4-BE49-F238E27FC236}">
                <a16:creationId xmlns:a16="http://schemas.microsoft.com/office/drawing/2014/main" id="{09BADDC4-A545-4606-80C6-A377B40F7135}"/>
              </a:ext>
            </a:extLst>
          </p:cNvPr>
          <p:cNvSpPr>
            <a:spLocks xmlns:a="http://schemas.openxmlformats.org/drawingml/2006/main" noGrp="1"/>
          </p:cNvSpPr>
          <p:nvPr/>
        </p:nvSpPr>
        <p:spPr>
          <a:xfrm xmlns:a="http://schemas.openxmlformats.org/drawingml/2006/main">
            <a:off x="7486650" y="3124200"/>
            <a:ext cx="31623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i="0">
                <a:solidFill>
                  <a:srgbClr val="17324D"/>
                </a:solidFill>
                <a:latin typeface="Aptos"/>
                <a:ea typeface="Aptos"/>
                <a:cs typeface="Aptos"/>
              </a:defRPr>
            </a:defPPr>
            <a:lvl1pPr algn="ctr">
              <a:defRPr sz="1800" b="1" i="0">
                <a:solidFill>
                  <a:srgbClr val="17324D"/>
                </a:solidFill>
                <a:latin typeface="Aptos"/>
                <a:ea typeface="Aptos"/>
                <a:cs typeface="Aptos"/>
              </a:defRPr>
            </a:lvl1pPr>
            <a:lvl2pPr algn="ctr">
              <a:defRPr sz="1800" b="1" i="0">
                <a:solidFill>
                  <a:srgbClr val="17324D"/>
                </a:solidFill>
                <a:latin typeface="Aptos"/>
                <a:ea typeface="Aptos"/>
                <a:cs typeface="Aptos"/>
              </a:defRPr>
            </a:lvl2pPr>
            <a:lvl3pPr algn="ctr">
              <a:defRPr sz="1800" b="1" i="0">
                <a:solidFill>
                  <a:srgbClr val="17324D"/>
                </a:solidFill>
                <a:latin typeface="Aptos"/>
                <a:ea typeface="Aptos"/>
                <a:cs typeface="Aptos"/>
              </a:defRPr>
            </a:lvl3pPr>
            <a:lvl4pPr algn="ctr">
              <a:defRPr sz="1800" b="1" i="0">
                <a:solidFill>
                  <a:srgbClr val="17324D"/>
                </a:solidFill>
                <a:latin typeface="Aptos"/>
                <a:ea typeface="Aptos"/>
                <a:cs typeface="Aptos"/>
              </a:defRPr>
            </a:lvl4pPr>
            <a:lvl5pPr algn="ctr">
              <a:defRPr sz="1800" b="1" i="0">
                <a:solidFill>
                  <a:srgbClr val="17324D"/>
                </a:solidFill>
                <a:latin typeface="Aptos"/>
                <a:ea typeface="Aptos"/>
                <a:cs typeface="Aptos"/>
              </a:defRPr>
            </a:lvl5pPr>
            <a:lvl6pPr algn="ctr">
              <a:defRPr sz="1800" b="1" i="0">
                <a:solidFill>
                  <a:srgbClr val="17324D"/>
                </a:solidFill>
                <a:latin typeface="Aptos"/>
                <a:ea typeface="Aptos"/>
                <a:cs typeface="Aptos"/>
              </a:defRPr>
            </a:lvl6pPr>
            <a:lvl7pPr algn="ctr">
              <a:defRPr sz="1800" b="1" i="0">
                <a:solidFill>
                  <a:srgbClr val="17324D"/>
                </a:solidFill>
                <a:latin typeface="Aptos"/>
                <a:ea typeface="Aptos"/>
                <a:cs typeface="Aptos"/>
              </a:defRPr>
            </a:lvl7pPr>
            <a:lvl8pPr algn="ctr">
              <a:defRPr sz="1800" b="1" i="0">
                <a:solidFill>
                  <a:srgbClr val="17324D"/>
                </a:solidFill>
                <a:latin typeface="Aptos"/>
                <a:ea typeface="Aptos"/>
                <a:cs typeface="Aptos"/>
              </a:defRPr>
            </a:lvl8pPr>
            <a:lvl9pPr algn="ctr">
              <a:defRPr sz="1800" b="1" i="0">
                <a:solidFill>
                  <a:srgbClr val="17324D"/>
                </a:solidFill>
                <a:latin typeface="Aptos"/>
                <a:ea typeface="Aptos"/>
                <a:cs typeface="Aptos"/>
              </a:defRPr>
            </a:lvl9pPr>
          </a:lstStyle>
          <a:p xmlns:a="http://schemas.openxmlformats.org/drawingml/2006/main">
            <a:pPr algn="ctr">
              <a:defRPr sz="1800" b="1" i="0">
                <a:solidFill>
                  <a:srgbClr val="17324D"/>
                </a:solidFill>
                <a:latin typeface="Aptos"/>
                <a:ea typeface="Aptos"/>
                <a:cs typeface="Aptos"/>
              </a:defRPr>
            </a:pPr>
            <a:r>
              <a:rPr sz="1800" b="1" i="0">
                <a:solidFill>
                  <a:srgbClr val="17324D"/>
                </a:solidFill>
                <a:latin typeface="Aptos"/>
                <a:ea typeface="Aptos"/>
                <a:cs typeface="Aptos"/>
              </a:rPr>
              <a:t>Dos ejecuciones</a:t>
            </a:r>
          </a:p>
          <a:p xmlns:a="http://schemas.openxmlformats.org/drawingml/2006/main">
            <a:pPr algn="ctr">
              <a:defRPr sz="1800" b="1" i="0">
                <a:solidFill>
                  <a:srgbClr val="17324D"/>
                </a:solidFill>
                <a:latin typeface="Aptos"/>
                <a:ea typeface="Aptos"/>
                <a:cs typeface="Aptos"/>
              </a:defRPr>
            </a:pPr>
            <a:r>
              <a:rPr sz="1800" b="1" i="0">
                <a:solidFill>
                  <a:srgbClr val="17324D"/>
                </a:solidFill>
                <a:latin typeface="Aptos"/>
                <a:ea typeface="Aptos"/>
                <a:cs typeface="Aptos"/>
              </a:rPr>
              <a:t>Dos resultados</a:t>
            </a:r>
          </a:p>
          <a:p xmlns:a="http://schemas.openxmlformats.org/drawingml/2006/main">
            <a:pPr algn="ctr">
              <a:defRPr sz="1800" b="1" i="0">
                <a:solidFill>
                  <a:srgbClr val="17324D"/>
                </a:solidFill>
                <a:latin typeface="Aptos"/>
                <a:ea typeface="Aptos"/>
                <a:cs typeface="Aptos"/>
              </a:defRPr>
            </a:pPr>
            <a:r>
              <a:rPr sz="1800" b="1" i="0">
                <a:solidFill>
                  <a:srgbClr val="17324D"/>
                </a:solidFill>
                <a:latin typeface="Aptos"/>
                <a:ea typeface="Aptos"/>
                <a:cs typeface="Aptos"/>
              </a:rPr>
              <a:t>Sin efecto externo</a:t>
            </a:r>
          </a:p>
        </p:txBody>
      </p:sp>
      <p:sp>
        <p:nvSpPr>
          <p:cNvPr id="19" name="duplicate-warning-box">
            <a:extLst xmlns:a="http://schemas.openxmlformats.org/drawingml/2006/main">
              <a:ext uri="{FF2B5EF4-FFF2-40B4-BE49-F238E27FC236}">
                <a16:creationId xmlns:a16="http://schemas.microsoft.com/office/drawing/2014/main" id="{EC755D67-DCF3-4DA3-8D71-D909BF4DD1C2}"/>
              </a:ext>
            </a:extLst>
          </p:cNvPr>
          <p:cNvSpPr>
            <a:spLocks xmlns:a="http://schemas.openxmlformats.org/drawingml/2006/main" noGrp="1"/>
          </p:cNvSpPr>
          <p:nvPr/>
        </p:nvSpPr>
        <p:spPr>
          <a:xfrm xmlns:a="http://schemas.openxmlformats.org/drawingml/2006/main">
            <a:off x="3905250" y="5200650"/>
            <a:ext cx="4381500" cy="361950"/>
          </a:xfrm>
          <a:prstGeom xmlns:a="http://schemas.openxmlformats.org/drawingml/2006/main" prst="roundRect">
            <a:avLst>
              <a:gd name="adj" fmla="val 21053"/>
            </a:avLst>
          </a:prstGeom>
          <a:solidFill xmlns:a="http://schemas.openxmlformats.org/drawingml/2006/main">
            <a:srgbClr val="A94A4A"/>
          </a:solidFill>
          <a:ln xmlns:a="http://schemas.openxmlformats.org/drawingml/2006/main" w="0">
            <a:noFill/>
            <a:prstDash val="solid"/>
          </a:ln>
        </p:spPr>
      </p:sp>
      <p:sp>
        <p:nvSpPr>
          <p:cNvPr id="20" name="duplicate-warning-text">
            <a:extLst xmlns:a="http://schemas.openxmlformats.org/drawingml/2006/main">
              <a:ext uri="{FF2B5EF4-FFF2-40B4-BE49-F238E27FC236}">
                <a16:creationId xmlns:a16="http://schemas.microsoft.com/office/drawing/2014/main" id="{894D4B3B-301E-4E21-8C4C-D92CC533D691}"/>
              </a:ext>
            </a:extLst>
          </p:cNvPr>
          <p:cNvSpPr>
            <a:spLocks xmlns:a="http://schemas.openxmlformats.org/drawingml/2006/main" noGrp="1"/>
          </p:cNvSpPr>
          <p:nvPr/>
        </p:nvSpPr>
        <p:spPr>
          <a:xfrm xmlns:a="http://schemas.openxmlformats.org/drawingml/2006/main">
            <a:off x="4019550" y="5267325"/>
            <a:ext cx="4152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i="0">
                <a:solidFill>
                  <a:srgbClr val="FFFFFF"/>
                </a:solidFill>
                <a:latin typeface="Aptos"/>
                <a:ea typeface="Aptos"/>
                <a:cs typeface="Aptos"/>
              </a:defRPr>
            </a:defPPr>
            <a:lvl1pPr algn="ctr">
              <a:defRPr sz="1125" b="1" i="0">
                <a:solidFill>
                  <a:srgbClr val="FFFFFF"/>
                </a:solidFill>
                <a:latin typeface="Aptos"/>
                <a:ea typeface="Aptos"/>
                <a:cs typeface="Aptos"/>
              </a:defRPr>
            </a:lvl1pPr>
            <a:lvl2pPr algn="ctr">
              <a:defRPr sz="1125" b="1" i="0">
                <a:solidFill>
                  <a:srgbClr val="FFFFFF"/>
                </a:solidFill>
                <a:latin typeface="Aptos"/>
                <a:ea typeface="Aptos"/>
                <a:cs typeface="Aptos"/>
              </a:defRPr>
            </a:lvl2pPr>
            <a:lvl3pPr algn="ctr">
              <a:defRPr sz="1125" b="1" i="0">
                <a:solidFill>
                  <a:srgbClr val="FFFFFF"/>
                </a:solidFill>
                <a:latin typeface="Aptos"/>
                <a:ea typeface="Aptos"/>
                <a:cs typeface="Aptos"/>
              </a:defRPr>
            </a:lvl3pPr>
            <a:lvl4pPr algn="ctr">
              <a:defRPr sz="1125" b="1" i="0">
                <a:solidFill>
                  <a:srgbClr val="FFFFFF"/>
                </a:solidFill>
                <a:latin typeface="Aptos"/>
                <a:ea typeface="Aptos"/>
                <a:cs typeface="Aptos"/>
              </a:defRPr>
            </a:lvl4pPr>
            <a:lvl5pPr algn="ctr">
              <a:defRPr sz="1125" b="1" i="0">
                <a:solidFill>
                  <a:srgbClr val="FFFFFF"/>
                </a:solidFill>
                <a:latin typeface="Aptos"/>
                <a:ea typeface="Aptos"/>
                <a:cs typeface="Aptos"/>
              </a:defRPr>
            </a:lvl5pPr>
            <a:lvl6pPr algn="ctr">
              <a:defRPr sz="1125" b="1" i="0">
                <a:solidFill>
                  <a:srgbClr val="FFFFFF"/>
                </a:solidFill>
                <a:latin typeface="Aptos"/>
                <a:ea typeface="Aptos"/>
                <a:cs typeface="Aptos"/>
              </a:defRPr>
            </a:lvl6pPr>
            <a:lvl7pPr algn="ctr">
              <a:defRPr sz="1125" b="1" i="0">
                <a:solidFill>
                  <a:srgbClr val="FFFFFF"/>
                </a:solidFill>
                <a:latin typeface="Aptos"/>
                <a:ea typeface="Aptos"/>
                <a:cs typeface="Aptos"/>
              </a:defRPr>
            </a:lvl7pPr>
            <a:lvl8pPr algn="ctr">
              <a:defRPr sz="1125" b="1" i="0">
                <a:solidFill>
                  <a:srgbClr val="FFFFFF"/>
                </a:solidFill>
                <a:latin typeface="Aptos"/>
                <a:ea typeface="Aptos"/>
                <a:cs typeface="Aptos"/>
              </a:defRPr>
            </a:lvl8pPr>
            <a:lvl9pPr algn="ctr">
              <a:defRPr sz="1125" b="1" i="0">
                <a:solidFill>
                  <a:srgbClr val="FFFFFF"/>
                </a:solidFill>
                <a:latin typeface="Aptos"/>
                <a:ea typeface="Aptos"/>
                <a:cs typeface="Aptos"/>
              </a:defRPr>
            </a:lvl9pPr>
          </a:lstStyle>
          <a:p xmlns:a="http://schemas.openxmlformats.org/drawingml/2006/main">
            <a:pPr algn="ctr">
              <a:defRPr sz="1125" b="1" i="0">
                <a:solidFill>
                  <a:srgbClr val="FFFFFF"/>
                </a:solidFill>
                <a:latin typeface="Aptos"/>
                <a:ea typeface="Aptos"/>
                <a:cs typeface="Aptos"/>
              </a:defRPr>
            </a:pPr>
            <a:r>
              <a:rPr sz="1125" b="1" i="0">
                <a:solidFill>
                  <a:srgbClr val="FFFFFF"/>
                </a:solidFill>
                <a:latin typeface="Aptos"/>
                <a:ea typeface="Aptos"/>
                <a:cs typeface="Aptos"/>
              </a:rPr>
              <a:t>DEDUPLICACIÓN NO IMPLEMENTADA</a:t>
            </a:r>
          </a:p>
        </p:txBody>
      </p:sp>
      <p:sp>
        <p:nvSpPr>
          <p:cNvPr id="21" name="duplicate-note">
            <a:extLst xmlns:a="http://schemas.openxmlformats.org/drawingml/2006/main">
              <a:ext uri="{FF2B5EF4-FFF2-40B4-BE49-F238E27FC236}">
                <a16:creationId xmlns:a16="http://schemas.microsoft.com/office/drawing/2014/main" id="{919D0DA2-DC22-4E88-92F5-7E148FFA24F6}"/>
              </a:ext>
            </a:extLst>
          </p:cNvPr>
          <p:cNvSpPr>
            <a:spLocks xmlns:a="http://schemas.openxmlformats.org/drawingml/2006/main" noGrp="1"/>
          </p:cNvSpPr>
          <p:nvPr/>
        </p:nvSpPr>
        <p:spPr>
          <a:xfrm xmlns:a="http://schemas.openxmlformats.org/drawingml/2006/main">
            <a:off x="2476500" y="5695950"/>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350" b="1" i="0">
                <a:solidFill>
                  <a:srgbClr val="003366"/>
                </a:solidFill>
                <a:latin typeface="Aptos"/>
                <a:ea typeface="Aptos"/>
                <a:cs typeface="Aptos"/>
              </a:defRPr>
            </a:defPPr>
            <a:lvl1pPr algn="ctr">
              <a:defRPr sz="1350" b="1" i="0">
                <a:solidFill>
                  <a:srgbClr val="003366"/>
                </a:solidFill>
                <a:latin typeface="Aptos"/>
                <a:ea typeface="Aptos"/>
                <a:cs typeface="Aptos"/>
              </a:defRPr>
            </a:lvl1pPr>
            <a:lvl2pPr algn="ctr">
              <a:defRPr sz="1350" b="1" i="0">
                <a:solidFill>
                  <a:srgbClr val="003366"/>
                </a:solidFill>
                <a:latin typeface="Aptos"/>
                <a:ea typeface="Aptos"/>
                <a:cs typeface="Aptos"/>
              </a:defRPr>
            </a:lvl2pPr>
            <a:lvl3pPr algn="ctr">
              <a:defRPr sz="1350" b="1" i="0">
                <a:solidFill>
                  <a:srgbClr val="003366"/>
                </a:solidFill>
                <a:latin typeface="Aptos"/>
                <a:ea typeface="Aptos"/>
                <a:cs typeface="Aptos"/>
              </a:defRPr>
            </a:lvl3pPr>
            <a:lvl4pPr algn="ctr">
              <a:defRPr sz="1350" b="1" i="0">
                <a:solidFill>
                  <a:srgbClr val="003366"/>
                </a:solidFill>
                <a:latin typeface="Aptos"/>
                <a:ea typeface="Aptos"/>
                <a:cs typeface="Aptos"/>
              </a:defRPr>
            </a:lvl4pPr>
            <a:lvl5pPr algn="ctr">
              <a:defRPr sz="1350" b="1" i="0">
                <a:solidFill>
                  <a:srgbClr val="003366"/>
                </a:solidFill>
                <a:latin typeface="Aptos"/>
                <a:ea typeface="Aptos"/>
                <a:cs typeface="Aptos"/>
              </a:defRPr>
            </a:lvl5pPr>
            <a:lvl6pPr algn="ctr">
              <a:defRPr sz="1350" b="1" i="0">
                <a:solidFill>
                  <a:srgbClr val="003366"/>
                </a:solidFill>
                <a:latin typeface="Aptos"/>
                <a:ea typeface="Aptos"/>
                <a:cs typeface="Aptos"/>
              </a:defRPr>
            </a:lvl6pPr>
            <a:lvl7pPr algn="ctr">
              <a:defRPr sz="1350" b="1" i="0">
                <a:solidFill>
                  <a:srgbClr val="003366"/>
                </a:solidFill>
                <a:latin typeface="Aptos"/>
                <a:ea typeface="Aptos"/>
                <a:cs typeface="Aptos"/>
              </a:defRPr>
            </a:lvl7pPr>
            <a:lvl8pPr algn="ctr">
              <a:defRPr sz="1350" b="1" i="0">
                <a:solidFill>
                  <a:srgbClr val="003366"/>
                </a:solidFill>
                <a:latin typeface="Aptos"/>
                <a:ea typeface="Aptos"/>
                <a:cs typeface="Aptos"/>
              </a:defRPr>
            </a:lvl8pPr>
            <a:lvl9pPr algn="ctr">
              <a:defRPr sz="1350" b="1" i="0">
                <a:solidFill>
                  <a:srgbClr val="003366"/>
                </a:solidFill>
                <a:latin typeface="Aptos"/>
                <a:ea typeface="Aptos"/>
                <a:cs typeface="Aptos"/>
              </a:defRPr>
            </a:lvl9pPr>
          </a:lstStyle>
          <a:p xmlns:a="http://schemas.openxmlformats.org/drawingml/2006/main">
            <a:pPr algn="ctr">
              <a:defRPr sz="1350" b="1" i="0">
                <a:solidFill>
                  <a:srgbClr val="003366"/>
                </a:solidFill>
                <a:latin typeface="Aptos"/>
                <a:ea typeface="Aptos"/>
                <a:cs typeface="Aptos"/>
              </a:defRPr>
            </a:pPr>
            <a:r>
              <a:rPr sz="1350" b="1" i="0">
                <a:solidFill>
                  <a:srgbClr val="003366"/>
                </a:solidFill>
                <a:latin typeface="Aptos"/>
                <a:ea typeface="Aptos"/>
                <a:cs typeface="Aptos"/>
              </a:rPr>
              <a:t>No marques este caso como resuelto ni apto para producción.</a:t>
            </a:r>
          </a:p>
        </p:txBody>
      </p:sp>
      <p:sp>
        <p:nvSpPr>
          <p:cNvPr id="22" name="brand-7">
            <a:extLst xmlns:a="http://schemas.openxmlformats.org/drawingml/2006/main">
              <a:ext uri="{FF2B5EF4-FFF2-40B4-BE49-F238E27FC236}">
                <a16:creationId xmlns:a16="http://schemas.microsoft.com/office/drawing/2014/main" id="{46E42614-A791-4A8D-A3E0-20CB56C931CB}"/>
              </a:ext>
            </a:extLst>
          </p:cNvPr>
          <p:cNvSpPr>
            <a:spLocks xmlns:a="http://schemas.openxmlformats.org/drawingml/2006/main" noGrp="1"/>
          </p:cNvSpPr>
          <p:nvPr/>
        </p:nvSpPr>
        <p:spPr>
          <a:xfrm xmlns:a="http://schemas.openxmlformats.org/drawingml/2006/main">
            <a:off x="685800" y="6286500"/>
            <a:ext cx="285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975" b="1" i="0">
                <a:solidFill>
                  <a:srgbClr val="003366"/>
                </a:solidFill>
                <a:latin typeface="Aptos"/>
                <a:ea typeface="Aptos"/>
                <a:cs typeface="Aptos"/>
              </a:defRPr>
            </a:defPPr>
            <a:lvl1pPr algn="l">
              <a:defRPr sz="975" b="1" i="0">
                <a:solidFill>
                  <a:srgbClr val="003366"/>
                </a:solidFill>
                <a:latin typeface="Aptos"/>
                <a:ea typeface="Aptos"/>
                <a:cs typeface="Aptos"/>
              </a:defRPr>
            </a:lvl1pPr>
            <a:lvl2pPr algn="l">
              <a:defRPr sz="975" b="1" i="0">
                <a:solidFill>
                  <a:srgbClr val="003366"/>
                </a:solidFill>
                <a:latin typeface="Aptos"/>
                <a:ea typeface="Aptos"/>
                <a:cs typeface="Aptos"/>
              </a:defRPr>
            </a:lvl2pPr>
            <a:lvl3pPr algn="l">
              <a:defRPr sz="975" b="1" i="0">
                <a:solidFill>
                  <a:srgbClr val="003366"/>
                </a:solidFill>
                <a:latin typeface="Aptos"/>
                <a:ea typeface="Aptos"/>
                <a:cs typeface="Aptos"/>
              </a:defRPr>
            </a:lvl3pPr>
            <a:lvl4pPr algn="l">
              <a:defRPr sz="975" b="1" i="0">
                <a:solidFill>
                  <a:srgbClr val="003366"/>
                </a:solidFill>
                <a:latin typeface="Aptos"/>
                <a:ea typeface="Aptos"/>
                <a:cs typeface="Aptos"/>
              </a:defRPr>
            </a:lvl4pPr>
            <a:lvl5pPr algn="l">
              <a:defRPr sz="975" b="1" i="0">
                <a:solidFill>
                  <a:srgbClr val="003366"/>
                </a:solidFill>
                <a:latin typeface="Aptos"/>
                <a:ea typeface="Aptos"/>
                <a:cs typeface="Aptos"/>
              </a:defRPr>
            </a:lvl5pPr>
            <a:lvl6pPr algn="l">
              <a:defRPr sz="975" b="1" i="0">
                <a:solidFill>
                  <a:srgbClr val="003366"/>
                </a:solidFill>
                <a:latin typeface="Aptos"/>
                <a:ea typeface="Aptos"/>
                <a:cs typeface="Aptos"/>
              </a:defRPr>
            </a:lvl6pPr>
            <a:lvl7pPr algn="l">
              <a:defRPr sz="975" b="1" i="0">
                <a:solidFill>
                  <a:srgbClr val="003366"/>
                </a:solidFill>
                <a:latin typeface="Aptos"/>
                <a:ea typeface="Aptos"/>
                <a:cs typeface="Aptos"/>
              </a:defRPr>
            </a:lvl7pPr>
            <a:lvl8pPr algn="l">
              <a:defRPr sz="975" b="1" i="0">
                <a:solidFill>
                  <a:srgbClr val="003366"/>
                </a:solidFill>
                <a:latin typeface="Aptos"/>
                <a:ea typeface="Aptos"/>
                <a:cs typeface="Aptos"/>
              </a:defRPr>
            </a:lvl8pPr>
            <a:lvl9pPr algn="l">
              <a:defRPr sz="975" b="1" i="0">
                <a:solidFill>
                  <a:srgbClr val="003366"/>
                </a:solidFill>
                <a:latin typeface="Aptos"/>
                <a:ea typeface="Aptos"/>
                <a:cs typeface="Aptos"/>
              </a:defRPr>
            </a:lvl9pPr>
          </a:lstStyle>
          <a:p xmlns:a="http://schemas.openxmlformats.org/drawingml/2006/main">
            <a:pPr algn="l">
              <a:defRPr sz="975" b="1" i="0">
                <a:solidFill>
                  <a:srgbClr val="003366"/>
                </a:solidFill>
                <a:latin typeface="Aptos"/>
                <a:ea typeface="Aptos"/>
                <a:cs typeface="Aptos"/>
              </a:defRPr>
            </a:pPr>
            <a:r>
              <a:rPr sz="975" b="1" i="0">
                <a:solidFill>
                  <a:srgbClr val="003366"/>
                </a:solidFill>
                <a:latin typeface="Aptos"/>
                <a:ea typeface="Aptos"/>
                <a:cs typeface="Aptos"/>
              </a:rPr>
              <a:t>LANGUAGE CENTER CHILE</a:t>
            </a:r>
          </a:p>
        </p:txBody>
      </p:sp>
      <p:sp>
        <p:nvSpPr>
          <p:cNvPr id="23" name="page-7">
            <a:extLst xmlns:a="http://schemas.openxmlformats.org/drawingml/2006/main">
              <a:ext uri="{FF2B5EF4-FFF2-40B4-BE49-F238E27FC236}">
                <a16:creationId xmlns:a16="http://schemas.microsoft.com/office/drawing/2014/main" id="{925502F3-E312-44C9-BAB6-98E990FAFABD}"/>
              </a:ext>
            </a:extLst>
          </p:cNvPr>
          <p:cNvSpPr>
            <a:spLocks xmlns:a="http://schemas.openxmlformats.org/drawingml/2006/main" noGrp="1"/>
          </p:cNvSpPr>
          <p:nvPr/>
        </p:nvSpPr>
        <p:spPr>
          <a:xfrm xmlns:a="http://schemas.openxmlformats.org/drawingml/2006/main">
            <a:off x="11144250" y="6267450"/>
            <a:ext cx="361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975" b="1" i="0">
                <a:solidFill>
                  <a:srgbClr val="526B7F"/>
                </a:solidFill>
                <a:latin typeface="Aptos"/>
                <a:ea typeface="Aptos"/>
                <a:cs typeface="Aptos"/>
              </a:defRPr>
            </a:defPPr>
            <a:lvl1pPr algn="r">
              <a:defRPr sz="975" b="1" i="0">
                <a:solidFill>
                  <a:srgbClr val="526B7F"/>
                </a:solidFill>
                <a:latin typeface="Aptos"/>
                <a:ea typeface="Aptos"/>
                <a:cs typeface="Aptos"/>
              </a:defRPr>
            </a:lvl1pPr>
            <a:lvl2pPr algn="r">
              <a:defRPr sz="975" b="1" i="0">
                <a:solidFill>
                  <a:srgbClr val="526B7F"/>
                </a:solidFill>
                <a:latin typeface="Aptos"/>
                <a:ea typeface="Aptos"/>
                <a:cs typeface="Aptos"/>
              </a:defRPr>
            </a:lvl2pPr>
            <a:lvl3pPr algn="r">
              <a:defRPr sz="975" b="1" i="0">
                <a:solidFill>
                  <a:srgbClr val="526B7F"/>
                </a:solidFill>
                <a:latin typeface="Aptos"/>
                <a:ea typeface="Aptos"/>
                <a:cs typeface="Aptos"/>
              </a:defRPr>
            </a:lvl3pPr>
            <a:lvl4pPr algn="r">
              <a:defRPr sz="975" b="1" i="0">
                <a:solidFill>
                  <a:srgbClr val="526B7F"/>
                </a:solidFill>
                <a:latin typeface="Aptos"/>
                <a:ea typeface="Aptos"/>
                <a:cs typeface="Aptos"/>
              </a:defRPr>
            </a:lvl4pPr>
            <a:lvl5pPr algn="r">
              <a:defRPr sz="975" b="1" i="0">
                <a:solidFill>
                  <a:srgbClr val="526B7F"/>
                </a:solidFill>
                <a:latin typeface="Aptos"/>
                <a:ea typeface="Aptos"/>
                <a:cs typeface="Aptos"/>
              </a:defRPr>
            </a:lvl5pPr>
            <a:lvl6pPr algn="r">
              <a:defRPr sz="975" b="1" i="0">
                <a:solidFill>
                  <a:srgbClr val="526B7F"/>
                </a:solidFill>
                <a:latin typeface="Aptos"/>
                <a:ea typeface="Aptos"/>
                <a:cs typeface="Aptos"/>
              </a:defRPr>
            </a:lvl6pPr>
            <a:lvl7pPr algn="r">
              <a:defRPr sz="975" b="1" i="0">
                <a:solidFill>
                  <a:srgbClr val="526B7F"/>
                </a:solidFill>
                <a:latin typeface="Aptos"/>
                <a:ea typeface="Aptos"/>
                <a:cs typeface="Aptos"/>
              </a:defRPr>
            </a:lvl7pPr>
            <a:lvl8pPr algn="r">
              <a:defRPr sz="975" b="1" i="0">
                <a:solidFill>
                  <a:srgbClr val="526B7F"/>
                </a:solidFill>
                <a:latin typeface="Aptos"/>
                <a:ea typeface="Aptos"/>
                <a:cs typeface="Aptos"/>
              </a:defRPr>
            </a:lvl8pPr>
            <a:lvl9pPr algn="r">
              <a:defRPr sz="975" b="1" i="0">
                <a:solidFill>
                  <a:srgbClr val="526B7F"/>
                </a:solidFill>
                <a:latin typeface="Aptos"/>
                <a:ea typeface="Aptos"/>
                <a:cs typeface="Aptos"/>
              </a:defRPr>
            </a:lvl9pPr>
          </a:lstStyle>
          <a:p xmlns:a="http://schemas.openxmlformats.org/drawingml/2006/main">
            <a:pPr algn="r">
              <a:defRPr sz="975" b="1" i="0">
                <a:solidFill>
                  <a:srgbClr val="526B7F"/>
                </a:solidFill>
                <a:latin typeface="Aptos"/>
                <a:ea typeface="Aptos"/>
                <a:cs typeface="Aptos"/>
              </a:defRPr>
            </a:pPr>
            <a:r>
              <a:rPr sz="975" b="1" i="0">
                <a:solidFill>
                  <a:srgbClr val="526B7F"/>
                </a:solidFill>
                <a:latin typeface="Aptos"/>
                <a:ea typeface="Aptos"/>
                <a:cs typeface="Aptos"/>
              </a:rPr>
              <a:t>07</a:t>
            </a:r>
          </a:p>
        </p:txBody>
      </p:sp>
    </p:spTree>
    <p:extLst>
      <p:ext uri="{BB962C8B-B14F-4D97-AF65-F5344CB8AC3E}">
        <p14:creationId xmlns:p14="http://schemas.microsoft.com/office/powerpoint/2010/main" val="354213311"/>
      </p:ext>
    </p:extLst>
  </p:cSld>
</p:sld>
</file>

<file path=ppt/slides/slide8.xml><?xml version="1.0" encoding="utf-8"?>
<p:sld xmlns:p="http://schemas.openxmlformats.org/presentationml/2006/main">
  <p:cSld>
    <p:bg>
      <p:bgPr>
        <a:solidFill xmlns:a="http://schemas.openxmlformats.org/drawingml/2006/main">
          <a:srgbClr val="003366"/>
        </a:solidFill>
      </p:bgPr>
    </p:bg>
    <p:spTree>
      <p:nvGrpSpPr>
        <p:cNvPr id="1" name=""/>
        <p:cNvGrpSpPr/>
        <p:nvPr/>
      </p:nvGrpSpPr>
      <p:grpSpPr>
        <a:xfrm xmlns:a="http://schemas.openxmlformats.org/drawingml/2006/main"/>
      </p:grpSpPr>
      <p:sp>
        <p:nvSpPr>
          <p:cNvPr id="31" name="close-kicker">
            <a:extLst xmlns:a="http://schemas.openxmlformats.org/drawingml/2006/main">
              <a:ext uri="{FF2B5EF4-FFF2-40B4-BE49-F238E27FC236}">
                <a16:creationId xmlns:a16="http://schemas.microsoft.com/office/drawing/2014/main" id="{7655DDF6-EAC5-43DB-892A-E833222350C9}"/>
              </a:ext>
            </a:extLst>
          </p:cNvPr>
          <p:cNvSpPr>
            <a:spLocks xmlns:a="http://schemas.openxmlformats.org/drawingml/2006/main" noGrp="1"/>
          </p:cNvSpPr>
          <p:nvPr/>
        </p:nvSpPr>
        <p:spPr>
          <a:xfrm xmlns:a="http://schemas.openxmlformats.org/drawingml/2006/main">
            <a:off x="781050" y="6286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1" i="0">
                <a:solidFill>
                  <a:srgbClr val="19A7CE"/>
                </a:solidFill>
                <a:latin typeface="Aptos"/>
                <a:ea typeface="Aptos"/>
                <a:cs typeface="Aptos"/>
              </a:defRPr>
            </a:defPPr>
            <a:lvl1pPr algn="l">
              <a:defRPr sz="1125" b="1" i="0">
                <a:solidFill>
                  <a:srgbClr val="19A7CE"/>
                </a:solidFill>
                <a:latin typeface="Aptos"/>
                <a:ea typeface="Aptos"/>
                <a:cs typeface="Aptos"/>
              </a:defRPr>
            </a:lvl1pPr>
            <a:lvl2pPr algn="l">
              <a:defRPr sz="1125" b="1" i="0">
                <a:solidFill>
                  <a:srgbClr val="19A7CE"/>
                </a:solidFill>
                <a:latin typeface="Aptos"/>
                <a:ea typeface="Aptos"/>
                <a:cs typeface="Aptos"/>
              </a:defRPr>
            </a:lvl2pPr>
            <a:lvl3pPr algn="l">
              <a:defRPr sz="1125" b="1" i="0">
                <a:solidFill>
                  <a:srgbClr val="19A7CE"/>
                </a:solidFill>
                <a:latin typeface="Aptos"/>
                <a:ea typeface="Aptos"/>
                <a:cs typeface="Aptos"/>
              </a:defRPr>
            </a:lvl3pPr>
            <a:lvl4pPr algn="l">
              <a:defRPr sz="1125" b="1" i="0">
                <a:solidFill>
                  <a:srgbClr val="19A7CE"/>
                </a:solidFill>
                <a:latin typeface="Aptos"/>
                <a:ea typeface="Aptos"/>
                <a:cs typeface="Aptos"/>
              </a:defRPr>
            </a:lvl4pPr>
            <a:lvl5pPr algn="l">
              <a:defRPr sz="1125" b="1" i="0">
                <a:solidFill>
                  <a:srgbClr val="19A7CE"/>
                </a:solidFill>
                <a:latin typeface="Aptos"/>
                <a:ea typeface="Aptos"/>
                <a:cs typeface="Aptos"/>
              </a:defRPr>
            </a:lvl5pPr>
            <a:lvl6pPr algn="l">
              <a:defRPr sz="1125" b="1" i="0">
                <a:solidFill>
                  <a:srgbClr val="19A7CE"/>
                </a:solidFill>
                <a:latin typeface="Aptos"/>
                <a:ea typeface="Aptos"/>
                <a:cs typeface="Aptos"/>
              </a:defRPr>
            </a:lvl6pPr>
            <a:lvl7pPr algn="l">
              <a:defRPr sz="1125" b="1" i="0">
                <a:solidFill>
                  <a:srgbClr val="19A7CE"/>
                </a:solidFill>
                <a:latin typeface="Aptos"/>
                <a:ea typeface="Aptos"/>
                <a:cs typeface="Aptos"/>
              </a:defRPr>
            </a:lvl7pPr>
            <a:lvl8pPr algn="l">
              <a:defRPr sz="1125" b="1" i="0">
                <a:solidFill>
                  <a:srgbClr val="19A7CE"/>
                </a:solidFill>
                <a:latin typeface="Aptos"/>
                <a:ea typeface="Aptos"/>
                <a:cs typeface="Aptos"/>
              </a:defRPr>
            </a:lvl8pPr>
            <a:lvl9pPr algn="l">
              <a:defRPr sz="1125" b="1" i="0">
                <a:solidFill>
                  <a:srgbClr val="19A7CE"/>
                </a:solidFill>
                <a:latin typeface="Aptos"/>
                <a:ea typeface="Aptos"/>
                <a:cs typeface="Aptos"/>
              </a:defRPr>
            </a:lvl9pPr>
          </a:lstStyle>
          <a:p xmlns:a="http://schemas.openxmlformats.org/drawingml/2006/main">
            <a:pPr algn="l">
              <a:defRPr sz="1125" b="1" i="0">
                <a:solidFill>
                  <a:srgbClr val="19A7CE"/>
                </a:solidFill>
                <a:latin typeface="Aptos"/>
                <a:ea typeface="Aptos"/>
                <a:cs typeface="Aptos"/>
              </a:defRPr>
            </a:pPr>
            <a:r>
              <a:rPr sz="1125" b="1" i="0">
                <a:solidFill>
                  <a:srgbClr val="19A7CE"/>
                </a:solidFill>
                <a:latin typeface="Aptos"/>
                <a:ea typeface="Aptos"/>
                <a:cs typeface="Aptos"/>
              </a:rPr>
              <a:t>EVIDENCIA DEL PASO 4</a:t>
            </a:r>
          </a:p>
        </p:txBody>
      </p:sp>
      <p:sp>
        <p:nvSpPr>
          <p:cNvPr id="2" name="close-title">
            <a:extLst xmlns:a="http://schemas.openxmlformats.org/drawingml/2006/main">
              <a:ext uri="{FF2B5EF4-FFF2-40B4-BE49-F238E27FC236}">
                <a16:creationId xmlns:a16="http://schemas.microsoft.com/office/drawing/2014/main" id="{0BC309A9-641D-4C42-86C5-158E281D2112}"/>
              </a:ext>
            </a:extLst>
          </p:cNvPr>
          <p:cNvSpPr>
            <a:spLocks xmlns:a="http://schemas.openxmlformats.org/drawingml/2006/main" noGrp="1"/>
          </p:cNvSpPr>
          <p:nvPr/>
        </p:nvSpPr>
        <p:spPr>
          <a:xfrm xmlns:a="http://schemas.openxmlformats.org/drawingml/2006/main">
            <a:off x="781050" y="1104900"/>
            <a:ext cx="7620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150" b="1" i="0">
                <a:solidFill>
                  <a:srgbClr val="FFFFFF"/>
                </a:solidFill>
                <a:latin typeface="Aptos"/>
                <a:ea typeface="Aptos"/>
                <a:cs typeface="Aptos"/>
              </a:defRPr>
            </a:defPPr>
            <a:lvl1pPr algn="l">
              <a:defRPr sz="3150" b="1" i="0">
                <a:solidFill>
                  <a:srgbClr val="FFFFFF"/>
                </a:solidFill>
                <a:latin typeface="Aptos"/>
                <a:ea typeface="Aptos"/>
                <a:cs typeface="Aptos"/>
              </a:defRPr>
            </a:lvl1pPr>
            <a:lvl2pPr algn="l">
              <a:defRPr sz="3150" b="1" i="0">
                <a:solidFill>
                  <a:srgbClr val="FFFFFF"/>
                </a:solidFill>
                <a:latin typeface="Aptos"/>
                <a:ea typeface="Aptos"/>
                <a:cs typeface="Aptos"/>
              </a:defRPr>
            </a:lvl2pPr>
            <a:lvl3pPr algn="l">
              <a:defRPr sz="3150" b="1" i="0">
                <a:solidFill>
                  <a:srgbClr val="FFFFFF"/>
                </a:solidFill>
                <a:latin typeface="Aptos"/>
                <a:ea typeface="Aptos"/>
                <a:cs typeface="Aptos"/>
              </a:defRPr>
            </a:lvl3pPr>
            <a:lvl4pPr algn="l">
              <a:defRPr sz="3150" b="1" i="0">
                <a:solidFill>
                  <a:srgbClr val="FFFFFF"/>
                </a:solidFill>
                <a:latin typeface="Aptos"/>
                <a:ea typeface="Aptos"/>
                <a:cs typeface="Aptos"/>
              </a:defRPr>
            </a:lvl4pPr>
            <a:lvl5pPr algn="l">
              <a:defRPr sz="3150" b="1" i="0">
                <a:solidFill>
                  <a:srgbClr val="FFFFFF"/>
                </a:solidFill>
                <a:latin typeface="Aptos"/>
                <a:ea typeface="Aptos"/>
                <a:cs typeface="Aptos"/>
              </a:defRPr>
            </a:lvl5pPr>
            <a:lvl6pPr algn="l">
              <a:defRPr sz="3150" b="1" i="0">
                <a:solidFill>
                  <a:srgbClr val="FFFFFF"/>
                </a:solidFill>
                <a:latin typeface="Aptos"/>
                <a:ea typeface="Aptos"/>
                <a:cs typeface="Aptos"/>
              </a:defRPr>
            </a:lvl6pPr>
            <a:lvl7pPr algn="l">
              <a:defRPr sz="3150" b="1" i="0">
                <a:solidFill>
                  <a:srgbClr val="FFFFFF"/>
                </a:solidFill>
                <a:latin typeface="Aptos"/>
                <a:ea typeface="Aptos"/>
                <a:cs typeface="Aptos"/>
              </a:defRPr>
            </a:lvl7pPr>
            <a:lvl8pPr algn="l">
              <a:defRPr sz="3150" b="1" i="0">
                <a:solidFill>
                  <a:srgbClr val="FFFFFF"/>
                </a:solidFill>
                <a:latin typeface="Aptos"/>
                <a:ea typeface="Aptos"/>
                <a:cs typeface="Aptos"/>
              </a:defRPr>
            </a:lvl8pPr>
            <a:lvl9pPr algn="l">
              <a:defRPr sz="3150" b="1" i="0">
                <a:solidFill>
                  <a:srgbClr val="FFFFFF"/>
                </a:solidFill>
                <a:latin typeface="Aptos"/>
                <a:ea typeface="Aptos"/>
                <a:cs typeface="Aptos"/>
              </a:defRPr>
            </a:lvl9pPr>
          </a:lstStyle>
          <a:p xmlns:a="http://schemas.openxmlformats.org/drawingml/2006/main">
            <a:pPr algn="l">
              <a:defRPr sz="3150" b="1" i="0">
                <a:solidFill>
                  <a:srgbClr val="FFFFFF"/>
                </a:solidFill>
                <a:latin typeface="Aptos"/>
                <a:ea typeface="Aptos"/>
                <a:cs typeface="Aptos"/>
              </a:defRPr>
            </a:pPr>
            <a:r>
              <a:rPr sz="3150" b="1" i="0">
                <a:solidFill>
                  <a:srgbClr val="FFFFFF"/>
                </a:solidFill>
                <a:latin typeface="Aptos"/>
                <a:ea typeface="Aptos"/>
                <a:cs typeface="Aptos"/>
              </a:rPr>
              <a:t>Flujo listo para revisión</a:t>
            </a:r>
          </a:p>
        </p:txBody>
      </p:sp>
      <p:sp>
        <p:nvSpPr>
          <p:cNvPr id="3" name="close-check-circle-0">
            <a:extLst xmlns:a="http://schemas.openxmlformats.org/drawingml/2006/main">
              <a:ext uri="{FF2B5EF4-FFF2-40B4-BE49-F238E27FC236}">
                <a16:creationId xmlns:a16="http://schemas.microsoft.com/office/drawing/2014/main" id="{825D279C-D3BD-4FF7-B4CE-05508943F4F9}"/>
              </a:ext>
            </a:extLst>
          </p:cNvPr>
          <p:cNvSpPr>
            <a:spLocks xmlns:a="http://schemas.openxmlformats.org/drawingml/2006/main" noGrp="1"/>
          </p:cNvSpPr>
          <p:nvPr/>
        </p:nvSpPr>
        <p:spPr>
          <a:xfrm xmlns:a="http://schemas.openxmlformats.org/drawingml/2006/main">
            <a:off x="800100" y="203835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4" name="close-check-0">
            <a:extLst xmlns:a="http://schemas.openxmlformats.org/drawingml/2006/main">
              <a:ext uri="{FF2B5EF4-FFF2-40B4-BE49-F238E27FC236}">
                <a16:creationId xmlns:a16="http://schemas.microsoft.com/office/drawing/2014/main" id="{F63F9C97-AB81-4965-BF81-867DB35A1627}"/>
              </a:ext>
            </a:extLst>
          </p:cNvPr>
          <p:cNvSpPr>
            <a:spLocks xmlns:a="http://schemas.openxmlformats.org/drawingml/2006/main" noGrp="1"/>
          </p:cNvSpPr>
          <p:nvPr/>
        </p:nvSpPr>
        <p:spPr>
          <a:xfrm xmlns:a="http://schemas.openxmlformats.org/drawingml/2006/main">
            <a:off x="800100" y="20859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5" name="close-check-label-0">
            <a:extLst xmlns:a="http://schemas.openxmlformats.org/drawingml/2006/main">
              <a:ext uri="{FF2B5EF4-FFF2-40B4-BE49-F238E27FC236}">
                <a16:creationId xmlns:a16="http://schemas.microsoft.com/office/drawing/2014/main" id="{7C2104A7-7BE5-49E5-90F0-135DE7808322}"/>
              </a:ext>
            </a:extLst>
          </p:cNvPr>
          <p:cNvSpPr>
            <a:spLocks xmlns:a="http://schemas.openxmlformats.org/drawingml/2006/main" noGrp="1"/>
          </p:cNvSpPr>
          <p:nvPr/>
        </p:nvSpPr>
        <p:spPr>
          <a:xfrm xmlns:a="http://schemas.openxmlformats.org/drawingml/2006/main">
            <a:off x="1371600" y="20764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FFFFF"/>
                </a:solidFill>
                <a:latin typeface="Aptos"/>
                <a:ea typeface="Aptos"/>
                <a:cs typeface="Aptos"/>
              </a:defRPr>
            </a:defPPr>
            <a:lvl1pPr algn="l">
              <a:defRPr sz="1425" b="1" i="0">
                <a:solidFill>
                  <a:srgbClr val="FFFFFF"/>
                </a:solidFill>
                <a:latin typeface="Aptos"/>
                <a:ea typeface="Aptos"/>
                <a:cs typeface="Aptos"/>
              </a:defRPr>
            </a:lvl1pPr>
            <a:lvl2pPr algn="l">
              <a:defRPr sz="1425" b="1" i="0">
                <a:solidFill>
                  <a:srgbClr val="FFFFFF"/>
                </a:solidFill>
                <a:latin typeface="Aptos"/>
                <a:ea typeface="Aptos"/>
                <a:cs typeface="Aptos"/>
              </a:defRPr>
            </a:lvl2pPr>
            <a:lvl3pPr algn="l">
              <a:defRPr sz="1425" b="1" i="0">
                <a:solidFill>
                  <a:srgbClr val="FFFFFF"/>
                </a:solidFill>
                <a:latin typeface="Aptos"/>
                <a:ea typeface="Aptos"/>
                <a:cs typeface="Aptos"/>
              </a:defRPr>
            </a:lvl3pPr>
            <a:lvl4pPr algn="l">
              <a:defRPr sz="1425" b="1" i="0">
                <a:solidFill>
                  <a:srgbClr val="FFFFFF"/>
                </a:solidFill>
                <a:latin typeface="Aptos"/>
                <a:ea typeface="Aptos"/>
                <a:cs typeface="Aptos"/>
              </a:defRPr>
            </a:lvl4pPr>
            <a:lvl5pPr algn="l">
              <a:defRPr sz="1425" b="1" i="0">
                <a:solidFill>
                  <a:srgbClr val="FFFFFF"/>
                </a:solidFill>
                <a:latin typeface="Aptos"/>
                <a:ea typeface="Aptos"/>
                <a:cs typeface="Aptos"/>
              </a:defRPr>
            </a:lvl5pPr>
            <a:lvl6pPr algn="l">
              <a:defRPr sz="1425" b="1" i="0">
                <a:solidFill>
                  <a:srgbClr val="FFFFFF"/>
                </a:solidFill>
                <a:latin typeface="Aptos"/>
                <a:ea typeface="Aptos"/>
                <a:cs typeface="Aptos"/>
              </a:defRPr>
            </a:lvl6pPr>
            <a:lvl7pPr algn="l">
              <a:defRPr sz="1425" b="1" i="0">
                <a:solidFill>
                  <a:srgbClr val="FFFFFF"/>
                </a:solidFill>
                <a:latin typeface="Aptos"/>
                <a:ea typeface="Aptos"/>
                <a:cs typeface="Aptos"/>
              </a:defRPr>
            </a:lvl7pPr>
            <a:lvl8pPr algn="l">
              <a:defRPr sz="1425" b="1" i="0">
                <a:solidFill>
                  <a:srgbClr val="FFFFFF"/>
                </a:solidFill>
                <a:latin typeface="Aptos"/>
                <a:ea typeface="Aptos"/>
                <a:cs typeface="Aptos"/>
              </a:defRPr>
            </a:lvl8pPr>
            <a:lvl9pPr algn="l">
              <a:defRPr sz="1425" b="1" i="0">
                <a:solidFill>
                  <a:srgbClr val="FFFFFF"/>
                </a:solidFill>
                <a:latin typeface="Aptos"/>
                <a:ea typeface="Aptos"/>
                <a:cs typeface="Aptos"/>
              </a:defRPr>
            </a:lvl9pPr>
          </a:lstStyle>
          <a:p xmlns:a="http://schemas.openxmlformats.org/drawingml/2006/main">
            <a:pPr algn="l">
              <a:defRPr sz="1425" b="1" i="0">
                <a:solidFill>
                  <a:srgbClr val="FFFFFF"/>
                </a:solidFill>
                <a:latin typeface="Aptos"/>
                <a:ea typeface="Aptos"/>
                <a:cs typeface="Aptos"/>
              </a:defRPr>
            </a:pPr>
            <a:r>
              <a:rPr sz="1425" b="1" i="0">
                <a:solidFill>
                  <a:srgbClr val="FFFFFF"/>
                </a:solidFill>
                <a:latin typeface="Aptos"/>
                <a:ea typeface="Aptos"/>
                <a:cs typeface="Aptos"/>
              </a:rPr>
              <a:t>Diagrama de cinco nodos</a:t>
            </a:r>
          </a:p>
        </p:txBody>
      </p:sp>
      <p:sp>
        <p:nvSpPr>
          <p:cNvPr id="6" name="close-check-circle-1">
            <a:extLst xmlns:a="http://schemas.openxmlformats.org/drawingml/2006/main">
              <a:ext uri="{FF2B5EF4-FFF2-40B4-BE49-F238E27FC236}">
                <a16:creationId xmlns:a16="http://schemas.microsoft.com/office/drawing/2014/main" id="{531757BB-F39E-44FB-8604-EA4BFA4DD492}"/>
              </a:ext>
            </a:extLst>
          </p:cNvPr>
          <p:cNvSpPr>
            <a:spLocks xmlns:a="http://schemas.openxmlformats.org/drawingml/2006/main" noGrp="1"/>
          </p:cNvSpPr>
          <p:nvPr/>
        </p:nvSpPr>
        <p:spPr>
          <a:xfrm xmlns:a="http://schemas.openxmlformats.org/drawingml/2006/main">
            <a:off x="800100" y="281940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7" name="close-check-1">
            <a:extLst xmlns:a="http://schemas.openxmlformats.org/drawingml/2006/main">
              <a:ext uri="{FF2B5EF4-FFF2-40B4-BE49-F238E27FC236}">
                <a16:creationId xmlns:a16="http://schemas.microsoft.com/office/drawing/2014/main" id="{2A51D442-BADF-4274-B703-BA9F3CE7E993}"/>
              </a:ext>
            </a:extLst>
          </p:cNvPr>
          <p:cNvSpPr>
            <a:spLocks xmlns:a="http://schemas.openxmlformats.org/drawingml/2006/main" noGrp="1"/>
          </p:cNvSpPr>
          <p:nvPr/>
        </p:nvSpPr>
        <p:spPr>
          <a:xfrm xmlns:a="http://schemas.openxmlformats.org/drawingml/2006/main">
            <a:off x="800100" y="28670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8" name="close-check-label-1">
            <a:extLst xmlns:a="http://schemas.openxmlformats.org/drawingml/2006/main">
              <a:ext uri="{FF2B5EF4-FFF2-40B4-BE49-F238E27FC236}">
                <a16:creationId xmlns:a16="http://schemas.microsoft.com/office/drawing/2014/main" id="{B1BD5185-8FFD-4CD5-898F-9B8B0B6F5B91}"/>
              </a:ext>
            </a:extLst>
          </p:cNvPr>
          <p:cNvSpPr>
            <a:spLocks xmlns:a="http://schemas.openxmlformats.org/drawingml/2006/main" noGrp="1"/>
          </p:cNvSpPr>
          <p:nvPr/>
        </p:nvSpPr>
        <p:spPr>
          <a:xfrm xmlns:a="http://schemas.openxmlformats.org/drawingml/2006/main">
            <a:off x="1371600" y="28575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FFFFF"/>
                </a:solidFill>
                <a:latin typeface="Aptos"/>
                <a:ea typeface="Aptos"/>
                <a:cs typeface="Aptos"/>
              </a:defRPr>
            </a:defPPr>
            <a:lvl1pPr algn="l">
              <a:defRPr sz="1425" b="1" i="0">
                <a:solidFill>
                  <a:srgbClr val="FFFFFF"/>
                </a:solidFill>
                <a:latin typeface="Aptos"/>
                <a:ea typeface="Aptos"/>
                <a:cs typeface="Aptos"/>
              </a:defRPr>
            </a:lvl1pPr>
            <a:lvl2pPr algn="l">
              <a:defRPr sz="1425" b="1" i="0">
                <a:solidFill>
                  <a:srgbClr val="FFFFFF"/>
                </a:solidFill>
                <a:latin typeface="Aptos"/>
                <a:ea typeface="Aptos"/>
                <a:cs typeface="Aptos"/>
              </a:defRPr>
            </a:lvl2pPr>
            <a:lvl3pPr algn="l">
              <a:defRPr sz="1425" b="1" i="0">
                <a:solidFill>
                  <a:srgbClr val="FFFFFF"/>
                </a:solidFill>
                <a:latin typeface="Aptos"/>
                <a:ea typeface="Aptos"/>
                <a:cs typeface="Aptos"/>
              </a:defRPr>
            </a:lvl3pPr>
            <a:lvl4pPr algn="l">
              <a:defRPr sz="1425" b="1" i="0">
                <a:solidFill>
                  <a:srgbClr val="FFFFFF"/>
                </a:solidFill>
                <a:latin typeface="Aptos"/>
                <a:ea typeface="Aptos"/>
                <a:cs typeface="Aptos"/>
              </a:defRPr>
            </a:lvl4pPr>
            <a:lvl5pPr algn="l">
              <a:defRPr sz="1425" b="1" i="0">
                <a:solidFill>
                  <a:srgbClr val="FFFFFF"/>
                </a:solidFill>
                <a:latin typeface="Aptos"/>
                <a:ea typeface="Aptos"/>
                <a:cs typeface="Aptos"/>
              </a:defRPr>
            </a:lvl5pPr>
            <a:lvl6pPr algn="l">
              <a:defRPr sz="1425" b="1" i="0">
                <a:solidFill>
                  <a:srgbClr val="FFFFFF"/>
                </a:solidFill>
                <a:latin typeface="Aptos"/>
                <a:ea typeface="Aptos"/>
                <a:cs typeface="Aptos"/>
              </a:defRPr>
            </a:lvl6pPr>
            <a:lvl7pPr algn="l">
              <a:defRPr sz="1425" b="1" i="0">
                <a:solidFill>
                  <a:srgbClr val="FFFFFF"/>
                </a:solidFill>
                <a:latin typeface="Aptos"/>
                <a:ea typeface="Aptos"/>
                <a:cs typeface="Aptos"/>
              </a:defRPr>
            </a:lvl7pPr>
            <a:lvl8pPr algn="l">
              <a:defRPr sz="1425" b="1" i="0">
                <a:solidFill>
                  <a:srgbClr val="FFFFFF"/>
                </a:solidFill>
                <a:latin typeface="Aptos"/>
                <a:ea typeface="Aptos"/>
                <a:cs typeface="Aptos"/>
              </a:defRPr>
            </a:lvl8pPr>
            <a:lvl9pPr algn="l">
              <a:defRPr sz="1425" b="1" i="0">
                <a:solidFill>
                  <a:srgbClr val="FFFFFF"/>
                </a:solidFill>
                <a:latin typeface="Aptos"/>
                <a:ea typeface="Aptos"/>
                <a:cs typeface="Aptos"/>
              </a:defRPr>
            </a:lvl9pPr>
          </a:lstStyle>
          <a:p xmlns:a="http://schemas.openxmlformats.org/drawingml/2006/main">
            <a:pPr algn="l">
              <a:defRPr sz="1425" b="1" i="0">
                <a:solidFill>
                  <a:srgbClr val="FFFFFF"/>
                </a:solidFill>
                <a:latin typeface="Aptos"/>
                <a:ea typeface="Aptos"/>
                <a:cs typeface="Aptos"/>
              </a:defRPr>
            </a:pPr>
            <a:r>
              <a:rPr sz="1425" b="1" i="0">
                <a:solidFill>
                  <a:srgbClr val="FFFFFF"/>
                </a:solidFill>
                <a:latin typeface="Aptos"/>
                <a:ea typeface="Aptos"/>
                <a:cs typeface="Aptos"/>
              </a:rPr>
              <a:t>Nueve campos documentados</a:t>
            </a:r>
          </a:p>
        </p:txBody>
      </p:sp>
      <p:sp>
        <p:nvSpPr>
          <p:cNvPr id="9" name="close-check-circle-2">
            <a:extLst xmlns:a="http://schemas.openxmlformats.org/drawingml/2006/main">
              <a:ext uri="{FF2B5EF4-FFF2-40B4-BE49-F238E27FC236}">
                <a16:creationId xmlns:a16="http://schemas.microsoft.com/office/drawing/2014/main" id="{ACDFEDAB-6387-4B50-8AEA-E8D5908ED2F5}"/>
              </a:ext>
            </a:extLst>
          </p:cNvPr>
          <p:cNvSpPr>
            <a:spLocks xmlns:a="http://schemas.openxmlformats.org/drawingml/2006/main" noGrp="1"/>
          </p:cNvSpPr>
          <p:nvPr/>
        </p:nvSpPr>
        <p:spPr>
          <a:xfrm xmlns:a="http://schemas.openxmlformats.org/drawingml/2006/main">
            <a:off x="800100" y="360045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0" name="close-check-2">
            <a:extLst xmlns:a="http://schemas.openxmlformats.org/drawingml/2006/main">
              <a:ext uri="{FF2B5EF4-FFF2-40B4-BE49-F238E27FC236}">
                <a16:creationId xmlns:a16="http://schemas.microsoft.com/office/drawing/2014/main" id="{0C034433-1735-4ADF-B146-93456B9FDB99}"/>
              </a:ext>
            </a:extLst>
          </p:cNvPr>
          <p:cNvSpPr>
            <a:spLocks xmlns:a="http://schemas.openxmlformats.org/drawingml/2006/main" noGrp="1"/>
          </p:cNvSpPr>
          <p:nvPr/>
        </p:nvSpPr>
        <p:spPr>
          <a:xfrm xmlns:a="http://schemas.openxmlformats.org/drawingml/2006/main">
            <a:off x="800100" y="36480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11" name="close-check-label-2">
            <a:extLst xmlns:a="http://schemas.openxmlformats.org/drawingml/2006/main">
              <a:ext uri="{FF2B5EF4-FFF2-40B4-BE49-F238E27FC236}">
                <a16:creationId xmlns:a16="http://schemas.microsoft.com/office/drawing/2014/main" id="{7D36CF07-62B9-4432-9C29-29EDDE114DB6}"/>
              </a:ext>
            </a:extLst>
          </p:cNvPr>
          <p:cNvSpPr>
            <a:spLocks xmlns:a="http://schemas.openxmlformats.org/drawingml/2006/main" noGrp="1"/>
          </p:cNvSpPr>
          <p:nvPr/>
        </p:nvSpPr>
        <p:spPr>
          <a:xfrm xmlns:a="http://schemas.openxmlformats.org/drawingml/2006/main">
            <a:off x="1371600" y="36385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FFFFF"/>
                </a:solidFill>
                <a:latin typeface="Aptos"/>
                <a:ea typeface="Aptos"/>
                <a:cs typeface="Aptos"/>
              </a:defRPr>
            </a:defPPr>
            <a:lvl1pPr algn="l">
              <a:defRPr sz="1425" b="1" i="0">
                <a:solidFill>
                  <a:srgbClr val="FFFFFF"/>
                </a:solidFill>
                <a:latin typeface="Aptos"/>
                <a:ea typeface="Aptos"/>
                <a:cs typeface="Aptos"/>
              </a:defRPr>
            </a:lvl1pPr>
            <a:lvl2pPr algn="l">
              <a:defRPr sz="1425" b="1" i="0">
                <a:solidFill>
                  <a:srgbClr val="FFFFFF"/>
                </a:solidFill>
                <a:latin typeface="Aptos"/>
                <a:ea typeface="Aptos"/>
                <a:cs typeface="Aptos"/>
              </a:defRPr>
            </a:lvl2pPr>
            <a:lvl3pPr algn="l">
              <a:defRPr sz="1425" b="1" i="0">
                <a:solidFill>
                  <a:srgbClr val="FFFFFF"/>
                </a:solidFill>
                <a:latin typeface="Aptos"/>
                <a:ea typeface="Aptos"/>
                <a:cs typeface="Aptos"/>
              </a:defRPr>
            </a:lvl3pPr>
            <a:lvl4pPr algn="l">
              <a:defRPr sz="1425" b="1" i="0">
                <a:solidFill>
                  <a:srgbClr val="FFFFFF"/>
                </a:solidFill>
                <a:latin typeface="Aptos"/>
                <a:ea typeface="Aptos"/>
                <a:cs typeface="Aptos"/>
              </a:defRPr>
            </a:lvl4pPr>
            <a:lvl5pPr algn="l">
              <a:defRPr sz="1425" b="1" i="0">
                <a:solidFill>
                  <a:srgbClr val="FFFFFF"/>
                </a:solidFill>
                <a:latin typeface="Aptos"/>
                <a:ea typeface="Aptos"/>
                <a:cs typeface="Aptos"/>
              </a:defRPr>
            </a:lvl5pPr>
            <a:lvl6pPr algn="l">
              <a:defRPr sz="1425" b="1" i="0">
                <a:solidFill>
                  <a:srgbClr val="FFFFFF"/>
                </a:solidFill>
                <a:latin typeface="Aptos"/>
                <a:ea typeface="Aptos"/>
                <a:cs typeface="Aptos"/>
              </a:defRPr>
            </a:lvl6pPr>
            <a:lvl7pPr algn="l">
              <a:defRPr sz="1425" b="1" i="0">
                <a:solidFill>
                  <a:srgbClr val="FFFFFF"/>
                </a:solidFill>
                <a:latin typeface="Aptos"/>
                <a:ea typeface="Aptos"/>
                <a:cs typeface="Aptos"/>
              </a:defRPr>
            </a:lvl7pPr>
            <a:lvl8pPr algn="l">
              <a:defRPr sz="1425" b="1" i="0">
                <a:solidFill>
                  <a:srgbClr val="FFFFFF"/>
                </a:solidFill>
                <a:latin typeface="Aptos"/>
                <a:ea typeface="Aptos"/>
                <a:cs typeface="Aptos"/>
              </a:defRPr>
            </a:lvl8pPr>
            <a:lvl9pPr algn="l">
              <a:defRPr sz="1425" b="1" i="0">
                <a:solidFill>
                  <a:srgbClr val="FFFFFF"/>
                </a:solidFill>
                <a:latin typeface="Aptos"/>
                <a:ea typeface="Aptos"/>
                <a:cs typeface="Aptos"/>
              </a:defRPr>
            </a:lvl9pPr>
          </a:lstStyle>
          <a:p xmlns:a="http://schemas.openxmlformats.org/drawingml/2006/main">
            <a:pPr algn="l">
              <a:defRPr sz="1425" b="1" i="0">
                <a:solidFill>
                  <a:srgbClr val="FFFFFF"/>
                </a:solidFill>
                <a:latin typeface="Aptos"/>
                <a:ea typeface="Aptos"/>
                <a:cs typeface="Aptos"/>
              </a:defRPr>
            </a:pPr>
            <a:r>
              <a:rPr sz="1425" b="1" i="0">
                <a:solidFill>
                  <a:srgbClr val="FFFFFF"/>
                </a:solidFill>
                <a:latin typeface="Aptos"/>
                <a:ea typeface="Aptos"/>
                <a:cs typeface="Aptos"/>
              </a:rPr>
              <a:t>Camino feliz observado</a:t>
            </a:r>
          </a:p>
        </p:txBody>
      </p:sp>
      <p:sp>
        <p:nvSpPr>
          <p:cNvPr id="12" name="close-check-circle-3">
            <a:extLst xmlns:a="http://schemas.openxmlformats.org/drawingml/2006/main">
              <a:ext uri="{FF2B5EF4-FFF2-40B4-BE49-F238E27FC236}">
                <a16:creationId xmlns:a16="http://schemas.microsoft.com/office/drawing/2014/main" id="{E387F676-D7BD-41A3-8C6A-0EBC81A998D1}"/>
              </a:ext>
            </a:extLst>
          </p:cNvPr>
          <p:cNvSpPr>
            <a:spLocks xmlns:a="http://schemas.openxmlformats.org/drawingml/2006/main" noGrp="1"/>
          </p:cNvSpPr>
          <p:nvPr/>
        </p:nvSpPr>
        <p:spPr>
          <a:xfrm xmlns:a="http://schemas.openxmlformats.org/drawingml/2006/main">
            <a:off x="800100" y="438150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3" name="close-check-3">
            <a:extLst xmlns:a="http://schemas.openxmlformats.org/drawingml/2006/main">
              <a:ext uri="{FF2B5EF4-FFF2-40B4-BE49-F238E27FC236}">
                <a16:creationId xmlns:a16="http://schemas.microsoft.com/office/drawing/2014/main" id="{963CC8F3-AD9E-4236-AD54-23A211F05942}"/>
              </a:ext>
            </a:extLst>
          </p:cNvPr>
          <p:cNvSpPr>
            <a:spLocks xmlns:a="http://schemas.openxmlformats.org/drawingml/2006/main" noGrp="1"/>
          </p:cNvSpPr>
          <p:nvPr/>
        </p:nvSpPr>
        <p:spPr>
          <a:xfrm xmlns:a="http://schemas.openxmlformats.org/drawingml/2006/main">
            <a:off x="800100" y="44291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14" name="close-check-label-3">
            <a:extLst xmlns:a="http://schemas.openxmlformats.org/drawingml/2006/main">
              <a:ext uri="{FF2B5EF4-FFF2-40B4-BE49-F238E27FC236}">
                <a16:creationId xmlns:a16="http://schemas.microsoft.com/office/drawing/2014/main" id="{FB4B53A4-0DA9-4814-B726-66F313181DBE}"/>
              </a:ext>
            </a:extLst>
          </p:cNvPr>
          <p:cNvSpPr>
            <a:spLocks xmlns:a="http://schemas.openxmlformats.org/drawingml/2006/main" noGrp="1"/>
          </p:cNvSpPr>
          <p:nvPr/>
        </p:nvSpPr>
        <p:spPr>
          <a:xfrm xmlns:a="http://schemas.openxmlformats.org/drawingml/2006/main">
            <a:off x="1371600" y="44196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FFFFF"/>
                </a:solidFill>
                <a:latin typeface="Aptos"/>
                <a:ea typeface="Aptos"/>
                <a:cs typeface="Aptos"/>
              </a:defRPr>
            </a:defPPr>
            <a:lvl1pPr algn="l">
              <a:defRPr sz="1425" b="1" i="0">
                <a:solidFill>
                  <a:srgbClr val="FFFFFF"/>
                </a:solidFill>
                <a:latin typeface="Aptos"/>
                <a:ea typeface="Aptos"/>
                <a:cs typeface="Aptos"/>
              </a:defRPr>
            </a:lvl1pPr>
            <a:lvl2pPr algn="l">
              <a:defRPr sz="1425" b="1" i="0">
                <a:solidFill>
                  <a:srgbClr val="FFFFFF"/>
                </a:solidFill>
                <a:latin typeface="Aptos"/>
                <a:ea typeface="Aptos"/>
                <a:cs typeface="Aptos"/>
              </a:defRPr>
            </a:lvl2pPr>
            <a:lvl3pPr algn="l">
              <a:defRPr sz="1425" b="1" i="0">
                <a:solidFill>
                  <a:srgbClr val="FFFFFF"/>
                </a:solidFill>
                <a:latin typeface="Aptos"/>
                <a:ea typeface="Aptos"/>
                <a:cs typeface="Aptos"/>
              </a:defRPr>
            </a:lvl3pPr>
            <a:lvl4pPr algn="l">
              <a:defRPr sz="1425" b="1" i="0">
                <a:solidFill>
                  <a:srgbClr val="FFFFFF"/>
                </a:solidFill>
                <a:latin typeface="Aptos"/>
                <a:ea typeface="Aptos"/>
                <a:cs typeface="Aptos"/>
              </a:defRPr>
            </a:lvl4pPr>
            <a:lvl5pPr algn="l">
              <a:defRPr sz="1425" b="1" i="0">
                <a:solidFill>
                  <a:srgbClr val="FFFFFF"/>
                </a:solidFill>
                <a:latin typeface="Aptos"/>
                <a:ea typeface="Aptos"/>
                <a:cs typeface="Aptos"/>
              </a:defRPr>
            </a:lvl5pPr>
            <a:lvl6pPr algn="l">
              <a:defRPr sz="1425" b="1" i="0">
                <a:solidFill>
                  <a:srgbClr val="FFFFFF"/>
                </a:solidFill>
                <a:latin typeface="Aptos"/>
                <a:ea typeface="Aptos"/>
                <a:cs typeface="Aptos"/>
              </a:defRPr>
            </a:lvl6pPr>
            <a:lvl7pPr algn="l">
              <a:defRPr sz="1425" b="1" i="0">
                <a:solidFill>
                  <a:srgbClr val="FFFFFF"/>
                </a:solidFill>
                <a:latin typeface="Aptos"/>
                <a:ea typeface="Aptos"/>
                <a:cs typeface="Aptos"/>
              </a:defRPr>
            </a:lvl7pPr>
            <a:lvl8pPr algn="l">
              <a:defRPr sz="1425" b="1" i="0">
                <a:solidFill>
                  <a:srgbClr val="FFFFFF"/>
                </a:solidFill>
                <a:latin typeface="Aptos"/>
                <a:ea typeface="Aptos"/>
                <a:cs typeface="Aptos"/>
              </a:defRPr>
            </a:lvl8pPr>
            <a:lvl9pPr algn="l">
              <a:defRPr sz="1425" b="1" i="0">
                <a:solidFill>
                  <a:srgbClr val="FFFFFF"/>
                </a:solidFill>
                <a:latin typeface="Aptos"/>
                <a:ea typeface="Aptos"/>
                <a:cs typeface="Aptos"/>
              </a:defRPr>
            </a:lvl9pPr>
          </a:lstStyle>
          <a:p xmlns:a="http://schemas.openxmlformats.org/drawingml/2006/main">
            <a:pPr algn="l">
              <a:defRPr sz="1425" b="1" i="0">
                <a:solidFill>
                  <a:srgbClr val="FFFFFF"/>
                </a:solidFill>
                <a:latin typeface="Aptos"/>
                <a:ea typeface="Aptos"/>
                <a:cs typeface="Aptos"/>
              </a:defRPr>
            </a:pPr>
            <a:r>
              <a:rPr sz="1425" b="1" i="0">
                <a:solidFill>
                  <a:srgbClr val="FFFFFF"/>
                </a:solidFill>
                <a:latin typeface="Aptos"/>
                <a:ea typeface="Aptos"/>
                <a:cs typeface="Aptos"/>
              </a:rPr>
              <a:t>Dato incompleto rechazado</a:t>
            </a:r>
          </a:p>
        </p:txBody>
      </p:sp>
      <p:sp>
        <p:nvSpPr>
          <p:cNvPr id="15" name="close-check-circle-4">
            <a:extLst xmlns:a="http://schemas.openxmlformats.org/drawingml/2006/main">
              <a:ext uri="{FF2B5EF4-FFF2-40B4-BE49-F238E27FC236}">
                <a16:creationId xmlns:a16="http://schemas.microsoft.com/office/drawing/2014/main" id="{6812FA8A-B6B7-4672-982B-744CBB12D3F1}"/>
              </a:ext>
            </a:extLst>
          </p:cNvPr>
          <p:cNvSpPr>
            <a:spLocks xmlns:a="http://schemas.openxmlformats.org/drawingml/2006/main" noGrp="1"/>
          </p:cNvSpPr>
          <p:nvPr/>
        </p:nvSpPr>
        <p:spPr>
          <a:xfrm xmlns:a="http://schemas.openxmlformats.org/drawingml/2006/main">
            <a:off x="6324600" y="203835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6" name="close-check-4">
            <a:extLst xmlns:a="http://schemas.openxmlformats.org/drawingml/2006/main">
              <a:ext uri="{FF2B5EF4-FFF2-40B4-BE49-F238E27FC236}">
                <a16:creationId xmlns:a16="http://schemas.microsoft.com/office/drawing/2014/main" id="{7711645D-5B8C-4778-93A6-3EB9F90BD704}"/>
              </a:ext>
            </a:extLst>
          </p:cNvPr>
          <p:cNvSpPr>
            <a:spLocks xmlns:a="http://schemas.openxmlformats.org/drawingml/2006/main" noGrp="1"/>
          </p:cNvSpPr>
          <p:nvPr/>
        </p:nvSpPr>
        <p:spPr>
          <a:xfrm xmlns:a="http://schemas.openxmlformats.org/drawingml/2006/main">
            <a:off x="6324600" y="20859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17" name="close-check-label-4">
            <a:extLst xmlns:a="http://schemas.openxmlformats.org/drawingml/2006/main">
              <a:ext uri="{FF2B5EF4-FFF2-40B4-BE49-F238E27FC236}">
                <a16:creationId xmlns:a16="http://schemas.microsoft.com/office/drawing/2014/main" id="{52B46C7E-77A9-441A-9F51-6CD4756166AE}"/>
              </a:ext>
            </a:extLst>
          </p:cNvPr>
          <p:cNvSpPr>
            <a:spLocks xmlns:a="http://schemas.openxmlformats.org/drawingml/2006/main" noGrp="1"/>
          </p:cNvSpPr>
          <p:nvPr/>
        </p:nvSpPr>
        <p:spPr>
          <a:xfrm xmlns:a="http://schemas.openxmlformats.org/drawingml/2006/main">
            <a:off x="6896100" y="20764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FFFFF"/>
                </a:solidFill>
                <a:latin typeface="Aptos"/>
                <a:ea typeface="Aptos"/>
                <a:cs typeface="Aptos"/>
              </a:defRPr>
            </a:defPPr>
            <a:lvl1pPr algn="l">
              <a:defRPr sz="1425" b="1" i="0">
                <a:solidFill>
                  <a:srgbClr val="FFFFFF"/>
                </a:solidFill>
                <a:latin typeface="Aptos"/>
                <a:ea typeface="Aptos"/>
                <a:cs typeface="Aptos"/>
              </a:defRPr>
            </a:lvl1pPr>
            <a:lvl2pPr algn="l">
              <a:defRPr sz="1425" b="1" i="0">
                <a:solidFill>
                  <a:srgbClr val="FFFFFF"/>
                </a:solidFill>
                <a:latin typeface="Aptos"/>
                <a:ea typeface="Aptos"/>
                <a:cs typeface="Aptos"/>
              </a:defRPr>
            </a:lvl2pPr>
            <a:lvl3pPr algn="l">
              <a:defRPr sz="1425" b="1" i="0">
                <a:solidFill>
                  <a:srgbClr val="FFFFFF"/>
                </a:solidFill>
                <a:latin typeface="Aptos"/>
                <a:ea typeface="Aptos"/>
                <a:cs typeface="Aptos"/>
              </a:defRPr>
            </a:lvl3pPr>
            <a:lvl4pPr algn="l">
              <a:defRPr sz="1425" b="1" i="0">
                <a:solidFill>
                  <a:srgbClr val="FFFFFF"/>
                </a:solidFill>
                <a:latin typeface="Aptos"/>
                <a:ea typeface="Aptos"/>
                <a:cs typeface="Aptos"/>
              </a:defRPr>
            </a:lvl4pPr>
            <a:lvl5pPr algn="l">
              <a:defRPr sz="1425" b="1" i="0">
                <a:solidFill>
                  <a:srgbClr val="FFFFFF"/>
                </a:solidFill>
                <a:latin typeface="Aptos"/>
                <a:ea typeface="Aptos"/>
                <a:cs typeface="Aptos"/>
              </a:defRPr>
            </a:lvl5pPr>
            <a:lvl6pPr algn="l">
              <a:defRPr sz="1425" b="1" i="0">
                <a:solidFill>
                  <a:srgbClr val="FFFFFF"/>
                </a:solidFill>
                <a:latin typeface="Aptos"/>
                <a:ea typeface="Aptos"/>
                <a:cs typeface="Aptos"/>
              </a:defRPr>
            </a:lvl6pPr>
            <a:lvl7pPr algn="l">
              <a:defRPr sz="1425" b="1" i="0">
                <a:solidFill>
                  <a:srgbClr val="FFFFFF"/>
                </a:solidFill>
                <a:latin typeface="Aptos"/>
                <a:ea typeface="Aptos"/>
                <a:cs typeface="Aptos"/>
              </a:defRPr>
            </a:lvl7pPr>
            <a:lvl8pPr algn="l">
              <a:defRPr sz="1425" b="1" i="0">
                <a:solidFill>
                  <a:srgbClr val="FFFFFF"/>
                </a:solidFill>
                <a:latin typeface="Aptos"/>
                <a:ea typeface="Aptos"/>
                <a:cs typeface="Aptos"/>
              </a:defRPr>
            </a:lvl8pPr>
            <a:lvl9pPr algn="l">
              <a:defRPr sz="1425" b="1" i="0">
                <a:solidFill>
                  <a:srgbClr val="FFFFFF"/>
                </a:solidFill>
                <a:latin typeface="Aptos"/>
                <a:ea typeface="Aptos"/>
                <a:cs typeface="Aptos"/>
              </a:defRPr>
            </a:lvl9pPr>
          </a:lstStyle>
          <a:p xmlns:a="http://schemas.openxmlformats.org/drawingml/2006/main">
            <a:pPr algn="l">
              <a:defRPr sz="1425" b="1" i="0">
                <a:solidFill>
                  <a:srgbClr val="FFFFFF"/>
                </a:solidFill>
                <a:latin typeface="Aptos"/>
                <a:ea typeface="Aptos"/>
                <a:cs typeface="Aptos"/>
              </a:defRPr>
            </a:pPr>
            <a:r>
              <a:rPr sz="1425" b="1" i="0">
                <a:solidFill>
                  <a:srgbClr val="FFFFFF"/>
                </a:solidFill>
                <a:latin typeface="Aptos"/>
                <a:ea typeface="Aptos"/>
                <a:cs typeface="Aptos"/>
              </a:rPr>
              <a:t>Evento duplicado registrado</a:t>
            </a:r>
          </a:p>
        </p:txBody>
      </p:sp>
      <p:sp>
        <p:nvSpPr>
          <p:cNvPr id="18" name="close-check-circle-5">
            <a:extLst xmlns:a="http://schemas.openxmlformats.org/drawingml/2006/main">
              <a:ext uri="{FF2B5EF4-FFF2-40B4-BE49-F238E27FC236}">
                <a16:creationId xmlns:a16="http://schemas.microsoft.com/office/drawing/2014/main" id="{D208ADDA-7A69-47D6-BAA3-7D8E2720471F}"/>
              </a:ext>
            </a:extLst>
          </p:cNvPr>
          <p:cNvSpPr>
            <a:spLocks xmlns:a="http://schemas.openxmlformats.org/drawingml/2006/main" noGrp="1"/>
          </p:cNvSpPr>
          <p:nvPr/>
        </p:nvSpPr>
        <p:spPr>
          <a:xfrm xmlns:a="http://schemas.openxmlformats.org/drawingml/2006/main">
            <a:off x="6324600" y="281940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19" name="close-check-5">
            <a:extLst xmlns:a="http://schemas.openxmlformats.org/drawingml/2006/main">
              <a:ext uri="{FF2B5EF4-FFF2-40B4-BE49-F238E27FC236}">
                <a16:creationId xmlns:a16="http://schemas.microsoft.com/office/drawing/2014/main" id="{21425B73-D5FC-4190-8E31-EA0B64267CD5}"/>
              </a:ext>
            </a:extLst>
          </p:cNvPr>
          <p:cNvSpPr>
            <a:spLocks xmlns:a="http://schemas.openxmlformats.org/drawingml/2006/main" noGrp="1"/>
          </p:cNvSpPr>
          <p:nvPr/>
        </p:nvSpPr>
        <p:spPr>
          <a:xfrm xmlns:a="http://schemas.openxmlformats.org/drawingml/2006/main">
            <a:off x="6324600" y="28670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20" name="close-check-label-5">
            <a:extLst xmlns:a="http://schemas.openxmlformats.org/drawingml/2006/main">
              <a:ext uri="{FF2B5EF4-FFF2-40B4-BE49-F238E27FC236}">
                <a16:creationId xmlns:a16="http://schemas.microsoft.com/office/drawing/2014/main" id="{87595F00-7911-45D4-AEA2-E2B076F8AE21}"/>
              </a:ext>
            </a:extLst>
          </p:cNvPr>
          <p:cNvSpPr>
            <a:spLocks xmlns:a="http://schemas.openxmlformats.org/drawingml/2006/main" noGrp="1"/>
          </p:cNvSpPr>
          <p:nvPr/>
        </p:nvSpPr>
        <p:spPr>
          <a:xfrm xmlns:a="http://schemas.openxmlformats.org/drawingml/2006/main">
            <a:off x="6896100" y="28575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FFFFF"/>
                </a:solidFill>
                <a:latin typeface="Aptos"/>
                <a:ea typeface="Aptos"/>
                <a:cs typeface="Aptos"/>
              </a:defRPr>
            </a:defPPr>
            <a:lvl1pPr algn="l">
              <a:defRPr sz="1425" b="1" i="0">
                <a:solidFill>
                  <a:srgbClr val="FFFFFF"/>
                </a:solidFill>
                <a:latin typeface="Aptos"/>
                <a:ea typeface="Aptos"/>
                <a:cs typeface="Aptos"/>
              </a:defRPr>
            </a:lvl1pPr>
            <a:lvl2pPr algn="l">
              <a:defRPr sz="1425" b="1" i="0">
                <a:solidFill>
                  <a:srgbClr val="FFFFFF"/>
                </a:solidFill>
                <a:latin typeface="Aptos"/>
                <a:ea typeface="Aptos"/>
                <a:cs typeface="Aptos"/>
              </a:defRPr>
            </a:lvl2pPr>
            <a:lvl3pPr algn="l">
              <a:defRPr sz="1425" b="1" i="0">
                <a:solidFill>
                  <a:srgbClr val="FFFFFF"/>
                </a:solidFill>
                <a:latin typeface="Aptos"/>
                <a:ea typeface="Aptos"/>
                <a:cs typeface="Aptos"/>
              </a:defRPr>
            </a:lvl3pPr>
            <a:lvl4pPr algn="l">
              <a:defRPr sz="1425" b="1" i="0">
                <a:solidFill>
                  <a:srgbClr val="FFFFFF"/>
                </a:solidFill>
                <a:latin typeface="Aptos"/>
                <a:ea typeface="Aptos"/>
                <a:cs typeface="Aptos"/>
              </a:defRPr>
            </a:lvl4pPr>
            <a:lvl5pPr algn="l">
              <a:defRPr sz="1425" b="1" i="0">
                <a:solidFill>
                  <a:srgbClr val="FFFFFF"/>
                </a:solidFill>
                <a:latin typeface="Aptos"/>
                <a:ea typeface="Aptos"/>
                <a:cs typeface="Aptos"/>
              </a:defRPr>
            </a:lvl5pPr>
            <a:lvl6pPr algn="l">
              <a:defRPr sz="1425" b="1" i="0">
                <a:solidFill>
                  <a:srgbClr val="FFFFFF"/>
                </a:solidFill>
                <a:latin typeface="Aptos"/>
                <a:ea typeface="Aptos"/>
                <a:cs typeface="Aptos"/>
              </a:defRPr>
            </a:lvl6pPr>
            <a:lvl7pPr algn="l">
              <a:defRPr sz="1425" b="1" i="0">
                <a:solidFill>
                  <a:srgbClr val="FFFFFF"/>
                </a:solidFill>
                <a:latin typeface="Aptos"/>
                <a:ea typeface="Aptos"/>
                <a:cs typeface="Aptos"/>
              </a:defRPr>
            </a:lvl7pPr>
            <a:lvl8pPr algn="l">
              <a:defRPr sz="1425" b="1" i="0">
                <a:solidFill>
                  <a:srgbClr val="FFFFFF"/>
                </a:solidFill>
                <a:latin typeface="Aptos"/>
                <a:ea typeface="Aptos"/>
                <a:cs typeface="Aptos"/>
              </a:defRPr>
            </a:lvl8pPr>
            <a:lvl9pPr algn="l">
              <a:defRPr sz="1425" b="1" i="0">
                <a:solidFill>
                  <a:srgbClr val="FFFFFF"/>
                </a:solidFill>
                <a:latin typeface="Aptos"/>
                <a:ea typeface="Aptos"/>
                <a:cs typeface="Aptos"/>
              </a:defRPr>
            </a:lvl9pPr>
          </a:lstStyle>
          <a:p xmlns:a="http://schemas.openxmlformats.org/drawingml/2006/main">
            <a:pPr algn="l">
              <a:defRPr sz="1425" b="1" i="0">
                <a:solidFill>
                  <a:srgbClr val="FFFFFF"/>
                </a:solidFill>
                <a:latin typeface="Aptos"/>
                <a:ea typeface="Aptos"/>
                <a:cs typeface="Aptos"/>
              </a:defRPr>
            </a:pPr>
            <a:r>
              <a:rPr sz="1425" b="1" i="0">
                <a:solidFill>
                  <a:srgbClr val="FFFFFF"/>
                </a:solidFill>
                <a:latin typeface="Aptos"/>
                <a:ea typeface="Aptos"/>
                <a:cs typeface="Aptos"/>
              </a:rPr>
              <a:t>Seis columnas de pruebas</a:t>
            </a:r>
          </a:p>
        </p:txBody>
      </p:sp>
      <p:sp>
        <p:nvSpPr>
          <p:cNvPr id="21" name="close-check-circle-6">
            <a:extLst xmlns:a="http://schemas.openxmlformats.org/drawingml/2006/main">
              <a:ext uri="{FF2B5EF4-FFF2-40B4-BE49-F238E27FC236}">
                <a16:creationId xmlns:a16="http://schemas.microsoft.com/office/drawing/2014/main" id="{FDEC9C73-4469-4394-B7C3-06CC1975976B}"/>
              </a:ext>
            </a:extLst>
          </p:cNvPr>
          <p:cNvSpPr>
            <a:spLocks xmlns:a="http://schemas.openxmlformats.org/drawingml/2006/main" noGrp="1"/>
          </p:cNvSpPr>
          <p:nvPr/>
        </p:nvSpPr>
        <p:spPr>
          <a:xfrm xmlns:a="http://schemas.openxmlformats.org/drawingml/2006/main">
            <a:off x="6324600" y="3600450"/>
            <a:ext cx="400050" cy="400050"/>
          </a:xfrm>
          <a:prstGeom xmlns:a="http://schemas.openxmlformats.org/drawingml/2006/main" prst="ellipse">
            <a:avLst/>
          </a:prstGeom>
          <a:solidFill xmlns:a="http://schemas.openxmlformats.org/drawingml/2006/main">
            <a:srgbClr val="19A7CE"/>
          </a:solidFill>
          <a:ln xmlns:a="http://schemas.openxmlformats.org/drawingml/2006/main" w="0">
            <a:noFill/>
            <a:prstDash val="solid"/>
          </a:ln>
        </p:spPr>
      </p:sp>
      <p:sp>
        <p:nvSpPr>
          <p:cNvPr id="22" name="close-check-6">
            <a:extLst xmlns:a="http://schemas.openxmlformats.org/drawingml/2006/main">
              <a:ext uri="{FF2B5EF4-FFF2-40B4-BE49-F238E27FC236}">
                <a16:creationId xmlns:a16="http://schemas.microsoft.com/office/drawing/2014/main" id="{5F81627B-B1FB-4A2B-B61A-2FC9DA1FF520}"/>
              </a:ext>
            </a:extLst>
          </p:cNvPr>
          <p:cNvSpPr>
            <a:spLocks xmlns:a="http://schemas.openxmlformats.org/drawingml/2006/main" noGrp="1"/>
          </p:cNvSpPr>
          <p:nvPr/>
        </p:nvSpPr>
        <p:spPr>
          <a:xfrm xmlns:a="http://schemas.openxmlformats.org/drawingml/2006/main">
            <a:off x="6324600" y="36480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23" name="close-check-label-6">
            <a:extLst xmlns:a="http://schemas.openxmlformats.org/drawingml/2006/main">
              <a:ext uri="{FF2B5EF4-FFF2-40B4-BE49-F238E27FC236}">
                <a16:creationId xmlns:a16="http://schemas.microsoft.com/office/drawing/2014/main" id="{E66C3BC4-3BA0-4027-9A42-6396CC0A3160}"/>
              </a:ext>
            </a:extLst>
          </p:cNvPr>
          <p:cNvSpPr>
            <a:spLocks xmlns:a="http://schemas.openxmlformats.org/drawingml/2006/main" noGrp="1"/>
          </p:cNvSpPr>
          <p:nvPr/>
        </p:nvSpPr>
        <p:spPr>
          <a:xfrm xmlns:a="http://schemas.openxmlformats.org/drawingml/2006/main">
            <a:off x="6896100" y="363855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FFFFF"/>
                </a:solidFill>
                <a:latin typeface="Aptos"/>
                <a:ea typeface="Aptos"/>
                <a:cs typeface="Aptos"/>
              </a:defRPr>
            </a:defPPr>
            <a:lvl1pPr algn="l">
              <a:defRPr sz="1425" b="1" i="0">
                <a:solidFill>
                  <a:srgbClr val="FFFFFF"/>
                </a:solidFill>
                <a:latin typeface="Aptos"/>
                <a:ea typeface="Aptos"/>
                <a:cs typeface="Aptos"/>
              </a:defRPr>
            </a:lvl1pPr>
            <a:lvl2pPr algn="l">
              <a:defRPr sz="1425" b="1" i="0">
                <a:solidFill>
                  <a:srgbClr val="FFFFFF"/>
                </a:solidFill>
                <a:latin typeface="Aptos"/>
                <a:ea typeface="Aptos"/>
                <a:cs typeface="Aptos"/>
              </a:defRPr>
            </a:lvl2pPr>
            <a:lvl3pPr algn="l">
              <a:defRPr sz="1425" b="1" i="0">
                <a:solidFill>
                  <a:srgbClr val="FFFFFF"/>
                </a:solidFill>
                <a:latin typeface="Aptos"/>
                <a:ea typeface="Aptos"/>
                <a:cs typeface="Aptos"/>
              </a:defRPr>
            </a:lvl3pPr>
            <a:lvl4pPr algn="l">
              <a:defRPr sz="1425" b="1" i="0">
                <a:solidFill>
                  <a:srgbClr val="FFFFFF"/>
                </a:solidFill>
                <a:latin typeface="Aptos"/>
                <a:ea typeface="Aptos"/>
                <a:cs typeface="Aptos"/>
              </a:defRPr>
            </a:lvl4pPr>
            <a:lvl5pPr algn="l">
              <a:defRPr sz="1425" b="1" i="0">
                <a:solidFill>
                  <a:srgbClr val="FFFFFF"/>
                </a:solidFill>
                <a:latin typeface="Aptos"/>
                <a:ea typeface="Aptos"/>
                <a:cs typeface="Aptos"/>
              </a:defRPr>
            </a:lvl5pPr>
            <a:lvl6pPr algn="l">
              <a:defRPr sz="1425" b="1" i="0">
                <a:solidFill>
                  <a:srgbClr val="FFFFFF"/>
                </a:solidFill>
                <a:latin typeface="Aptos"/>
                <a:ea typeface="Aptos"/>
                <a:cs typeface="Aptos"/>
              </a:defRPr>
            </a:lvl6pPr>
            <a:lvl7pPr algn="l">
              <a:defRPr sz="1425" b="1" i="0">
                <a:solidFill>
                  <a:srgbClr val="FFFFFF"/>
                </a:solidFill>
                <a:latin typeface="Aptos"/>
                <a:ea typeface="Aptos"/>
                <a:cs typeface="Aptos"/>
              </a:defRPr>
            </a:lvl7pPr>
            <a:lvl8pPr algn="l">
              <a:defRPr sz="1425" b="1" i="0">
                <a:solidFill>
                  <a:srgbClr val="FFFFFF"/>
                </a:solidFill>
                <a:latin typeface="Aptos"/>
                <a:ea typeface="Aptos"/>
                <a:cs typeface="Aptos"/>
              </a:defRPr>
            </a:lvl8pPr>
            <a:lvl9pPr algn="l">
              <a:defRPr sz="1425" b="1" i="0">
                <a:solidFill>
                  <a:srgbClr val="FFFFFF"/>
                </a:solidFill>
                <a:latin typeface="Aptos"/>
                <a:ea typeface="Aptos"/>
                <a:cs typeface="Aptos"/>
              </a:defRPr>
            </a:lvl9pPr>
          </a:lstStyle>
          <a:p xmlns:a="http://schemas.openxmlformats.org/drawingml/2006/main">
            <a:pPr algn="l">
              <a:defRPr sz="1425" b="1" i="0">
                <a:solidFill>
                  <a:srgbClr val="FFFFFF"/>
                </a:solidFill>
                <a:latin typeface="Aptos"/>
                <a:ea typeface="Aptos"/>
                <a:cs typeface="Aptos"/>
              </a:defRPr>
            </a:pPr>
            <a:r>
              <a:rPr sz="1425" b="1" i="0">
                <a:solidFill>
                  <a:srgbClr val="FFFFFF"/>
                </a:solidFill>
                <a:latin typeface="Aptos"/>
                <a:ea typeface="Aptos"/>
                <a:cs typeface="Aptos"/>
              </a:rPr>
              <a:t>Capturas sin datos privados</a:t>
            </a:r>
          </a:p>
        </p:txBody>
      </p:sp>
      <p:sp>
        <p:nvSpPr>
          <p:cNvPr id="24" name="close-check-circle-7">
            <a:extLst xmlns:a="http://schemas.openxmlformats.org/drawingml/2006/main">
              <a:ext uri="{FF2B5EF4-FFF2-40B4-BE49-F238E27FC236}">
                <a16:creationId xmlns:a16="http://schemas.microsoft.com/office/drawing/2014/main" id="{A71A112D-DD8E-468F-9045-73EBE6AD3EBF}"/>
              </a:ext>
            </a:extLst>
          </p:cNvPr>
          <p:cNvSpPr>
            <a:spLocks xmlns:a="http://schemas.openxmlformats.org/drawingml/2006/main" noGrp="1"/>
          </p:cNvSpPr>
          <p:nvPr/>
        </p:nvSpPr>
        <p:spPr>
          <a:xfrm xmlns:a="http://schemas.openxmlformats.org/drawingml/2006/main">
            <a:off x="6324600" y="4381500"/>
            <a:ext cx="400050" cy="400050"/>
          </a:xfrm>
          <a:prstGeom xmlns:a="http://schemas.openxmlformats.org/drawingml/2006/main" prst="ellipse">
            <a:avLst/>
          </a:prstGeom>
          <a:solidFill xmlns:a="http://schemas.openxmlformats.org/drawingml/2006/main">
            <a:srgbClr val="4A8F77"/>
          </a:solidFill>
          <a:ln xmlns:a="http://schemas.openxmlformats.org/drawingml/2006/main" w="0">
            <a:noFill/>
            <a:prstDash val="solid"/>
          </a:ln>
        </p:spPr>
      </p:sp>
      <p:sp>
        <p:nvSpPr>
          <p:cNvPr id="25" name="close-check-7">
            <a:extLst xmlns:a="http://schemas.openxmlformats.org/drawingml/2006/main">
              <a:ext uri="{FF2B5EF4-FFF2-40B4-BE49-F238E27FC236}">
                <a16:creationId xmlns:a16="http://schemas.microsoft.com/office/drawing/2014/main" id="{3EAE267D-0685-4218-8B35-65911C546CC8}"/>
              </a:ext>
            </a:extLst>
          </p:cNvPr>
          <p:cNvSpPr>
            <a:spLocks xmlns:a="http://schemas.openxmlformats.org/drawingml/2006/main" noGrp="1"/>
          </p:cNvSpPr>
          <p:nvPr/>
        </p:nvSpPr>
        <p:spPr>
          <a:xfrm xmlns:a="http://schemas.openxmlformats.org/drawingml/2006/main">
            <a:off x="6324600" y="442912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i="0">
                <a:solidFill>
                  <a:srgbClr val="FFFFFF"/>
                </a:solidFill>
                <a:latin typeface="Aptos"/>
                <a:ea typeface="Aptos"/>
                <a:cs typeface="Aptos"/>
              </a:defRPr>
            </a:defPPr>
            <a:lvl1pPr algn="ctr">
              <a:defRPr sz="1500" b="1" i="0">
                <a:solidFill>
                  <a:srgbClr val="FFFFFF"/>
                </a:solidFill>
                <a:latin typeface="Aptos"/>
                <a:ea typeface="Aptos"/>
                <a:cs typeface="Aptos"/>
              </a:defRPr>
            </a:lvl1pPr>
            <a:lvl2pPr algn="ctr">
              <a:defRPr sz="1500" b="1" i="0">
                <a:solidFill>
                  <a:srgbClr val="FFFFFF"/>
                </a:solidFill>
                <a:latin typeface="Aptos"/>
                <a:ea typeface="Aptos"/>
                <a:cs typeface="Aptos"/>
              </a:defRPr>
            </a:lvl2pPr>
            <a:lvl3pPr algn="ctr">
              <a:defRPr sz="1500" b="1" i="0">
                <a:solidFill>
                  <a:srgbClr val="FFFFFF"/>
                </a:solidFill>
                <a:latin typeface="Aptos"/>
                <a:ea typeface="Aptos"/>
                <a:cs typeface="Aptos"/>
              </a:defRPr>
            </a:lvl3pPr>
            <a:lvl4pPr algn="ctr">
              <a:defRPr sz="1500" b="1" i="0">
                <a:solidFill>
                  <a:srgbClr val="FFFFFF"/>
                </a:solidFill>
                <a:latin typeface="Aptos"/>
                <a:ea typeface="Aptos"/>
                <a:cs typeface="Aptos"/>
              </a:defRPr>
            </a:lvl4pPr>
            <a:lvl5pPr algn="ctr">
              <a:defRPr sz="1500" b="1" i="0">
                <a:solidFill>
                  <a:srgbClr val="FFFFFF"/>
                </a:solidFill>
                <a:latin typeface="Aptos"/>
                <a:ea typeface="Aptos"/>
                <a:cs typeface="Aptos"/>
              </a:defRPr>
            </a:lvl5pPr>
            <a:lvl6pPr algn="ctr">
              <a:defRPr sz="1500" b="1" i="0">
                <a:solidFill>
                  <a:srgbClr val="FFFFFF"/>
                </a:solidFill>
                <a:latin typeface="Aptos"/>
                <a:ea typeface="Aptos"/>
                <a:cs typeface="Aptos"/>
              </a:defRPr>
            </a:lvl6pPr>
            <a:lvl7pPr algn="ctr">
              <a:defRPr sz="1500" b="1" i="0">
                <a:solidFill>
                  <a:srgbClr val="FFFFFF"/>
                </a:solidFill>
                <a:latin typeface="Aptos"/>
                <a:ea typeface="Aptos"/>
                <a:cs typeface="Aptos"/>
              </a:defRPr>
            </a:lvl7pPr>
            <a:lvl8pPr algn="ctr">
              <a:defRPr sz="1500" b="1" i="0">
                <a:solidFill>
                  <a:srgbClr val="FFFFFF"/>
                </a:solidFill>
                <a:latin typeface="Aptos"/>
                <a:ea typeface="Aptos"/>
                <a:cs typeface="Aptos"/>
              </a:defRPr>
            </a:lvl8pPr>
            <a:lvl9pPr algn="ctr">
              <a:defRPr sz="1500" b="1" i="0">
                <a:solidFill>
                  <a:srgbClr val="FFFFFF"/>
                </a:solidFill>
                <a:latin typeface="Aptos"/>
                <a:ea typeface="Aptos"/>
                <a:cs typeface="Aptos"/>
              </a:defRPr>
            </a:lvl9pPr>
          </a:lstStyle>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a:t>
            </a:r>
          </a:p>
        </p:txBody>
      </p:sp>
      <p:sp>
        <p:nvSpPr>
          <p:cNvPr id="26" name="close-check-label-7">
            <a:extLst xmlns:a="http://schemas.openxmlformats.org/drawingml/2006/main">
              <a:ext uri="{FF2B5EF4-FFF2-40B4-BE49-F238E27FC236}">
                <a16:creationId xmlns:a16="http://schemas.microsoft.com/office/drawing/2014/main" id="{3DB462BE-9EC0-4790-8052-FB36B93D5837}"/>
              </a:ext>
            </a:extLst>
          </p:cNvPr>
          <p:cNvSpPr>
            <a:spLocks xmlns:a="http://schemas.openxmlformats.org/drawingml/2006/main" noGrp="1"/>
          </p:cNvSpPr>
          <p:nvPr/>
        </p:nvSpPr>
        <p:spPr>
          <a:xfrm xmlns:a="http://schemas.openxmlformats.org/drawingml/2006/main">
            <a:off x="6896100" y="4419600"/>
            <a:ext cx="457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i="0">
                <a:solidFill>
                  <a:srgbClr val="FFFFFF"/>
                </a:solidFill>
                <a:latin typeface="Aptos"/>
                <a:ea typeface="Aptos"/>
                <a:cs typeface="Aptos"/>
              </a:defRPr>
            </a:defPPr>
            <a:lvl1pPr algn="l">
              <a:defRPr sz="1425" b="1" i="0">
                <a:solidFill>
                  <a:srgbClr val="FFFFFF"/>
                </a:solidFill>
                <a:latin typeface="Aptos"/>
                <a:ea typeface="Aptos"/>
                <a:cs typeface="Aptos"/>
              </a:defRPr>
            </a:lvl1pPr>
            <a:lvl2pPr algn="l">
              <a:defRPr sz="1425" b="1" i="0">
                <a:solidFill>
                  <a:srgbClr val="FFFFFF"/>
                </a:solidFill>
                <a:latin typeface="Aptos"/>
                <a:ea typeface="Aptos"/>
                <a:cs typeface="Aptos"/>
              </a:defRPr>
            </a:lvl2pPr>
            <a:lvl3pPr algn="l">
              <a:defRPr sz="1425" b="1" i="0">
                <a:solidFill>
                  <a:srgbClr val="FFFFFF"/>
                </a:solidFill>
                <a:latin typeface="Aptos"/>
                <a:ea typeface="Aptos"/>
                <a:cs typeface="Aptos"/>
              </a:defRPr>
            </a:lvl3pPr>
            <a:lvl4pPr algn="l">
              <a:defRPr sz="1425" b="1" i="0">
                <a:solidFill>
                  <a:srgbClr val="FFFFFF"/>
                </a:solidFill>
                <a:latin typeface="Aptos"/>
                <a:ea typeface="Aptos"/>
                <a:cs typeface="Aptos"/>
              </a:defRPr>
            </a:lvl4pPr>
            <a:lvl5pPr algn="l">
              <a:defRPr sz="1425" b="1" i="0">
                <a:solidFill>
                  <a:srgbClr val="FFFFFF"/>
                </a:solidFill>
                <a:latin typeface="Aptos"/>
                <a:ea typeface="Aptos"/>
                <a:cs typeface="Aptos"/>
              </a:defRPr>
            </a:lvl5pPr>
            <a:lvl6pPr algn="l">
              <a:defRPr sz="1425" b="1" i="0">
                <a:solidFill>
                  <a:srgbClr val="FFFFFF"/>
                </a:solidFill>
                <a:latin typeface="Aptos"/>
                <a:ea typeface="Aptos"/>
                <a:cs typeface="Aptos"/>
              </a:defRPr>
            </a:lvl6pPr>
            <a:lvl7pPr algn="l">
              <a:defRPr sz="1425" b="1" i="0">
                <a:solidFill>
                  <a:srgbClr val="FFFFFF"/>
                </a:solidFill>
                <a:latin typeface="Aptos"/>
                <a:ea typeface="Aptos"/>
                <a:cs typeface="Aptos"/>
              </a:defRPr>
            </a:lvl7pPr>
            <a:lvl8pPr algn="l">
              <a:defRPr sz="1425" b="1" i="0">
                <a:solidFill>
                  <a:srgbClr val="FFFFFF"/>
                </a:solidFill>
                <a:latin typeface="Aptos"/>
                <a:ea typeface="Aptos"/>
                <a:cs typeface="Aptos"/>
              </a:defRPr>
            </a:lvl8pPr>
            <a:lvl9pPr algn="l">
              <a:defRPr sz="1425" b="1" i="0">
                <a:solidFill>
                  <a:srgbClr val="FFFFFF"/>
                </a:solidFill>
                <a:latin typeface="Aptos"/>
                <a:ea typeface="Aptos"/>
                <a:cs typeface="Aptos"/>
              </a:defRPr>
            </a:lvl9pPr>
          </a:lstStyle>
          <a:p xmlns:a="http://schemas.openxmlformats.org/drawingml/2006/main">
            <a:pPr algn="l">
              <a:defRPr sz="1425" b="1" i="0">
                <a:solidFill>
                  <a:srgbClr val="FFFFFF"/>
                </a:solidFill>
                <a:latin typeface="Aptos"/>
                <a:ea typeface="Aptos"/>
                <a:cs typeface="Aptos"/>
              </a:defRPr>
            </a:pPr>
            <a:r>
              <a:rPr sz="1425" b="1" i="0">
                <a:solidFill>
                  <a:srgbClr val="FFFFFF"/>
                </a:solidFill>
                <a:latin typeface="Aptos"/>
                <a:ea typeface="Aptos"/>
                <a:cs typeface="Aptos"/>
              </a:rPr>
              <a:t>Sin API ni credenciales</a:t>
            </a:r>
          </a:p>
        </p:txBody>
      </p:sp>
      <p:sp>
        <p:nvSpPr>
          <p:cNvPr id="27" name="close-rule">
            <a:extLst xmlns:a="http://schemas.openxmlformats.org/drawingml/2006/main">
              <a:ext uri="{FF2B5EF4-FFF2-40B4-BE49-F238E27FC236}">
                <a16:creationId xmlns:a16="http://schemas.microsoft.com/office/drawing/2014/main" id="{F66E1F29-595A-46C0-AF0D-4B8C2F4DAF14}"/>
              </a:ext>
            </a:extLst>
          </p:cNvPr>
          <p:cNvSpPr>
            <a:spLocks xmlns:a="http://schemas.openxmlformats.org/drawingml/2006/main" noGrp="1"/>
          </p:cNvSpPr>
          <p:nvPr/>
        </p:nvSpPr>
        <p:spPr>
          <a:xfrm xmlns:a="http://schemas.openxmlformats.org/drawingml/2006/main">
            <a:off x="800100" y="5505450"/>
            <a:ext cx="10591800" cy="28575"/>
          </a:xfrm>
          <a:prstGeom xmlns:a="http://schemas.openxmlformats.org/drawingml/2006/main" prst="rect">
            <a:avLst/>
          </a:prstGeom>
          <a:solidFill xmlns:a="http://schemas.openxmlformats.org/drawingml/2006/main">
            <a:srgbClr val="0878A8"/>
          </a:solidFill>
          <a:ln xmlns:a="http://schemas.openxmlformats.org/drawingml/2006/main" w="0">
            <a:noFill/>
            <a:prstDash val="solid"/>
          </a:ln>
        </p:spPr>
      </p:sp>
      <p:sp>
        <p:nvSpPr>
          <p:cNvPr id="28" name="close-next">
            <a:extLst xmlns:a="http://schemas.openxmlformats.org/drawingml/2006/main">
              <a:ext uri="{FF2B5EF4-FFF2-40B4-BE49-F238E27FC236}">
                <a16:creationId xmlns:a16="http://schemas.microsoft.com/office/drawing/2014/main" id="{A4C8B034-3054-4DA0-BD61-73BBA48797B5}"/>
              </a:ext>
            </a:extLst>
          </p:cNvPr>
          <p:cNvSpPr>
            <a:spLocks xmlns:a="http://schemas.openxmlformats.org/drawingml/2006/main" noGrp="1"/>
          </p:cNvSpPr>
          <p:nvPr/>
        </p:nvSpPr>
        <p:spPr>
          <a:xfrm xmlns:a="http://schemas.openxmlformats.org/drawingml/2006/main">
            <a:off x="800100" y="5772150"/>
            <a:ext cx="809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75" b="1" i="0">
                <a:solidFill>
                  <a:srgbClr val="EAF4F8"/>
                </a:solidFill>
                <a:latin typeface="Aptos"/>
                <a:ea typeface="Aptos"/>
                <a:cs typeface="Aptos"/>
              </a:defRPr>
            </a:defPPr>
            <a:lvl1pPr algn="l">
              <a:defRPr sz="1575" b="1" i="0">
                <a:solidFill>
                  <a:srgbClr val="EAF4F8"/>
                </a:solidFill>
                <a:latin typeface="Aptos"/>
                <a:ea typeface="Aptos"/>
                <a:cs typeface="Aptos"/>
              </a:defRPr>
            </a:lvl1pPr>
            <a:lvl2pPr algn="l">
              <a:defRPr sz="1575" b="1" i="0">
                <a:solidFill>
                  <a:srgbClr val="EAF4F8"/>
                </a:solidFill>
                <a:latin typeface="Aptos"/>
                <a:ea typeface="Aptos"/>
                <a:cs typeface="Aptos"/>
              </a:defRPr>
            </a:lvl2pPr>
            <a:lvl3pPr algn="l">
              <a:defRPr sz="1575" b="1" i="0">
                <a:solidFill>
                  <a:srgbClr val="EAF4F8"/>
                </a:solidFill>
                <a:latin typeface="Aptos"/>
                <a:ea typeface="Aptos"/>
                <a:cs typeface="Aptos"/>
              </a:defRPr>
            </a:lvl3pPr>
            <a:lvl4pPr algn="l">
              <a:defRPr sz="1575" b="1" i="0">
                <a:solidFill>
                  <a:srgbClr val="EAF4F8"/>
                </a:solidFill>
                <a:latin typeface="Aptos"/>
                <a:ea typeface="Aptos"/>
                <a:cs typeface="Aptos"/>
              </a:defRPr>
            </a:lvl4pPr>
            <a:lvl5pPr algn="l">
              <a:defRPr sz="1575" b="1" i="0">
                <a:solidFill>
                  <a:srgbClr val="EAF4F8"/>
                </a:solidFill>
                <a:latin typeface="Aptos"/>
                <a:ea typeface="Aptos"/>
                <a:cs typeface="Aptos"/>
              </a:defRPr>
            </a:lvl5pPr>
            <a:lvl6pPr algn="l">
              <a:defRPr sz="1575" b="1" i="0">
                <a:solidFill>
                  <a:srgbClr val="EAF4F8"/>
                </a:solidFill>
                <a:latin typeface="Aptos"/>
                <a:ea typeface="Aptos"/>
                <a:cs typeface="Aptos"/>
              </a:defRPr>
            </a:lvl6pPr>
            <a:lvl7pPr algn="l">
              <a:defRPr sz="1575" b="1" i="0">
                <a:solidFill>
                  <a:srgbClr val="EAF4F8"/>
                </a:solidFill>
                <a:latin typeface="Aptos"/>
                <a:ea typeface="Aptos"/>
                <a:cs typeface="Aptos"/>
              </a:defRPr>
            </a:lvl7pPr>
            <a:lvl8pPr algn="l">
              <a:defRPr sz="1575" b="1" i="0">
                <a:solidFill>
                  <a:srgbClr val="EAF4F8"/>
                </a:solidFill>
                <a:latin typeface="Aptos"/>
                <a:ea typeface="Aptos"/>
                <a:cs typeface="Aptos"/>
              </a:defRPr>
            </a:lvl8pPr>
            <a:lvl9pPr algn="l">
              <a:defRPr sz="1575" b="1" i="0">
                <a:solidFill>
                  <a:srgbClr val="EAF4F8"/>
                </a:solidFill>
                <a:latin typeface="Aptos"/>
                <a:ea typeface="Aptos"/>
                <a:cs typeface="Aptos"/>
              </a:defRPr>
            </a:lvl9pPr>
          </a:lstStyle>
          <a:p xmlns:a="http://schemas.openxmlformats.org/drawingml/2006/main">
            <a:pPr algn="l">
              <a:defRPr sz="1575" b="1" i="0">
                <a:solidFill>
                  <a:srgbClr val="EAF4F8"/>
                </a:solidFill>
                <a:latin typeface="Aptos"/>
                <a:ea typeface="Aptos"/>
                <a:cs typeface="Aptos"/>
              </a:defRPr>
            </a:pPr>
            <a:r>
              <a:rPr sz="1575" b="1" i="0">
                <a:solidFill>
                  <a:srgbClr val="EAF4F8"/>
                </a:solidFill>
                <a:latin typeface="Aptos"/>
                <a:ea typeface="Aptos"/>
                <a:cs typeface="Aptos"/>
              </a:rPr>
              <a:t>Siguiente: Paso 5  ·  Captación y seguimiento</a:t>
            </a:r>
          </a:p>
        </p:txBody>
      </p:sp>
      <p:sp>
        <p:nvSpPr>
          <p:cNvPr id="29" name="close-brand">
            <a:extLst xmlns:a="http://schemas.openxmlformats.org/drawingml/2006/main">
              <a:ext uri="{FF2B5EF4-FFF2-40B4-BE49-F238E27FC236}">
                <a16:creationId xmlns:a16="http://schemas.microsoft.com/office/drawing/2014/main" id="{236A08E1-10FC-47FE-879B-D1659C716520}"/>
              </a:ext>
            </a:extLst>
          </p:cNvPr>
          <p:cNvSpPr>
            <a:spLocks xmlns:a="http://schemas.openxmlformats.org/drawingml/2006/main" noGrp="1"/>
          </p:cNvSpPr>
          <p:nvPr/>
        </p:nvSpPr>
        <p:spPr>
          <a:xfrm xmlns:a="http://schemas.openxmlformats.org/drawingml/2006/main">
            <a:off x="800100" y="63436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050" b="1" i="0">
                <a:solidFill>
                  <a:srgbClr val="FFFFFF"/>
                </a:solidFill>
                <a:latin typeface="Aptos"/>
                <a:ea typeface="Aptos"/>
                <a:cs typeface="Aptos"/>
              </a:defRPr>
            </a:defPPr>
            <a:lvl1pPr algn="l">
              <a:defRPr sz="1050" b="1" i="0">
                <a:solidFill>
                  <a:srgbClr val="FFFFFF"/>
                </a:solidFill>
                <a:latin typeface="Aptos"/>
                <a:ea typeface="Aptos"/>
                <a:cs typeface="Aptos"/>
              </a:defRPr>
            </a:lvl1pPr>
            <a:lvl2pPr algn="l">
              <a:defRPr sz="1050" b="1" i="0">
                <a:solidFill>
                  <a:srgbClr val="FFFFFF"/>
                </a:solidFill>
                <a:latin typeface="Aptos"/>
                <a:ea typeface="Aptos"/>
                <a:cs typeface="Aptos"/>
              </a:defRPr>
            </a:lvl2pPr>
            <a:lvl3pPr algn="l">
              <a:defRPr sz="1050" b="1" i="0">
                <a:solidFill>
                  <a:srgbClr val="FFFFFF"/>
                </a:solidFill>
                <a:latin typeface="Aptos"/>
                <a:ea typeface="Aptos"/>
                <a:cs typeface="Aptos"/>
              </a:defRPr>
            </a:lvl3pPr>
            <a:lvl4pPr algn="l">
              <a:defRPr sz="1050" b="1" i="0">
                <a:solidFill>
                  <a:srgbClr val="FFFFFF"/>
                </a:solidFill>
                <a:latin typeface="Aptos"/>
                <a:ea typeface="Aptos"/>
                <a:cs typeface="Aptos"/>
              </a:defRPr>
            </a:lvl4pPr>
            <a:lvl5pPr algn="l">
              <a:defRPr sz="1050" b="1" i="0">
                <a:solidFill>
                  <a:srgbClr val="FFFFFF"/>
                </a:solidFill>
                <a:latin typeface="Aptos"/>
                <a:ea typeface="Aptos"/>
                <a:cs typeface="Aptos"/>
              </a:defRPr>
            </a:lvl5pPr>
            <a:lvl6pPr algn="l">
              <a:defRPr sz="1050" b="1" i="0">
                <a:solidFill>
                  <a:srgbClr val="FFFFFF"/>
                </a:solidFill>
                <a:latin typeface="Aptos"/>
                <a:ea typeface="Aptos"/>
                <a:cs typeface="Aptos"/>
              </a:defRPr>
            </a:lvl6pPr>
            <a:lvl7pPr algn="l">
              <a:defRPr sz="1050" b="1" i="0">
                <a:solidFill>
                  <a:srgbClr val="FFFFFF"/>
                </a:solidFill>
                <a:latin typeface="Aptos"/>
                <a:ea typeface="Aptos"/>
                <a:cs typeface="Aptos"/>
              </a:defRPr>
            </a:lvl7pPr>
            <a:lvl8pPr algn="l">
              <a:defRPr sz="1050" b="1" i="0">
                <a:solidFill>
                  <a:srgbClr val="FFFFFF"/>
                </a:solidFill>
                <a:latin typeface="Aptos"/>
                <a:ea typeface="Aptos"/>
                <a:cs typeface="Aptos"/>
              </a:defRPr>
            </a:lvl8pPr>
            <a:lvl9pPr algn="l">
              <a:defRPr sz="1050" b="1" i="0">
                <a:solidFill>
                  <a:srgbClr val="FFFFFF"/>
                </a:solidFill>
                <a:latin typeface="Aptos"/>
                <a:ea typeface="Aptos"/>
                <a:cs typeface="Aptos"/>
              </a:defRPr>
            </a:lvl9pPr>
          </a:lstStyle>
          <a:p xmlns:a="http://schemas.openxmlformats.org/drawingml/2006/main">
            <a:pPr algn="l">
              <a:defRPr sz="1050" b="1" i="0">
                <a:solidFill>
                  <a:srgbClr val="FFFFFF"/>
                </a:solidFill>
                <a:latin typeface="Aptos"/>
                <a:ea typeface="Aptos"/>
                <a:cs typeface="Aptos"/>
              </a:defRPr>
            </a:pPr>
            <a:r>
              <a:rPr sz="1050" b="1" i="0">
                <a:solidFill>
                  <a:srgbClr val="FFFFFF"/>
                </a:solidFill>
                <a:latin typeface="Aptos"/>
                <a:ea typeface="Aptos"/>
                <a:cs typeface="Aptos"/>
              </a:rPr>
              <a:t>LANGUAGE CENTER CHILE</a:t>
            </a:r>
          </a:p>
        </p:txBody>
      </p:sp>
      <p:sp>
        <p:nvSpPr>
          <p:cNvPr id="30" name="close-page">
            <a:extLst xmlns:a="http://schemas.openxmlformats.org/drawingml/2006/main">
              <a:ext uri="{FF2B5EF4-FFF2-40B4-BE49-F238E27FC236}">
                <a16:creationId xmlns:a16="http://schemas.microsoft.com/office/drawing/2014/main" id="{9431BB9C-3CC4-4D12-BA37-32F8E632D281}"/>
              </a:ext>
            </a:extLst>
          </p:cNvPr>
          <p:cNvSpPr>
            <a:spLocks xmlns:a="http://schemas.openxmlformats.org/drawingml/2006/main" noGrp="1"/>
          </p:cNvSpPr>
          <p:nvPr/>
        </p:nvSpPr>
        <p:spPr>
          <a:xfrm xmlns:a="http://schemas.openxmlformats.org/drawingml/2006/main">
            <a:off x="11049000" y="63246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050" b="1" i="0">
                <a:solidFill>
                  <a:srgbClr val="FFFFFF"/>
                </a:solidFill>
                <a:latin typeface="Aptos"/>
                <a:ea typeface="Aptos"/>
                <a:cs typeface="Aptos"/>
              </a:defRPr>
            </a:defPPr>
            <a:lvl1pPr algn="r">
              <a:defRPr sz="1050" b="1" i="0">
                <a:solidFill>
                  <a:srgbClr val="FFFFFF"/>
                </a:solidFill>
                <a:latin typeface="Aptos"/>
                <a:ea typeface="Aptos"/>
                <a:cs typeface="Aptos"/>
              </a:defRPr>
            </a:lvl1pPr>
            <a:lvl2pPr algn="r">
              <a:defRPr sz="1050" b="1" i="0">
                <a:solidFill>
                  <a:srgbClr val="FFFFFF"/>
                </a:solidFill>
                <a:latin typeface="Aptos"/>
                <a:ea typeface="Aptos"/>
                <a:cs typeface="Aptos"/>
              </a:defRPr>
            </a:lvl2pPr>
            <a:lvl3pPr algn="r">
              <a:defRPr sz="1050" b="1" i="0">
                <a:solidFill>
                  <a:srgbClr val="FFFFFF"/>
                </a:solidFill>
                <a:latin typeface="Aptos"/>
                <a:ea typeface="Aptos"/>
                <a:cs typeface="Aptos"/>
              </a:defRPr>
            </a:lvl3pPr>
            <a:lvl4pPr algn="r">
              <a:defRPr sz="1050" b="1" i="0">
                <a:solidFill>
                  <a:srgbClr val="FFFFFF"/>
                </a:solidFill>
                <a:latin typeface="Aptos"/>
                <a:ea typeface="Aptos"/>
                <a:cs typeface="Aptos"/>
              </a:defRPr>
            </a:lvl4pPr>
            <a:lvl5pPr algn="r">
              <a:defRPr sz="1050" b="1" i="0">
                <a:solidFill>
                  <a:srgbClr val="FFFFFF"/>
                </a:solidFill>
                <a:latin typeface="Aptos"/>
                <a:ea typeface="Aptos"/>
                <a:cs typeface="Aptos"/>
              </a:defRPr>
            </a:lvl5pPr>
            <a:lvl6pPr algn="r">
              <a:defRPr sz="1050" b="1" i="0">
                <a:solidFill>
                  <a:srgbClr val="FFFFFF"/>
                </a:solidFill>
                <a:latin typeface="Aptos"/>
                <a:ea typeface="Aptos"/>
                <a:cs typeface="Aptos"/>
              </a:defRPr>
            </a:lvl6pPr>
            <a:lvl7pPr algn="r">
              <a:defRPr sz="1050" b="1" i="0">
                <a:solidFill>
                  <a:srgbClr val="FFFFFF"/>
                </a:solidFill>
                <a:latin typeface="Aptos"/>
                <a:ea typeface="Aptos"/>
                <a:cs typeface="Aptos"/>
              </a:defRPr>
            </a:lvl7pPr>
            <a:lvl8pPr algn="r">
              <a:defRPr sz="1050" b="1" i="0">
                <a:solidFill>
                  <a:srgbClr val="FFFFFF"/>
                </a:solidFill>
                <a:latin typeface="Aptos"/>
                <a:ea typeface="Aptos"/>
                <a:cs typeface="Aptos"/>
              </a:defRPr>
            </a:lvl8pPr>
            <a:lvl9pPr algn="r">
              <a:defRPr sz="1050" b="1" i="0">
                <a:solidFill>
                  <a:srgbClr val="FFFFFF"/>
                </a:solidFill>
                <a:latin typeface="Aptos"/>
                <a:ea typeface="Aptos"/>
                <a:cs typeface="Aptos"/>
              </a:defRPr>
            </a:lvl9pPr>
          </a:lstStyle>
          <a:p xmlns:a="http://schemas.openxmlformats.org/drawingml/2006/main">
            <a:pPr algn="r">
              <a:defRPr sz="1050" b="1" i="0">
                <a:solidFill>
                  <a:srgbClr val="FFFFFF"/>
                </a:solidFill>
                <a:latin typeface="Aptos"/>
                <a:ea typeface="Aptos"/>
                <a:cs typeface="Aptos"/>
              </a:defRPr>
            </a:pPr>
            <a:r>
              <a:rPr sz="1050" b="1" i="0">
                <a:solidFill>
                  <a:srgbClr val="FFFFFF"/>
                </a:solidFill>
                <a:latin typeface="Aptos"/>
                <a:ea typeface="Aptos"/>
                <a:cs typeface="Aptos"/>
              </a:rPr>
              <a:t>08</a:t>
            </a:r>
          </a:p>
        </p:txBody>
      </p:sp>
    </p:spTree>
    <p:extLst>
      <p:ext uri="{BB962C8B-B14F-4D97-AF65-F5344CB8AC3E}">
        <p14:creationId xmlns:p14="http://schemas.microsoft.com/office/powerpoint/2010/main" val="15679966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2026-10-30T04:23:18.4360000Z</dcterms:created>
  <dcterms:modified xsi:type="dcterms:W3CDTF">2026-10-30T04:23:18.4360000Z</dcterms:modified>
</coreProperties>
</file>