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a12e7847b9447e" /><Relationship Type="http://schemas.openxmlformats.org/officeDocument/2006/relationships/extended-properties" Target="/docProps/app.xml" Id="R6c27493104424baa" /><Relationship Type="http://schemas.openxmlformats.org/officeDocument/2006/relationships/officeDocument" Target="/ppt/presentation.xml" Id="Rbb2db077b9b24ffd" /></Relationships>
</file>

<file path=ppt/presentation.xml><?xml version="1.0" encoding="utf-8"?>
<p:presentation xmlns:p="http://schemas.openxmlformats.org/presentationml/2006/main">
  <p:sldMasterIdLst>
    <p:sldMasterId xmlns:r="http://schemas.openxmlformats.org/officeDocument/2006/relationships" id="2147483648" r:id="R36c698e4c7324fa2"/>
  </p:sldMasterIdLst>
  <p:notesMasterIdLst>
    <p:notesMasterId xmlns:r="http://schemas.openxmlformats.org/officeDocument/2006/relationships" r:id="Rb4d707ff413542ca"/>
  </p:notesMasterIdLst>
  <p:sldIdLst>
    <p:sldId xmlns:r="http://schemas.openxmlformats.org/officeDocument/2006/relationships" id="256" r:id="R18ef0372a9be4d67"/>
    <p:sldId xmlns:r="http://schemas.openxmlformats.org/officeDocument/2006/relationships" id="257" r:id="Rbed84307c8214f27"/>
    <p:sldId xmlns:r="http://schemas.openxmlformats.org/officeDocument/2006/relationships" id="258" r:id="R232c7d0282ac4951"/>
    <p:sldId xmlns:r="http://schemas.openxmlformats.org/officeDocument/2006/relationships" id="259" r:id="Rc020714f13cd417f"/>
    <p:sldId xmlns:r="http://schemas.openxmlformats.org/officeDocument/2006/relationships" id="260" r:id="Ra4782658ac2344ac"/>
    <p:sldId xmlns:r="http://schemas.openxmlformats.org/officeDocument/2006/relationships" id="261" r:id="R6a2d3ed560824847"/>
    <p:sldId xmlns:r="http://schemas.openxmlformats.org/officeDocument/2006/relationships" id="262" r:id="Rbd032f2863dd4501"/>
    <p:sldId xmlns:r="http://schemas.openxmlformats.org/officeDocument/2006/relationships" id="263" r:id="R66fa5d4293c740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9e0e9ee73544b5" /><Relationship Type="http://schemas.openxmlformats.org/officeDocument/2006/relationships/slideMaster" Target="/ppt/slideMasters/slideMaster1.xml" Id="R36c698e4c7324fa2" /><Relationship Type="http://schemas.openxmlformats.org/officeDocument/2006/relationships/notesMaster" Target="/ppt/notesMasters/notesMaster1.xml" Id="Rb4d707ff413542ca" /><Relationship Type="http://schemas.openxmlformats.org/officeDocument/2006/relationships/presProps" Target="/ppt/presProps.xml" Id="Rf14f653ed2c2410f" /><Relationship Type="http://schemas.openxmlformats.org/officeDocument/2006/relationships/tableStyles" Target="/ppt/tableStyles.xml" Id="R7b7474a8192f4858" /><Relationship Type="http://schemas.openxmlformats.org/officeDocument/2006/relationships/slide" Target="/ppt/slides/slide1.xml" Id="R18ef0372a9be4d67" /><Relationship Type="http://schemas.openxmlformats.org/officeDocument/2006/relationships/slide" Target="/ppt/slides/slide2.xml" Id="Rbed84307c8214f27" /><Relationship Type="http://schemas.openxmlformats.org/officeDocument/2006/relationships/slide" Target="/ppt/slides/slide3.xml" Id="R232c7d0282ac4951" /><Relationship Type="http://schemas.openxmlformats.org/officeDocument/2006/relationships/slide" Target="/ppt/slides/slide4.xml" Id="Rc020714f13cd417f" /><Relationship Type="http://schemas.openxmlformats.org/officeDocument/2006/relationships/slide" Target="/ppt/slides/slide5.xml" Id="Ra4782658ac2344ac" /><Relationship Type="http://schemas.openxmlformats.org/officeDocument/2006/relationships/slide" Target="/ppt/slides/slide6.xml" Id="R6a2d3ed560824847" /><Relationship Type="http://schemas.openxmlformats.org/officeDocument/2006/relationships/slide" Target="/ppt/slides/slide7.xml" Id="Rbd032f2863dd4501" /><Relationship Type="http://schemas.openxmlformats.org/officeDocument/2006/relationships/slide" Target="/ppt/slides/slide8.xml" Id="R66fa5d4293c740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80603a4b3b48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923c11a5634381" /><Relationship Type="http://schemas.openxmlformats.org/officeDocument/2006/relationships/notesMaster" Target="/ppt/notesMasters/notesMaster1.xml" Id="Rbdaa6bdc7e8348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0b90baf0e04140" /><Relationship Type="http://schemas.openxmlformats.org/officeDocument/2006/relationships/notesMaster" Target="/ppt/notesMasters/notesMaster1.xml" Id="R28abb2dc9f3843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bf1b1caa204545" /><Relationship Type="http://schemas.openxmlformats.org/officeDocument/2006/relationships/notesMaster" Target="/ppt/notesMasters/notesMaster1.xml" Id="R0bf944b9e6b943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2d2e7db992484d" /><Relationship Type="http://schemas.openxmlformats.org/officeDocument/2006/relationships/notesMaster" Target="/ppt/notesMasters/notesMaster1.xml" Id="R88ec88451c2349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ebc84f23df43d3" /><Relationship Type="http://schemas.openxmlformats.org/officeDocument/2006/relationships/notesMaster" Target="/ppt/notesMasters/notesMaster1.xml" Id="R6cdd7fc6da1347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43e9ac3bc94f21" /><Relationship Type="http://schemas.openxmlformats.org/officeDocument/2006/relationships/notesMaster" Target="/ppt/notesMasters/notesMaster1.xml" Id="R7061dcc78b2849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b76e2a2ff74d16" /><Relationship Type="http://schemas.openxmlformats.org/officeDocument/2006/relationships/notesMaster" Target="/ppt/notesMasters/notesMaster1.xml" Id="Rd10e76ddfc4848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fd6d7b1c724e76" /><Relationship Type="http://schemas.openxmlformats.org/officeDocument/2006/relationships/notesMaster" Target="/ppt/notesMasters/notesMaster1.xml" Id="Re0f69efe66224c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00:00–01:05. En el Paso 2 organizaste oportunidades ficticias en una base visible. Ahora aprenderás a usar inteligencia artificial para redactar, resumir y documentar tareas sin perder el control sobre la información ni sobre el resultado. Trabajaremos con la hoja 3 IA aplicada del workbook. La meta es construir instrucciones que otra persona pueda comprender, probar, mejorar y reutilizar. Al terminar tendrás cinco prompts documentados y una versión final de cada uno. Todo el ejercicio utiliza información ficticia y revisión humana. Fuente interna: guion vigente del Video 03 en Google Drive.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01:05–02:25. Un prompt es una instrucción que entrega a una herramienta de inteligencia artificial un objetivo, un contexto y límites. Un prompt reutilizable deja visibles las variables que cambian y las reglas que siempre deben mantenerse. Escribe un correo es demasiado amplio. Una instrucción útil explica para quién se prepara el borrador, qué información ficticia puede usar, qué debe excluir y cómo presentar la respuesta. La inteligencia artificial no conoce automáticamente las políticas, acuerdos o hechos del negocio. Cada resultado debe revisarse antes de copiarse, compartirse o incorporarse a un proceso. Fuente interna: guion del Video 03 y Módulo 3 del PR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02:25–04:10. La hoja 3 IA aplicada utiliza ocho columnas: Caso, Objetivo, Contexto permitido, Datos prohibidos, Prompt v1, Resultado observado, Mejora y Prompt final. En Resultado observado registra una nota verificable, por ejemplo el tono fue correcto, pero inventó una fecha. No pegues respuestas extensas ni información innecesaria. Esta estructura transforma una conversación aislada en evidencia de aprendizaje y evita declarar terminado un prompt solo porque produjo texto. Fuente interna: guion del Video 03, workbook del PR 4 y Módulo 3 del PR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04:10–05:50. Para crear Prompt v1 utiliza seis piezas: objetivo, contexto permitido, tarea, límites, formato de salida y criterio de revisión. Declara el objetivo con un verbo; añade solo el contexto necesario; describe la tarea concreta; establece límites; pide un formato revisable; y exige comprobar que los hechos provengan del contexto entregado. Si falta información, marca PENDIENTE DE CONFIRMAR. La instrucción prepara un borrador. No autoriza un envío automático ni transforma una suposición en un hecho. Fuente interna: guion del Video 03 y Módulo 3 del PR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05:50–07:35. Define cinco casos ficticios: preparar un borrador de respuesta, convertir notas en un procedimiento, resumir una descripción de servicio, proponer ideas de contenido y clasificar consultas según categorías definidas por una persona. Completa Caso, Objetivo, Contexto permitido y Datos prohibidos antes de abrir la herramienta. Usa solo personas, empresas, correos, cifras y situaciones inventadas. Nunca incluyas credenciales, tarjetas, documentos de identidad, información médica, contratos ni antecedentes confidenciales. Después prueba Prompt v1 y registra una nota breve del resultado observado. Fuente interna: guion del Video 03 y Módulo 3 del PR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07:35–09:15. Compara el resultado con el objetivo, no solo con su apariencia. Revisa si respondió la tarea correcta, respetó el formato, utilizó únicamente el contexto permitido y evitó afirmaciones no sustentadas. Si inventa información, limita las fuentes y exige marcar lo desconocido. Registra una mejora clara por iteración, como limitar a 120 palabras o pedir tres columnas exactas. Modifica el prompt, vuelve a probarlo y conserva la mejor versión revisada. Cambia uno o dos datos ficticios para comprobar que mantiene el formato y los límites. Fuente interna: guion del Video 03 y Módulo 3 del PR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09:15–10:40. Debajo de la tabla, responde cinco preguntas con Sí, No o No aplica: objetivo claro; datos sensibles excluidos; hechos verificables; revisión humana de tono y exactitud; y reutilización sin riesgo. Un solo No puede indicar que el prompt todavía necesita ajustes. Revisión humana significa comparar el resultado con la fuente permitida, corregir errores, comprobar tono y decidir si la acción propuesta corresponde. Los precios, compromisos, pagos, personas o decisiones sensibles requieren autorización antes de cualquier uso externo. Fuente interna: guion del Video 03, workbook del PR 4 y Módulo 3 del PR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10:40–12:40. Revisa la hoja 3 IA aplicada. Debes tener cinco filas completas, cada una con Caso, Objetivo, Contexto permitido, Datos prohibidos, Prompt v1, Resultado observado, Mejora y Prompt final. Responde los cinco controles y guarda una copia o captura como evidencia. No envíes automáticamente ninguno de los textos, no conectes cuentas reales y no ingreses información privada. Cuando un prompt supera los controles, dale un nombre claro, registra su versión y guárdalo en una biblioteca aprobada. En el Paso 4 utilizaremos n8n para representar un flujo sencillo, manteniendo entradas, salidas, revisión humana y manejo de errores. Fuente interna: guion vigente del Video 03 y Módulo 3 del PR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9bb63b9f54445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686ccc1a7647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70e8ca610a4c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5e0fbf5aec44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b1986cd591442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dd91307179d42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B2234B-817A-415F-B864-DC7BCCC765B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2E5F2EB-259F-4538-80B2-CE950EF160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989EAE4-4277-4347-A0D9-66DCBEBF258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BF8D43-1EFF-417C-A3C4-CDFD51D87C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1B44B00-6342-4118-B4F5-C58CF90ED14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0EC8AB-9039-4E25-B18F-122F2813DB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5B0880-0E22-477D-AF69-B76953B78F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478A22-2CF7-49BF-BCD2-9626A653176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5FD51A-4122-4D45-8B38-5A5F7120D7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9178A9-76DF-4FDC-B6BE-33832F077E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f2fb660db446b0" /><Relationship Type="http://schemas.openxmlformats.org/officeDocument/2006/relationships/slideLayout" Target="/ppt/slideLayouts/slideLayout1.xml" Id="R81c064b2f57b4f28" /><Relationship Type="http://schemas.openxmlformats.org/officeDocument/2006/relationships/slideLayout" Target="/ppt/slideLayouts/slideLayout2.xml" Id="Rfced8b79114d4426" /><Relationship Type="http://schemas.openxmlformats.org/officeDocument/2006/relationships/slideLayout" Target="/ppt/slideLayouts/slideLayout3.xml" Id="R726a981be6db4de9" /><Relationship Type="http://schemas.openxmlformats.org/officeDocument/2006/relationships/slideLayout" Target="/ppt/slideLayouts/slideLayout4.xml" Id="Re48ff07564954302" /><Relationship Type="http://schemas.openxmlformats.org/officeDocument/2006/relationships/slideLayout" Target="/ppt/slideLayouts/slideLayout5.xml" Id="Rc945b583e29b4483" /><Relationship Type="http://schemas.openxmlformats.org/officeDocument/2006/relationships/slideLayout" Target="/ppt/slideLayouts/slideLayout6.xml" Id="R44173de5e95347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c064b2f57b4f28"/>
    <p:sldLayoutId xmlns:r="http://schemas.openxmlformats.org/officeDocument/2006/relationships" id="2147483650" r:id="Rfced8b79114d4426"/>
    <p:sldLayoutId xmlns:r="http://schemas.openxmlformats.org/officeDocument/2006/relationships" id="2147483651" r:id="R726a981be6db4de9"/>
    <p:sldLayoutId xmlns:r="http://schemas.openxmlformats.org/officeDocument/2006/relationships" id="2147483652" r:id="Re48ff07564954302"/>
    <p:sldLayoutId xmlns:r="http://schemas.openxmlformats.org/officeDocument/2006/relationships" id="2147483653" r:id="Rc945b583e29b4483"/>
    <p:sldLayoutId xmlns:r="http://schemas.openxmlformats.org/officeDocument/2006/relationships" id="2147483654" r:id="R44173de5e95347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6349aa5d434495" /><Relationship Type="http://schemas.openxmlformats.org/officeDocument/2006/relationships/notesSlide" Target="/ppt/notesSlides/notesSlide1.xml" Id="Rc545fd35aae347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8507b5bb8114285" /><Relationship Type="http://schemas.openxmlformats.org/officeDocument/2006/relationships/notesSlide" Target="/ppt/notesSlides/notesSlide2.xml" Id="R6054375c52814a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20830c331004686" /><Relationship Type="http://schemas.openxmlformats.org/officeDocument/2006/relationships/notesSlide" Target="/ppt/notesSlides/notesSlide3.xml" Id="R20be1d78614e45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759ef5c1224c21" /><Relationship Type="http://schemas.openxmlformats.org/officeDocument/2006/relationships/notesSlide" Target="/ppt/notesSlides/notesSlide4.xml" Id="Rdb7039a4a79947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e8cdf90f7f74786" /><Relationship Type="http://schemas.openxmlformats.org/officeDocument/2006/relationships/notesSlide" Target="/ppt/notesSlides/notesSlide5.xml" Id="R0263a12239fb4b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cc6685b4f34e6e" /><Relationship Type="http://schemas.openxmlformats.org/officeDocument/2006/relationships/notesSlide" Target="/ppt/notesSlides/notesSlide6.xml" Id="R9e686874d77748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58b18e9c13e4f97" /><Relationship Type="http://schemas.openxmlformats.org/officeDocument/2006/relationships/notesSlide" Target="/ppt/notesSlides/notesSlide7.xml" Id="R7fa6cee0af2c4d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9cc2b3c01884bd2" /><Relationship Type="http://schemas.openxmlformats.org/officeDocument/2006/relationships/notesSlide" Target="/ppt/notesSlides/notesSlide8.xml" Id="R2e99a8774ffa46c6" /></Relationships>
</file>

<file path=ppt/slides/slide1.xml><?xml version="1.0" encoding="utf-8"?>
<p:sld xmlns:p="http://schemas.openxmlformats.org/presentationml/2006/main">
  <p:cSld>
    <p:bg>
      <p:bgPr>
        <a:solidFill xmlns:a="http://schemas.openxmlformats.org/drawingml/2006/main">
          <a:srgbClr val="003366"/>
        </a:solidFill>
      </p:bgPr>
    </p:bg>
    <p:spTree>
      <p:nvGrpSpPr>
        <p:cNvPr id="1" name=""/>
        <p:cNvGrpSpPr/>
        <p:nvPr/>
      </p:nvGrpSpPr>
      <p:grpSpPr>
        <a:xfrm xmlns:a="http://schemas.openxmlformats.org/drawingml/2006/main"/>
      </p:grpSpPr>
      <p:sp>
        <p:nvSpPr>
          <p:cNvPr id="10" name="cover-cyan-band">
            <a:extLst xmlns:a="http://schemas.openxmlformats.org/drawingml/2006/main">
              <a:ext uri="{FF2B5EF4-FFF2-40B4-BE49-F238E27FC236}">
                <a16:creationId xmlns:a16="http://schemas.microsoft.com/office/drawing/2014/main" id="{2A629E4A-F215-4FF3-BA33-E02F40CDC5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2" name="cover-brand">
            <a:extLst xmlns:a="http://schemas.openxmlformats.org/drawingml/2006/main">
              <a:ext uri="{FF2B5EF4-FFF2-40B4-BE49-F238E27FC236}">
                <a16:creationId xmlns:a16="http://schemas.microsoft.com/office/drawing/2014/main" id="{7F35951D-2A8A-4410-83E1-8471C22C3E80}"/>
              </a:ext>
            </a:extLst>
          </p:cNvPr>
          <p:cNvSpPr>
            <a:spLocks xmlns:a="http://schemas.openxmlformats.org/drawingml/2006/main" noGrp="1"/>
          </p:cNvSpPr>
          <p:nvPr/>
        </p:nvSpPr>
        <p:spPr>
          <a:xfrm xmlns:a="http://schemas.openxmlformats.org/drawingml/2006/main">
            <a:off x="723900" y="647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FFFFFF"/>
                </a:solidFill>
                <a:latin typeface="Aptos"/>
                <a:ea typeface="Aptos"/>
                <a:cs typeface="Aptos"/>
              </a:defRPr>
            </a:defPPr>
            <a:lvl1pPr algn="l">
              <a:defRPr sz="1125" b="1" i="0">
                <a:solidFill>
                  <a:srgbClr val="FFFFFF"/>
                </a:solidFill>
                <a:latin typeface="Aptos"/>
                <a:ea typeface="Aptos"/>
                <a:cs typeface="Aptos"/>
              </a:defRPr>
            </a:lvl1pPr>
            <a:lvl2pPr algn="l">
              <a:defRPr sz="1125" b="1" i="0">
                <a:solidFill>
                  <a:srgbClr val="FFFFFF"/>
                </a:solidFill>
                <a:latin typeface="Aptos"/>
                <a:ea typeface="Aptos"/>
                <a:cs typeface="Aptos"/>
              </a:defRPr>
            </a:lvl2pPr>
            <a:lvl3pPr algn="l">
              <a:defRPr sz="1125" b="1" i="0">
                <a:solidFill>
                  <a:srgbClr val="FFFFFF"/>
                </a:solidFill>
                <a:latin typeface="Aptos"/>
                <a:ea typeface="Aptos"/>
                <a:cs typeface="Aptos"/>
              </a:defRPr>
            </a:lvl3pPr>
            <a:lvl4pPr algn="l">
              <a:defRPr sz="1125" b="1" i="0">
                <a:solidFill>
                  <a:srgbClr val="FFFFFF"/>
                </a:solidFill>
                <a:latin typeface="Aptos"/>
                <a:ea typeface="Aptos"/>
                <a:cs typeface="Aptos"/>
              </a:defRPr>
            </a:lvl4pPr>
            <a:lvl5pPr algn="l">
              <a:defRPr sz="1125" b="1" i="0">
                <a:solidFill>
                  <a:srgbClr val="FFFFFF"/>
                </a:solidFill>
                <a:latin typeface="Aptos"/>
                <a:ea typeface="Aptos"/>
                <a:cs typeface="Aptos"/>
              </a:defRPr>
            </a:lvl5pPr>
            <a:lvl6pPr algn="l">
              <a:defRPr sz="1125" b="1" i="0">
                <a:solidFill>
                  <a:srgbClr val="FFFFFF"/>
                </a:solidFill>
                <a:latin typeface="Aptos"/>
                <a:ea typeface="Aptos"/>
                <a:cs typeface="Aptos"/>
              </a:defRPr>
            </a:lvl6pPr>
            <a:lvl7pPr algn="l">
              <a:defRPr sz="1125" b="1" i="0">
                <a:solidFill>
                  <a:srgbClr val="FFFFFF"/>
                </a:solidFill>
                <a:latin typeface="Aptos"/>
                <a:ea typeface="Aptos"/>
                <a:cs typeface="Aptos"/>
              </a:defRPr>
            </a:lvl7pPr>
            <a:lvl8pPr algn="l">
              <a:defRPr sz="1125" b="1" i="0">
                <a:solidFill>
                  <a:srgbClr val="FFFFFF"/>
                </a:solidFill>
                <a:latin typeface="Aptos"/>
                <a:ea typeface="Aptos"/>
                <a:cs typeface="Aptos"/>
              </a:defRPr>
            </a:lvl8pPr>
            <a:lvl9pPr algn="l">
              <a:defRPr sz="1125" b="1" i="0">
                <a:solidFill>
                  <a:srgbClr val="FFFFFF"/>
                </a:solidFill>
                <a:latin typeface="Aptos"/>
                <a:ea typeface="Aptos"/>
                <a:cs typeface="Aptos"/>
              </a:defRPr>
            </a:lvl9pPr>
          </a:lstStyle>
          <a:p xmlns:a="http://schemas.openxmlformats.org/drawingml/2006/main">
            <a:pPr algn="l">
              <a:defRPr sz="1125" b="1" i="0">
                <a:solidFill>
                  <a:srgbClr val="FFFFFF"/>
                </a:solidFill>
                <a:latin typeface="Aptos"/>
                <a:ea typeface="Aptos"/>
                <a:cs typeface="Aptos"/>
              </a:defRPr>
            </a:pPr>
            <a:r>
              <a:rPr sz="1125" b="1" i="0">
                <a:solidFill>
                  <a:srgbClr val="FFFFFF"/>
                </a:solidFill>
                <a:latin typeface="Aptos"/>
                <a:ea typeface="Aptos"/>
                <a:cs typeface="Aptos"/>
              </a:rPr>
              <a:t>LANGUAGE CENTER CHILE</a:t>
            </a:r>
          </a:p>
        </p:txBody>
      </p:sp>
      <p:sp>
        <p:nvSpPr>
          <p:cNvPr id="3" name="cover-title">
            <a:extLst xmlns:a="http://schemas.openxmlformats.org/drawingml/2006/main">
              <a:ext uri="{FF2B5EF4-FFF2-40B4-BE49-F238E27FC236}">
                <a16:creationId xmlns:a16="http://schemas.microsoft.com/office/drawing/2014/main" id="{D9438136-39E5-4810-94C6-2F2637F15567}"/>
              </a:ext>
            </a:extLst>
          </p:cNvPr>
          <p:cNvSpPr>
            <a:spLocks xmlns:a="http://schemas.openxmlformats.org/drawingml/2006/main" noGrp="1"/>
          </p:cNvSpPr>
          <p:nvPr/>
        </p:nvSpPr>
        <p:spPr>
          <a:xfrm xmlns:a="http://schemas.openxmlformats.org/drawingml/2006/main">
            <a:off x="723900" y="1676400"/>
            <a:ext cx="685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050" b="1" i="0">
                <a:solidFill>
                  <a:srgbClr val="FFFFFF"/>
                </a:solidFill>
                <a:latin typeface="Aptos"/>
                <a:ea typeface="Aptos"/>
                <a:cs typeface="Aptos"/>
              </a:defRPr>
            </a:defPPr>
            <a:lvl1pPr algn="l">
              <a:defRPr sz="4050" b="1" i="0">
                <a:solidFill>
                  <a:srgbClr val="FFFFFF"/>
                </a:solidFill>
                <a:latin typeface="Aptos"/>
                <a:ea typeface="Aptos"/>
                <a:cs typeface="Aptos"/>
              </a:defRPr>
            </a:lvl1pPr>
            <a:lvl2pPr algn="l">
              <a:defRPr sz="4050" b="1" i="0">
                <a:solidFill>
                  <a:srgbClr val="FFFFFF"/>
                </a:solidFill>
                <a:latin typeface="Aptos"/>
                <a:ea typeface="Aptos"/>
                <a:cs typeface="Aptos"/>
              </a:defRPr>
            </a:lvl2pPr>
            <a:lvl3pPr algn="l">
              <a:defRPr sz="4050" b="1" i="0">
                <a:solidFill>
                  <a:srgbClr val="FFFFFF"/>
                </a:solidFill>
                <a:latin typeface="Aptos"/>
                <a:ea typeface="Aptos"/>
                <a:cs typeface="Aptos"/>
              </a:defRPr>
            </a:lvl3pPr>
            <a:lvl4pPr algn="l">
              <a:defRPr sz="4050" b="1" i="0">
                <a:solidFill>
                  <a:srgbClr val="FFFFFF"/>
                </a:solidFill>
                <a:latin typeface="Aptos"/>
                <a:ea typeface="Aptos"/>
                <a:cs typeface="Aptos"/>
              </a:defRPr>
            </a:lvl4pPr>
            <a:lvl5pPr algn="l">
              <a:defRPr sz="4050" b="1" i="0">
                <a:solidFill>
                  <a:srgbClr val="FFFFFF"/>
                </a:solidFill>
                <a:latin typeface="Aptos"/>
                <a:ea typeface="Aptos"/>
                <a:cs typeface="Aptos"/>
              </a:defRPr>
            </a:lvl5pPr>
            <a:lvl6pPr algn="l">
              <a:defRPr sz="4050" b="1" i="0">
                <a:solidFill>
                  <a:srgbClr val="FFFFFF"/>
                </a:solidFill>
                <a:latin typeface="Aptos"/>
                <a:ea typeface="Aptos"/>
                <a:cs typeface="Aptos"/>
              </a:defRPr>
            </a:lvl6pPr>
            <a:lvl7pPr algn="l">
              <a:defRPr sz="4050" b="1" i="0">
                <a:solidFill>
                  <a:srgbClr val="FFFFFF"/>
                </a:solidFill>
                <a:latin typeface="Aptos"/>
                <a:ea typeface="Aptos"/>
                <a:cs typeface="Aptos"/>
              </a:defRPr>
            </a:lvl7pPr>
            <a:lvl8pPr algn="l">
              <a:defRPr sz="4050" b="1" i="0">
                <a:solidFill>
                  <a:srgbClr val="FFFFFF"/>
                </a:solidFill>
                <a:latin typeface="Aptos"/>
                <a:ea typeface="Aptos"/>
                <a:cs typeface="Aptos"/>
              </a:defRPr>
            </a:lvl8pPr>
            <a:lvl9pPr algn="l">
              <a:defRPr sz="4050" b="1" i="0">
                <a:solidFill>
                  <a:srgbClr val="FFFFFF"/>
                </a:solidFill>
                <a:latin typeface="Aptos"/>
                <a:ea typeface="Aptos"/>
                <a:cs typeface="Aptos"/>
              </a:defRPr>
            </a:lvl9pPr>
          </a:lstStyle>
          <a:p xmlns:a="http://schemas.openxmlformats.org/drawingml/2006/main">
            <a:pPr algn="l">
              <a:defRPr sz="4050" b="1" i="0">
                <a:solidFill>
                  <a:srgbClr val="FFFFFF"/>
                </a:solidFill>
                <a:latin typeface="Aptos"/>
                <a:ea typeface="Aptos"/>
                <a:cs typeface="Aptos"/>
              </a:defRPr>
            </a:pPr>
            <a:r>
              <a:rPr sz="4050" b="1" i="0">
                <a:solidFill>
                  <a:srgbClr val="FFFFFF"/>
                </a:solidFill>
                <a:latin typeface="Aptos"/>
                <a:ea typeface="Aptos"/>
                <a:cs typeface="Aptos"/>
              </a:rPr>
              <a:t>Paso 3</a:t>
            </a:r>
          </a:p>
          <a:p xmlns:a="http://schemas.openxmlformats.org/drawingml/2006/main">
            <a:pPr algn="l">
              <a:defRPr sz="4050" b="1" i="0">
                <a:solidFill>
                  <a:srgbClr val="FFFFFF"/>
                </a:solidFill>
                <a:latin typeface="Aptos"/>
                <a:ea typeface="Aptos"/>
                <a:cs typeface="Aptos"/>
              </a:defRPr>
            </a:pPr>
            <a:r>
              <a:rPr sz="4050" b="1" i="0">
                <a:solidFill>
                  <a:srgbClr val="FFFFFF"/>
                </a:solidFill>
                <a:latin typeface="Aptos"/>
                <a:ea typeface="Aptos"/>
                <a:cs typeface="Aptos"/>
              </a:rPr>
              <a:t>IA aplicada</a:t>
            </a:r>
          </a:p>
        </p:txBody>
      </p:sp>
      <p:sp>
        <p:nvSpPr>
          <p:cNvPr id="4" name="cover-subtitle">
            <a:extLst xmlns:a="http://schemas.openxmlformats.org/drawingml/2006/main">
              <a:ext uri="{FF2B5EF4-FFF2-40B4-BE49-F238E27FC236}">
                <a16:creationId xmlns:a16="http://schemas.microsoft.com/office/drawing/2014/main" id="{4F4C6E80-45B3-4749-B38C-3ACEE7D10BE3}"/>
              </a:ext>
            </a:extLst>
          </p:cNvPr>
          <p:cNvSpPr>
            <a:spLocks xmlns:a="http://schemas.openxmlformats.org/drawingml/2006/main" noGrp="1"/>
          </p:cNvSpPr>
          <p:nvPr/>
        </p:nvSpPr>
        <p:spPr>
          <a:xfrm xmlns:a="http://schemas.openxmlformats.org/drawingml/2006/main">
            <a:off x="762000" y="3524250"/>
            <a:ext cx="676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i="0">
                <a:solidFill>
                  <a:srgbClr val="EAF4F8"/>
                </a:solidFill>
                <a:latin typeface="Aptos"/>
                <a:ea typeface="Aptos"/>
                <a:cs typeface="Aptos"/>
              </a:defRPr>
            </a:defPPr>
            <a:lvl1pPr algn="l">
              <a:defRPr sz="1875" b="0" i="0">
                <a:solidFill>
                  <a:srgbClr val="EAF4F8"/>
                </a:solidFill>
                <a:latin typeface="Aptos"/>
                <a:ea typeface="Aptos"/>
                <a:cs typeface="Aptos"/>
              </a:defRPr>
            </a:lvl1pPr>
            <a:lvl2pPr algn="l">
              <a:defRPr sz="1875" b="0" i="0">
                <a:solidFill>
                  <a:srgbClr val="EAF4F8"/>
                </a:solidFill>
                <a:latin typeface="Aptos"/>
                <a:ea typeface="Aptos"/>
                <a:cs typeface="Aptos"/>
              </a:defRPr>
            </a:lvl2pPr>
            <a:lvl3pPr algn="l">
              <a:defRPr sz="1875" b="0" i="0">
                <a:solidFill>
                  <a:srgbClr val="EAF4F8"/>
                </a:solidFill>
                <a:latin typeface="Aptos"/>
                <a:ea typeface="Aptos"/>
                <a:cs typeface="Aptos"/>
              </a:defRPr>
            </a:lvl3pPr>
            <a:lvl4pPr algn="l">
              <a:defRPr sz="1875" b="0" i="0">
                <a:solidFill>
                  <a:srgbClr val="EAF4F8"/>
                </a:solidFill>
                <a:latin typeface="Aptos"/>
                <a:ea typeface="Aptos"/>
                <a:cs typeface="Aptos"/>
              </a:defRPr>
            </a:lvl4pPr>
            <a:lvl5pPr algn="l">
              <a:defRPr sz="1875" b="0" i="0">
                <a:solidFill>
                  <a:srgbClr val="EAF4F8"/>
                </a:solidFill>
                <a:latin typeface="Aptos"/>
                <a:ea typeface="Aptos"/>
                <a:cs typeface="Aptos"/>
              </a:defRPr>
            </a:lvl5pPr>
            <a:lvl6pPr algn="l">
              <a:defRPr sz="1875" b="0" i="0">
                <a:solidFill>
                  <a:srgbClr val="EAF4F8"/>
                </a:solidFill>
                <a:latin typeface="Aptos"/>
                <a:ea typeface="Aptos"/>
                <a:cs typeface="Aptos"/>
              </a:defRPr>
            </a:lvl6pPr>
            <a:lvl7pPr algn="l">
              <a:defRPr sz="1875" b="0" i="0">
                <a:solidFill>
                  <a:srgbClr val="EAF4F8"/>
                </a:solidFill>
                <a:latin typeface="Aptos"/>
                <a:ea typeface="Aptos"/>
                <a:cs typeface="Aptos"/>
              </a:defRPr>
            </a:lvl7pPr>
            <a:lvl8pPr algn="l">
              <a:defRPr sz="1875" b="0" i="0">
                <a:solidFill>
                  <a:srgbClr val="EAF4F8"/>
                </a:solidFill>
                <a:latin typeface="Aptos"/>
                <a:ea typeface="Aptos"/>
                <a:cs typeface="Aptos"/>
              </a:defRPr>
            </a:lvl8pPr>
            <a:lvl9pPr algn="l">
              <a:defRPr sz="1875" b="0" i="0">
                <a:solidFill>
                  <a:srgbClr val="EAF4F8"/>
                </a:solidFill>
                <a:latin typeface="Aptos"/>
                <a:ea typeface="Aptos"/>
                <a:cs typeface="Aptos"/>
              </a:defRPr>
            </a:lvl9pPr>
          </a:lstStyle>
          <a:p xmlns:a="http://schemas.openxmlformats.org/drawingml/2006/main">
            <a:pPr algn="l">
              <a:defRPr sz="1875" b="0" i="0">
                <a:solidFill>
                  <a:srgbClr val="EAF4F8"/>
                </a:solidFill>
                <a:latin typeface="Aptos"/>
                <a:ea typeface="Aptos"/>
                <a:cs typeface="Aptos"/>
              </a:defRPr>
            </a:pPr>
            <a:r>
              <a:rPr sz="1875" b="0" i="0">
                <a:solidFill>
                  <a:srgbClr val="EAF4F8"/>
                </a:solidFill>
                <a:latin typeface="Aptos"/>
                <a:ea typeface="Aptos"/>
                <a:cs typeface="Aptos"/>
              </a:rPr>
              <a:t>Prompts reutilizables y seguros</a:t>
            </a:r>
          </a:p>
        </p:txBody>
      </p:sp>
      <p:sp>
        <p:nvSpPr>
          <p:cNvPr id="5" name="cover-rule">
            <a:extLst xmlns:a="http://schemas.openxmlformats.org/drawingml/2006/main">
              <a:ext uri="{FF2B5EF4-FFF2-40B4-BE49-F238E27FC236}">
                <a16:creationId xmlns:a16="http://schemas.microsoft.com/office/drawing/2014/main" id="{16426188-C055-46C2-A5D7-2A807B57A7B2}"/>
              </a:ext>
            </a:extLst>
          </p:cNvPr>
          <p:cNvSpPr>
            <a:spLocks xmlns:a="http://schemas.openxmlformats.org/drawingml/2006/main" noGrp="1"/>
          </p:cNvSpPr>
          <p:nvPr/>
        </p:nvSpPr>
        <p:spPr>
          <a:xfrm xmlns:a="http://schemas.openxmlformats.org/drawingml/2006/main">
            <a:off x="762000" y="4229100"/>
            <a:ext cx="1428750" cy="5715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6" name="cover-meta">
            <a:extLst xmlns:a="http://schemas.openxmlformats.org/drawingml/2006/main">
              <a:ext uri="{FF2B5EF4-FFF2-40B4-BE49-F238E27FC236}">
                <a16:creationId xmlns:a16="http://schemas.microsoft.com/office/drawing/2014/main" id="{DE73A427-102B-4F1A-9E45-C481CE43AEB0}"/>
              </a:ext>
            </a:extLst>
          </p:cNvPr>
          <p:cNvSpPr>
            <a:spLocks xmlns:a="http://schemas.openxmlformats.org/drawingml/2006/main" noGrp="1"/>
          </p:cNvSpPr>
          <p:nvPr/>
        </p:nvSpPr>
        <p:spPr>
          <a:xfrm xmlns:a="http://schemas.openxmlformats.org/drawingml/2006/main">
            <a:off x="762000" y="455295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FFFFFF"/>
                </a:solidFill>
                <a:latin typeface="Aptos"/>
                <a:ea typeface="Aptos"/>
                <a:cs typeface="Aptos"/>
              </a:defRPr>
            </a:defPPr>
            <a:lvl1pPr algn="l">
              <a:defRPr sz="1200" b="0" i="0">
                <a:solidFill>
                  <a:srgbClr val="FFFFFF"/>
                </a:solidFill>
                <a:latin typeface="Aptos"/>
                <a:ea typeface="Aptos"/>
                <a:cs typeface="Aptos"/>
              </a:defRPr>
            </a:lvl1pPr>
            <a:lvl2pPr algn="l">
              <a:defRPr sz="1200" b="0" i="0">
                <a:solidFill>
                  <a:srgbClr val="FFFFFF"/>
                </a:solidFill>
                <a:latin typeface="Aptos"/>
                <a:ea typeface="Aptos"/>
                <a:cs typeface="Aptos"/>
              </a:defRPr>
            </a:lvl2pPr>
            <a:lvl3pPr algn="l">
              <a:defRPr sz="1200" b="0" i="0">
                <a:solidFill>
                  <a:srgbClr val="FFFFFF"/>
                </a:solidFill>
                <a:latin typeface="Aptos"/>
                <a:ea typeface="Aptos"/>
                <a:cs typeface="Aptos"/>
              </a:defRPr>
            </a:lvl3pPr>
            <a:lvl4pPr algn="l">
              <a:defRPr sz="1200" b="0" i="0">
                <a:solidFill>
                  <a:srgbClr val="FFFFFF"/>
                </a:solidFill>
                <a:latin typeface="Aptos"/>
                <a:ea typeface="Aptos"/>
                <a:cs typeface="Aptos"/>
              </a:defRPr>
            </a:lvl4pPr>
            <a:lvl5pPr algn="l">
              <a:defRPr sz="1200" b="0" i="0">
                <a:solidFill>
                  <a:srgbClr val="FFFFFF"/>
                </a:solidFill>
                <a:latin typeface="Aptos"/>
                <a:ea typeface="Aptos"/>
                <a:cs typeface="Aptos"/>
              </a:defRPr>
            </a:lvl5pPr>
            <a:lvl6pPr algn="l">
              <a:defRPr sz="1200" b="0" i="0">
                <a:solidFill>
                  <a:srgbClr val="FFFFFF"/>
                </a:solidFill>
                <a:latin typeface="Aptos"/>
                <a:ea typeface="Aptos"/>
                <a:cs typeface="Aptos"/>
              </a:defRPr>
            </a:lvl6pPr>
            <a:lvl7pPr algn="l">
              <a:defRPr sz="1200" b="0" i="0">
                <a:solidFill>
                  <a:srgbClr val="FFFFFF"/>
                </a:solidFill>
                <a:latin typeface="Aptos"/>
                <a:ea typeface="Aptos"/>
                <a:cs typeface="Aptos"/>
              </a:defRPr>
            </a:lvl7pPr>
            <a:lvl8pPr algn="l">
              <a:defRPr sz="1200" b="0" i="0">
                <a:solidFill>
                  <a:srgbClr val="FFFFFF"/>
                </a:solidFill>
                <a:latin typeface="Aptos"/>
                <a:ea typeface="Aptos"/>
                <a:cs typeface="Aptos"/>
              </a:defRPr>
            </a:lvl8pPr>
            <a:lvl9pPr algn="l">
              <a:defRPr sz="1200" b="0" i="0">
                <a:solidFill>
                  <a:srgbClr val="FFFFFF"/>
                </a:solidFill>
                <a:latin typeface="Aptos"/>
                <a:ea typeface="Aptos"/>
                <a:cs typeface="Aptos"/>
              </a:defRPr>
            </a:lvl9pPr>
          </a:lstStyle>
          <a:p xmlns:a="http://schemas.openxmlformats.org/drawingml/2006/main">
            <a:pPr algn="l">
              <a:defRPr sz="1200" b="0" i="0">
                <a:solidFill>
                  <a:srgbClr val="FFFFFF"/>
                </a:solidFill>
                <a:latin typeface="Aptos"/>
                <a:ea typeface="Aptos"/>
                <a:cs typeface="Aptos"/>
              </a:defRPr>
            </a:pPr>
            <a:r>
              <a:rPr sz="1200" b="0" i="0">
                <a:solidFill>
                  <a:srgbClr val="FFFFFF"/>
                </a:solidFill>
                <a:latin typeface="Aptos"/>
                <a:ea typeface="Aptos"/>
                <a:cs typeface="Aptos"/>
              </a:rPr>
              <a:t>Video 03  ·  Presentación grabable  ·  v1</a:t>
            </a:r>
          </a:p>
        </p:txBody>
      </p:sp>
      <p:sp>
        <p:nvSpPr>
          <p:cNvPr id="7" name="cover-prompt-box">
            <a:extLst xmlns:a="http://schemas.openxmlformats.org/drawingml/2006/main">
              <a:ext uri="{FF2B5EF4-FFF2-40B4-BE49-F238E27FC236}">
                <a16:creationId xmlns:a16="http://schemas.microsoft.com/office/drawing/2014/main" id="{38DF1ED1-AEAA-4348-A9AA-BA098F4CAE23}"/>
              </a:ext>
            </a:extLst>
          </p:cNvPr>
          <p:cNvSpPr>
            <a:spLocks xmlns:a="http://schemas.openxmlformats.org/drawingml/2006/main" noGrp="1"/>
          </p:cNvSpPr>
          <p:nvPr/>
        </p:nvSpPr>
        <p:spPr>
          <a:xfrm xmlns:a="http://schemas.openxmlformats.org/drawingml/2006/main">
            <a:off x="8572500" y="1314450"/>
            <a:ext cx="2781300" cy="3352800"/>
          </a:xfrm>
          <a:prstGeom xmlns:a="http://schemas.openxmlformats.org/drawingml/2006/main" prst="roundRect">
            <a:avLst>
              <a:gd name="adj" fmla="val 2740"/>
            </a:avLst>
          </a:prstGeom>
          <a:solidFill xmlns:a="http://schemas.openxmlformats.org/drawingml/2006/main">
            <a:srgbClr val="09223A"/>
          </a:solidFill>
          <a:ln xmlns:a="http://schemas.openxmlformats.org/drawingml/2006/main" w="28575">
            <a:solidFill>
              <a:srgbClr val="19A7CE"/>
            </a:solidFill>
            <a:prstDash val="solid"/>
          </a:ln>
        </p:spPr>
      </p:sp>
      <p:sp>
        <p:nvSpPr>
          <p:cNvPr id="8" name="cover-prompt-kicker">
            <a:extLst xmlns:a="http://schemas.openxmlformats.org/drawingml/2006/main">
              <a:ext uri="{FF2B5EF4-FFF2-40B4-BE49-F238E27FC236}">
                <a16:creationId xmlns:a16="http://schemas.microsoft.com/office/drawing/2014/main" id="{DFDA9265-DB23-4DD2-8660-09611213EBD9}"/>
              </a:ext>
            </a:extLst>
          </p:cNvPr>
          <p:cNvSpPr>
            <a:spLocks xmlns:a="http://schemas.openxmlformats.org/drawingml/2006/main" noGrp="1"/>
          </p:cNvSpPr>
          <p:nvPr/>
        </p:nvSpPr>
        <p:spPr>
          <a:xfrm xmlns:a="http://schemas.openxmlformats.org/drawingml/2006/main">
            <a:off x="9010650" y="17526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9A7CE"/>
                </a:solidFill>
                <a:latin typeface="Aptos"/>
                <a:ea typeface="Aptos"/>
                <a:cs typeface="Aptos"/>
              </a:defRPr>
            </a:defPPr>
            <a:lvl1pPr algn="ctr">
              <a:defRPr sz="1275" b="1" i="0">
                <a:solidFill>
                  <a:srgbClr val="19A7CE"/>
                </a:solidFill>
                <a:latin typeface="Aptos"/>
                <a:ea typeface="Aptos"/>
                <a:cs typeface="Aptos"/>
              </a:defRPr>
            </a:lvl1pPr>
            <a:lvl2pPr algn="ctr">
              <a:defRPr sz="1275" b="1" i="0">
                <a:solidFill>
                  <a:srgbClr val="19A7CE"/>
                </a:solidFill>
                <a:latin typeface="Aptos"/>
                <a:ea typeface="Aptos"/>
                <a:cs typeface="Aptos"/>
              </a:defRPr>
            </a:lvl2pPr>
            <a:lvl3pPr algn="ctr">
              <a:defRPr sz="1275" b="1" i="0">
                <a:solidFill>
                  <a:srgbClr val="19A7CE"/>
                </a:solidFill>
                <a:latin typeface="Aptos"/>
                <a:ea typeface="Aptos"/>
                <a:cs typeface="Aptos"/>
              </a:defRPr>
            </a:lvl3pPr>
            <a:lvl4pPr algn="ctr">
              <a:defRPr sz="1275" b="1" i="0">
                <a:solidFill>
                  <a:srgbClr val="19A7CE"/>
                </a:solidFill>
                <a:latin typeface="Aptos"/>
                <a:ea typeface="Aptos"/>
                <a:cs typeface="Aptos"/>
              </a:defRPr>
            </a:lvl4pPr>
            <a:lvl5pPr algn="ctr">
              <a:defRPr sz="1275" b="1" i="0">
                <a:solidFill>
                  <a:srgbClr val="19A7CE"/>
                </a:solidFill>
                <a:latin typeface="Aptos"/>
                <a:ea typeface="Aptos"/>
                <a:cs typeface="Aptos"/>
              </a:defRPr>
            </a:lvl5pPr>
            <a:lvl6pPr algn="ctr">
              <a:defRPr sz="1275" b="1" i="0">
                <a:solidFill>
                  <a:srgbClr val="19A7CE"/>
                </a:solidFill>
                <a:latin typeface="Aptos"/>
                <a:ea typeface="Aptos"/>
                <a:cs typeface="Aptos"/>
              </a:defRPr>
            </a:lvl6pPr>
            <a:lvl7pPr algn="ctr">
              <a:defRPr sz="1275" b="1" i="0">
                <a:solidFill>
                  <a:srgbClr val="19A7CE"/>
                </a:solidFill>
                <a:latin typeface="Aptos"/>
                <a:ea typeface="Aptos"/>
                <a:cs typeface="Aptos"/>
              </a:defRPr>
            </a:lvl7pPr>
            <a:lvl8pPr algn="ctr">
              <a:defRPr sz="1275" b="1" i="0">
                <a:solidFill>
                  <a:srgbClr val="19A7CE"/>
                </a:solidFill>
                <a:latin typeface="Aptos"/>
                <a:ea typeface="Aptos"/>
                <a:cs typeface="Aptos"/>
              </a:defRPr>
            </a:lvl8pPr>
            <a:lvl9pPr algn="ctr">
              <a:defRPr sz="1275" b="1" i="0">
                <a:solidFill>
                  <a:srgbClr val="19A7CE"/>
                </a:solidFill>
                <a:latin typeface="Aptos"/>
                <a:ea typeface="Aptos"/>
                <a:cs typeface="Aptos"/>
              </a:defRPr>
            </a:lvl9pPr>
          </a:lstStyle>
          <a:p xmlns:a="http://schemas.openxmlformats.org/drawingml/2006/main">
            <a:pPr algn="ctr">
              <a:defRPr sz="1275" b="1" i="0">
                <a:solidFill>
                  <a:srgbClr val="19A7CE"/>
                </a:solidFill>
                <a:latin typeface="Aptos"/>
                <a:ea typeface="Aptos"/>
                <a:cs typeface="Aptos"/>
              </a:defRPr>
            </a:pPr>
            <a:r>
              <a:rPr sz="1275" b="1" i="0">
                <a:solidFill>
                  <a:srgbClr val="19A7CE"/>
                </a:solidFill>
                <a:latin typeface="Aptos"/>
                <a:ea typeface="Aptos"/>
                <a:cs typeface="Aptos"/>
              </a:rPr>
              <a:t>PROMPT</a:t>
            </a:r>
          </a:p>
        </p:txBody>
      </p:sp>
      <p:sp>
        <p:nvSpPr>
          <p:cNvPr id="9" name="cover-prompt-copy">
            <a:extLst xmlns:a="http://schemas.openxmlformats.org/drawingml/2006/main">
              <a:ext uri="{FF2B5EF4-FFF2-40B4-BE49-F238E27FC236}">
                <a16:creationId xmlns:a16="http://schemas.microsoft.com/office/drawing/2014/main" id="{C6752311-3BE0-418F-932C-1BCF1BAE45D9}"/>
              </a:ext>
            </a:extLst>
          </p:cNvPr>
          <p:cNvSpPr>
            <a:spLocks xmlns:a="http://schemas.openxmlformats.org/drawingml/2006/main" noGrp="1"/>
          </p:cNvSpPr>
          <p:nvPr/>
        </p:nvSpPr>
        <p:spPr>
          <a:xfrm xmlns:a="http://schemas.openxmlformats.org/drawingml/2006/main">
            <a:off x="8953500" y="2266950"/>
            <a:ext cx="2019300" cy="2057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ptos"/>
                <a:ea typeface="Aptos"/>
                <a:cs typeface="Aptos"/>
              </a:defRPr>
            </a:defPPr>
            <a:lvl1pPr algn="ctr">
              <a:defRPr sz="1800" b="1" i="0">
                <a:solidFill>
                  <a:srgbClr val="FFFFFF"/>
                </a:solidFill>
                <a:latin typeface="Aptos"/>
                <a:ea typeface="Aptos"/>
                <a:cs typeface="Aptos"/>
              </a:defRPr>
            </a:lvl1pPr>
            <a:lvl2pPr algn="ctr">
              <a:defRPr sz="1800" b="1" i="0">
                <a:solidFill>
                  <a:srgbClr val="FFFFFF"/>
                </a:solidFill>
                <a:latin typeface="Aptos"/>
                <a:ea typeface="Aptos"/>
                <a:cs typeface="Aptos"/>
              </a:defRPr>
            </a:lvl2pPr>
            <a:lvl3pPr algn="ctr">
              <a:defRPr sz="1800" b="1" i="0">
                <a:solidFill>
                  <a:srgbClr val="FFFFFF"/>
                </a:solidFill>
                <a:latin typeface="Aptos"/>
                <a:ea typeface="Aptos"/>
                <a:cs typeface="Aptos"/>
              </a:defRPr>
            </a:lvl3pPr>
            <a:lvl4pPr algn="ctr">
              <a:defRPr sz="1800" b="1" i="0">
                <a:solidFill>
                  <a:srgbClr val="FFFFFF"/>
                </a:solidFill>
                <a:latin typeface="Aptos"/>
                <a:ea typeface="Aptos"/>
                <a:cs typeface="Aptos"/>
              </a:defRPr>
            </a:lvl4pPr>
            <a:lvl5pPr algn="ctr">
              <a:defRPr sz="1800" b="1" i="0">
                <a:solidFill>
                  <a:srgbClr val="FFFFFF"/>
                </a:solidFill>
                <a:latin typeface="Aptos"/>
                <a:ea typeface="Aptos"/>
                <a:cs typeface="Aptos"/>
              </a:defRPr>
            </a:lvl5pPr>
            <a:lvl6pPr algn="ctr">
              <a:defRPr sz="1800" b="1" i="0">
                <a:solidFill>
                  <a:srgbClr val="FFFFFF"/>
                </a:solidFill>
                <a:latin typeface="Aptos"/>
                <a:ea typeface="Aptos"/>
                <a:cs typeface="Aptos"/>
              </a:defRPr>
            </a:lvl6pPr>
            <a:lvl7pPr algn="ctr">
              <a:defRPr sz="1800" b="1" i="0">
                <a:solidFill>
                  <a:srgbClr val="FFFFFF"/>
                </a:solidFill>
                <a:latin typeface="Aptos"/>
                <a:ea typeface="Aptos"/>
                <a:cs typeface="Aptos"/>
              </a:defRPr>
            </a:lvl7pPr>
            <a:lvl8pPr algn="ctr">
              <a:defRPr sz="1800" b="1" i="0">
                <a:solidFill>
                  <a:srgbClr val="FFFFFF"/>
                </a:solidFill>
                <a:latin typeface="Aptos"/>
                <a:ea typeface="Aptos"/>
                <a:cs typeface="Aptos"/>
              </a:defRPr>
            </a:lvl8pPr>
            <a:lvl9pPr algn="ctr">
              <a:defRPr sz="1800" b="1" i="0">
                <a:solidFill>
                  <a:srgbClr val="FFFFFF"/>
                </a:solidFill>
                <a:latin typeface="Aptos"/>
                <a:ea typeface="Aptos"/>
                <a:cs typeface="Aptos"/>
              </a:defRPr>
            </a:lvl9pPr>
          </a:lstStyle>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Objetivo</a:t>
            </a:r>
          </a:p>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Contexto</a:t>
            </a:r>
          </a:p>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Tarea</a:t>
            </a:r>
          </a:p>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Límites</a:t>
            </a:r>
          </a:p>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Formato</a:t>
            </a:r>
          </a:p>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Revisión</a:t>
            </a:r>
          </a:p>
        </p:txBody>
      </p:sp>
    </p:spTree>
    <p:extLst>
      <p:ext uri="{BB962C8B-B14F-4D97-AF65-F5344CB8AC3E}">
        <p14:creationId xmlns:p14="http://schemas.microsoft.com/office/powerpoint/2010/main" val="11437982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2">
            <a:extLst xmlns:a="http://schemas.openxmlformats.org/drawingml/2006/main">
              <a:ext uri="{FF2B5EF4-FFF2-40B4-BE49-F238E27FC236}">
                <a16:creationId xmlns:a16="http://schemas.microsoft.com/office/drawing/2014/main" id="{11F59488-FB47-4506-9F14-4671B1411B3A}"/>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De una frase genérica a una instrucción útil</a:t>
            </a:r>
          </a:p>
        </p:txBody>
      </p:sp>
      <p:sp>
        <p:nvSpPr>
          <p:cNvPr id="2" name="title-rule-2">
            <a:extLst xmlns:a="http://schemas.openxmlformats.org/drawingml/2006/main">
              <a:ext uri="{FF2B5EF4-FFF2-40B4-BE49-F238E27FC236}">
                <a16:creationId xmlns:a16="http://schemas.microsoft.com/office/drawing/2014/main" id="{283AB806-42DA-4332-8F6D-029F34EADBEB}"/>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2">
            <a:extLst xmlns:a="http://schemas.openxmlformats.org/drawingml/2006/main">
              <a:ext uri="{FF2B5EF4-FFF2-40B4-BE49-F238E27FC236}">
                <a16:creationId xmlns:a16="http://schemas.microsoft.com/office/drawing/2014/main" id="{7BA77D62-318B-4C09-A1A6-A6798D501964}"/>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La respuesta de una IA es un borrador: una persona verifica hechos, tono y límites.</a:t>
            </a:r>
          </a:p>
        </p:txBody>
      </p:sp>
      <p:sp>
        <p:nvSpPr>
          <p:cNvPr id="4" name="generic-card">
            <a:extLst xmlns:a="http://schemas.openxmlformats.org/drawingml/2006/main">
              <a:ext uri="{FF2B5EF4-FFF2-40B4-BE49-F238E27FC236}">
                <a16:creationId xmlns:a16="http://schemas.microsoft.com/office/drawing/2014/main" id="{FE6289F2-BBE5-4395-9E3E-E80CA83362AD}"/>
              </a:ext>
            </a:extLst>
          </p:cNvPr>
          <p:cNvSpPr>
            <a:spLocks xmlns:a="http://schemas.openxmlformats.org/drawingml/2006/main" noGrp="1"/>
          </p:cNvSpPr>
          <p:nvPr/>
        </p:nvSpPr>
        <p:spPr>
          <a:xfrm xmlns:a="http://schemas.openxmlformats.org/drawingml/2006/main">
            <a:off x="876300" y="2324100"/>
            <a:ext cx="3905250" cy="2552700"/>
          </a:xfrm>
          <a:prstGeom xmlns:a="http://schemas.openxmlformats.org/drawingml/2006/main" prst="roundRect">
            <a:avLst>
              <a:gd name="adj" fmla="val 2985"/>
            </a:avLst>
          </a:prstGeom>
          <a:solidFill xmlns:a="http://schemas.openxmlformats.org/drawingml/2006/main">
            <a:srgbClr val="F5F9FB"/>
          </a:solidFill>
          <a:ln xmlns:a="http://schemas.openxmlformats.org/drawingml/2006/main" w="19050">
            <a:solidFill>
              <a:srgbClr val="EAF4F8"/>
            </a:solidFill>
            <a:prstDash val="solid"/>
          </a:ln>
        </p:spPr>
      </p:sp>
      <p:sp>
        <p:nvSpPr>
          <p:cNvPr id="5" name="generic-label-box">
            <a:extLst xmlns:a="http://schemas.openxmlformats.org/drawingml/2006/main">
              <a:ext uri="{FF2B5EF4-FFF2-40B4-BE49-F238E27FC236}">
                <a16:creationId xmlns:a16="http://schemas.microsoft.com/office/drawing/2014/main" id="{560D2777-4C2A-4561-9A18-5964D5821ED9}"/>
              </a:ext>
            </a:extLst>
          </p:cNvPr>
          <p:cNvSpPr>
            <a:spLocks xmlns:a="http://schemas.openxmlformats.org/drawingml/2006/main" noGrp="1"/>
          </p:cNvSpPr>
          <p:nvPr/>
        </p:nvSpPr>
        <p:spPr>
          <a:xfrm xmlns:a="http://schemas.openxmlformats.org/drawingml/2006/main">
            <a:off x="1524000" y="2571750"/>
            <a:ext cx="2609850" cy="361950"/>
          </a:xfrm>
          <a:prstGeom xmlns:a="http://schemas.openxmlformats.org/drawingml/2006/main" prst="roundRect">
            <a:avLst>
              <a:gd name="adj" fmla="val 21053"/>
            </a:avLst>
          </a:prstGeom>
          <a:solidFill xmlns:a="http://schemas.openxmlformats.org/drawingml/2006/main">
            <a:srgbClr val="A94A4A"/>
          </a:solidFill>
          <a:ln xmlns:a="http://schemas.openxmlformats.org/drawingml/2006/main" w="0">
            <a:noFill/>
            <a:prstDash val="solid"/>
          </a:ln>
        </p:spPr>
      </p:sp>
      <p:sp>
        <p:nvSpPr>
          <p:cNvPr id="6" name="generic-label-text">
            <a:extLst xmlns:a="http://schemas.openxmlformats.org/drawingml/2006/main">
              <a:ext uri="{FF2B5EF4-FFF2-40B4-BE49-F238E27FC236}">
                <a16:creationId xmlns:a16="http://schemas.microsoft.com/office/drawing/2014/main" id="{368631C5-23D0-4FB9-BF00-78C996A432CE}"/>
              </a:ext>
            </a:extLst>
          </p:cNvPr>
          <p:cNvSpPr>
            <a:spLocks xmlns:a="http://schemas.openxmlformats.org/drawingml/2006/main" noGrp="1"/>
          </p:cNvSpPr>
          <p:nvPr/>
        </p:nvSpPr>
        <p:spPr>
          <a:xfrm xmlns:a="http://schemas.openxmlformats.org/drawingml/2006/main">
            <a:off x="1638300" y="263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PROMPT GENÉRICO</a:t>
            </a:r>
          </a:p>
        </p:txBody>
      </p:sp>
      <p:sp>
        <p:nvSpPr>
          <p:cNvPr id="7" name="generic-prompt">
            <a:extLst xmlns:a="http://schemas.openxmlformats.org/drawingml/2006/main">
              <a:ext uri="{FF2B5EF4-FFF2-40B4-BE49-F238E27FC236}">
                <a16:creationId xmlns:a16="http://schemas.microsoft.com/office/drawing/2014/main" id="{74811F04-E084-4C17-A27D-7B7607F10697}"/>
              </a:ext>
            </a:extLst>
          </p:cNvPr>
          <p:cNvSpPr>
            <a:spLocks xmlns:a="http://schemas.openxmlformats.org/drawingml/2006/main" noGrp="1"/>
          </p:cNvSpPr>
          <p:nvPr/>
        </p:nvSpPr>
        <p:spPr>
          <a:xfrm xmlns:a="http://schemas.openxmlformats.org/drawingml/2006/main">
            <a:off x="1276350" y="3314700"/>
            <a:ext cx="3105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i="0">
                <a:solidFill>
                  <a:srgbClr val="17324D"/>
                </a:solidFill>
                <a:latin typeface="Aptos"/>
                <a:ea typeface="Aptos"/>
                <a:cs typeface="Aptos"/>
              </a:defRPr>
            </a:defPPr>
            <a:lvl1pPr algn="ctr">
              <a:defRPr sz="2100" b="1" i="0">
                <a:solidFill>
                  <a:srgbClr val="17324D"/>
                </a:solidFill>
                <a:latin typeface="Aptos"/>
                <a:ea typeface="Aptos"/>
                <a:cs typeface="Aptos"/>
              </a:defRPr>
            </a:lvl1pPr>
            <a:lvl2pPr algn="ctr">
              <a:defRPr sz="2100" b="1" i="0">
                <a:solidFill>
                  <a:srgbClr val="17324D"/>
                </a:solidFill>
                <a:latin typeface="Aptos"/>
                <a:ea typeface="Aptos"/>
                <a:cs typeface="Aptos"/>
              </a:defRPr>
            </a:lvl2pPr>
            <a:lvl3pPr algn="ctr">
              <a:defRPr sz="2100" b="1" i="0">
                <a:solidFill>
                  <a:srgbClr val="17324D"/>
                </a:solidFill>
                <a:latin typeface="Aptos"/>
                <a:ea typeface="Aptos"/>
                <a:cs typeface="Aptos"/>
              </a:defRPr>
            </a:lvl3pPr>
            <a:lvl4pPr algn="ctr">
              <a:defRPr sz="2100" b="1" i="0">
                <a:solidFill>
                  <a:srgbClr val="17324D"/>
                </a:solidFill>
                <a:latin typeface="Aptos"/>
                <a:ea typeface="Aptos"/>
                <a:cs typeface="Aptos"/>
              </a:defRPr>
            </a:lvl4pPr>
            <a:lvl5pPr algn="ctr">
              <a:defRPr sz="2100" b="1" i="0">
                <a:solidFill>
                  <a:srgbClr val="17324D"/>
                </a:solidFill>
                <a:latin typeface="Aptos"/>
                <a:ea typeface="Aptos"/>
                <a:cs typeface="Aptos"/>
              </a:defRPr>
            </a:lvl5pPr>
            <a:lvl6pPr algn="ctr">
              <a:defRPr sz="2100" b="1" i="0">
                <a:solidFill>
                  <a:srgbClr val="17324D"/>
                </a:solidFill>
                <a:latin typeface="Aptos"/>
                <a:ea typeface="Aptos"/>
                <a:cs typeface="Aptos"/>
              </a:defRPr>
            </a:lvl6pPr>
            <a:lvl7pPr algn="ctr">
              <a:defRPr sz="2100" b="1" i="0">
                <a:solidFill>
                  <a:srgbClr val="17324D"/>
                </a:solidFill>
                <a:latin typeface="Aptos"/>
                <a:ea typeface="Aptos"/>
                <a:cs typeface="Aptos"/>
              </a:defRPr>
            </a:lvl7pPr>
            <a:lvl8pPr algn="ctr">
              <a:defRPr sz="2100" b="1" i="0">
                <a:solidFill>
                  <a:srgbClr val="17324D"/>
                </a:solidFill>
                <a:latin typeface="Aptos"/>
                <a:ea typeface="Aptos"/>
                <a:cs typeface="Aptos"/>
              </a:defRPr>
            </a:lvl8pPr>
            <a:lvl9pPr algn="ctr">
              <a:defRPr sz="2100" b="1" i="0">
                <a:solidFill>
                  <a:srgbClr val="17324D"/>
                </a:solidFill>
                <a:latin typeface="Aptos"/>
                <a:ea typeface="Aptos"/>
                <a:cs typeface="Aptos"/>
              </a:defRPr>
            </a:lvl9pPr>
          </a:lstStyle>
          <a:p xmlns:a="http://schemas.openxmlformats.org/drawingml/2006/main">
            <a:pPr algn="ctr">
              <a:defRPr sz="2100" b="1" i="0">
                <a:solidFill>
                  <a:srgbClr val="17324D"/>
                </a:solidFill>
                <a:latin typeface="Aptos"/>
                <a:ea typeface="Aptos"/>
                <a:cs typeface="Aptos"/>
              </a:defRPr>
            </a:pPr>
            <a:r>
              <a:rPr sz="2100" b="1" i="0">
                <a:solidFill>
                  <a:srgbClr val="17324D"/>
                </a:solidFill>
                <a:latin typeface="Aptos"/>
                <a:ea typeface="Aptos"/>
                <a:cs typeface="Aptos"/>
              </a:rPr>
              <a:t>“Escribe un correo.”</a:t>
            </a:r>
          </a:p>
        </p:txBody>
      </p:sp>
      <p:sp>
        <p:nvSpPr>
          <p:cNvPr id="8" name="generic-risk">
            <a:extLst xmlns:a="http://schemas.openxmlformats.org/drawingml/2006/main">
              <a:ext uri="{FF2B5EF4-FFF2-40B4-BE49-F238E27FC236}">
                <a16:creationId xmlns:a16="http://schemas.microsoft.com/office/drawing/2014/main" id="{646DB21F-1142-44E1-9665-832DDD0CB73F}"/>
              </a:ext>
            </a:extLst>
          </p:cNvPr>
          <p:cNvSpPr>
            <a:spLocks xmlns:a="http://schemas.openxmlformats.org/drawingml/2006/main" noGrp="1"/>
          </p:cNvSpPr>
          <p:nvPr/>
        </p:nvSpPr>
        <p:spPr>
          <a:xfrm xmlns:a="http://schemas.openxmlformats.org/drawingml/2006/main">
            <a:off x="1352550" y="40576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A94A4A"/>
                </a:solidFill>
                <a:latin typeface="Aptos"/>
                <a:ea typeface="Aptos"/>
                <a:cs typeface="Aptos"/>
              </a:defRPr>
            </a:defPPr>
            <a:lvl1pPr algn="ctr">
              <a:defRPr sz="1350" b="1" i="0">
                <a:solidFill>
                  <a:srgbClr val="A94A4A"/>
                </a:solidFill>
                <a:latin typeface="Aptos"/>
                <a:ea typeface="Aptos"/>
                <a:cs typeface="Aptos"/>
              </a:defRPr>
            </a:lvl1pPr>
            <a:lvl2pPr algn="ctr">
              <a:defRPr sz="1350" b="1" i="0">
                <a:solidFill>
                  <a:srgbClr val="A94A4A"/>
                </a:solidFill>
                <a:latin typeface="Aptos"/>
                <a:ea typeface="Aptos"/>
                <a:cs typeface="Aptos"/>
              </a:defRPr>
            </a:lvl2pPr>
            <a:lvl3pPr algn="ctr">
              <a:defRPr sz="1350" b="1" i="0">
                <a:solidFill>
                  <a:srgbClr val="A94A4A"/>
                </a:solidFill>
                <a:latin typeface="Aptos"/>
                <a:ea typeface="Aptos"/>
                <a:cs typeface="Aptos"/>
              </a:defRPr>
            </a:lvl3pPr>
            <a:lvl4pPr algn="ctr">
              <a:defRPr sz="1350" b="1" i="0">
                <a:solidFill>
                  <a:srgbClr val="A94A4A"/>
                </a:solidFill>
                <a:latin typeface="Aptos"/>
                <a:ea typeface="Aptos"/>
                <a:cs typeface="Aptos"/>
              </a:defRPr>
            </a:lvl4pPr>
            <a:lvl5pPr algn="ctr">
              <a:defRPr sz="1350" b="1" i="0">
                <a:solidFill>
                  <a:srgbClr val="A94A4A"/>
                </a:solidFill>
                <a:latin typeface="Aptos"/>
                <a:ea typeface="Aptos"/>
                <a:cs typeface="Aptos"/>
              </a:defRPr>
            </a:lvl5pPr>
            <a:lvl6pPr algn="ctr">
              <a:defRPr sz="1350" b="1" i="0">
                <a:solidFill>
                  <a:srgbClr val="A94A4A"/>
                </a:solidFill>
                <a:latin typeface="Aptos"/>
                <a:ea typeface="Aptos"/>
                <a:cs typeface="Aptos"/>
              </a:defRPr>
            </a:lvl6pPr>
            <a:lvl7pPr algn="ctr">
              <a:defRPr sz="1350" b="1" i="0">
                <a:solidFill>
                  <a:srgbClr val="A94A4A"/>
                </a:solidFill>
                <a:latin typeface="Aptos"/>
                <a:ea typeface="Aptos"/>
                <a:cs typeface="Aptos"/>
              </a:defRPr>
            </a:lvl7pPr>
            <a:lvl8pPr algn="ctr">
              <a:defRPr sz="1350" b="1" i="0">
                <a:solidFill>
                  <a:srgbClr val="A94A4A"/>
                </a:solidFill>
                <a:latin typeface="Aptos"/>
                <a:ea typeface="Aptos"/>
                <a:cs typeface="Aptos"/>
              </a:defRPr>
            </a:lvl8pPr>
            <a:lvl9pPr algn="ctr">
              <a:defRPr sz="1350" b="1" i="0">
                <a:solidFill>
                  <a:srgbClr val="A94A4A"/>
                </a:solidFill>
                <a:latin typeface="Aptos"/>
                <a:ea typeface="Aptos"/>
                <a:cs typeface="Aptos"/>
              </a:defRPr>
            </a:lvl9pPr>
          </a:lstStyle>
          <a:p xmlns:a="http://schemas.openxmlformats.org/drawingml/2006/main">
            <a:pPr algn="ctr">
              <a:defRPr sz="1350" b="1" i="0">
                <a:solidFill>
                  <a:srgbClr val="A94A4A"/>
                </a:solidFill>
                <a:latin typeface="Aptos"/>
                <a:ea typeface="Aptos"/>
                <a:cs typeface="Aptos"/>
              </a:defRPr>
            </a:pPr>
            <a:r>
              <a:rPr sz="1350" b="1" i="0">
                <a:solidFill>
                  <a:srgbClr val="A94A4A"/>
                </a:solidFill>
                <a:latin typeface="Aptos"/>
                <a:ea typeface="Aptos"/>
                <a:cs typeface="Aptos"/>
              </a:rPr>
              <a:t>No define fuente, límites, formato ni revisión.</a:t>
            </a:r>
          </a:p>
        </p:txBody>
      </p:sp>
      <p:sp>
        <p:nvSpPr>
          <p:cNvPr id="9" name="arrow-body">
            <a:extLst xmlns:a="http://schemas.openxmlformats.org/drawingml/2006/main">
              <a:ext uri="{FF2B5EF4-FFF2-40B4-BE49-F238E27FC236}">
                <a16:creationId xmlns:a16="http://schemas.microsoft.com/office/drawing/2014/main" id="{2EC989D0-681D-42B9-9785-7E10AE5F48AF}"/>
              </a:ext>
            </a:extLst>
          </p:cNvPr>
          <p:cNvSpPr>
            <a:spLocks xmlns:a="http://schemas.openxmlformats.org/drawingml/2006/main" noGrp="1"/>
          </p:cNvSpPr>
          <p:nvPr/>
        </p:nvSpPr>
        <p:spPr>
          <a:xfrm xmlns:a="http://schemas.openxmlformats.org/drawingml/2006/main">
            <a:off x="5105400" y="3333750"/>
            <a:ext cx="1047750" cy="1905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10" name="arrow-head">
            <a:extLst xmlns:a="http://schemas.openxmlformats.org/drawingml/2006/main">
              <a:ext uri="{FF2B5EF4-FFF2-40B4-BE49-F238E27FC236}">
                <a16:creationId xmlns:a16="http://schemas.microsoft.com/office/drawing/2014/main" id="{2408CCE4-3E4F-4A42-9D51-CAE35CE70BFD}"/>
              </a:ext>
            </a:extLst>
          </p:cNvPr>
          <p:cNvSpPr>
            <a:spLocks xmlns:a="http://schemas.openxmlformats.org/drawingml/2006/main" noGrp="1"/>
          </p:cNvSpPr>
          <p:nvPr/>
        </p:nvSpPr>
        <p:spPr>
          <a:xfrm xmlns:a="http://schemas.openxmlformats.org/drawingml/2006/main">
            <a:off x="5962650" y="3143250"/>
            <a:ext cx="342900" cy="571500"/>
          </a:xfrm>
          <a:prstGeom xmlns:a="http://schemas.openxmlformats.org/drawingml/2006/main" prst="roundRect">
            <a:avLst>
              <a:gd name="adj" fmla="val 22222"/>
            </a:avLst>
          </a:prstGeom>
          <a:solidFill xmlns:a="http://schemas.openxmlformats.org/drawingml/2006/main">
            <a:srgbClr val="19A7CE"/>
          </a:solidFill>
          <a:ln xmlns:a="http://schemas.openxmlformats.org/drawingml/2006/main" w="0">
            <a:noFill/>
            <a:prstDash val="solid"/>
          </a:ln>
        </p:spPr>
      </p:sp>
      <p:sp>
        <p:nvSpPr>
          <p:cNvPr id="11" name="reusable-card">
            <a:extLst xmlns:a="http://schemas.openxmlformats.org/drawingml/2006/main">
              <a:ext uri="{FF2B5EF4-FFF2-40B4-BE49-F238E27FC236}">
                <a16:creationId xmlns:a16="http://schemas.microsoft.com/office/drawing/2014/main" id="{37F9757F-D50B-4632-A401-67785E7356FD}"/>
              </a:ext>
            </a:extLst>
          </p:cNvPr>
          <p:cNvSpPr>
            <a:spLocks xmlns:a="http://schemas.openxmlformats.org/drawingml/2006/main" noGrp="1"/>
          </p:cNvSpPr>
          <p:nvPr/>
        </p:nvSpPr>
        <p:spPr>
          <a:xfrm xmlns:a="http://schemas.openxmlformats.org/drawingml/2006/main">
            <a:off x="6610350" y="2133600"/>
            <a:ext cx="4705350" cy="2933700"/>
          </a:xfrm>
          <a:prstGeom xmlns:a="http://schemas.openxmlformats.org/drawingml/2006/main" prst="roundRect">
            <a:avLst>
              <a:gd name="adj" fmla="val 2597"/>
            </a:avLst>
          </a:prstGeom>
          <a:solidFill xmlns:a="http://schemas.openxmlformats.org/drawingml/2006/main">
            <a:srgbClr val="003366"/>
          </a:solidFill>
          <a:ln xmlns:a="http://schemas.openxmlformats.org/drawingml/2006/main" w="0">
            <a:noFill/>
            <a:prstDash val="solid"/>
          </a:ln>
        </p:spPr>
      </p:sp>
      <p:sp>
        <p:nvSpPr>
          <p:cNvPr id="12" name="reusable-label-box">
            <a:extLst xmlns:a="http://schemas.openxmlformats.org/drawingml/2006/main">
              <a:ext uri="{FF2B5EF4-FFF2-40B4-BE49-F238E27FC236}">
                <a16:creationId xmlns:a16="http://schemas.microsoft.com/office/drawing/2014/main" id="{CE2A8626-1C39-4349-8959-D19705EC2645}"/>
              </a:ext>
            </a:extLst>
          </p:cNvPr>
          <p:cNvSpPr>
            <a:spLocks xmlns:a="http://schemas.openxmlformats.org/drawingml/2006/main" noGrp="1"/>
          </p:cNvSpPr>
          <p:nvPr/>
        </p:nvSpPr>
        <p:spPr>
          <a:xfrm xmlns:a="http://schemas.openxmlformats.org/drawingml/2006/main">
            <a:off x="7486650" y="2381250"/>
            <a:ext cx="2952750" cy="361950"/>
          </a:xfrm>
          <a:prstGeom xmlns:a="http://schemas.openxmlformats.org/drawingml/2006/main" prst="roundRect">
            <a:avLst>
              <a:gd name="adj" fmla="val 21053"/>
            </a:avLst>
          </a:prstGeom>
          <a:solidFill xmlns:a="http://schemas.openxmlformats.org/drawingml/2006/main">
            <a:srgbClr val="19A7CE"/>
          </a:solidFill>
          <a:ln xmlns:a="http://schemas.openxmlformats.org/drawingml/2006/main" w="0">
            <a:noFill/>
            <a:prstDash val="solid"/>
          </a:ln>
        </p:spPr>
      </p:sp>
      <p:sp>
        <p:nvSpPr>
          <p:cNvPr id="13" name="reusable-label-text">
            <a:extLst xmlns:a="http://schemas.openxmlformats.org/drawingml/2006/main">
              <a:ext uri="{FF2B5EF4-FFF2-40B4-BE49-F238E27FC236}">
                <a16:creationId xmlns:a16="http://schemas.microsoft.com/office/drawing/2014/main" id="{8D16149C-556F-4DAE-A019-1713E3451C19}"/>
              </a:ext>
            </a:extLst>
          </p:cNvPr>
          <p:cNvSpPr>
            <a:spLocks xmlns:a="http://schemas.openxmlformats.org/drawingml/2006/main" noGrp="1"/>
          </p:cNvSpPr>
          <p:nvPr/>
        </p:nvSpPr>
        <p:spPr>
          <a:xfrm xmlns:a="http://schemas.openxmlformats.org/drawingml/2006/main">
            <a:off x="7600950" y="2447925"/>
            <a:ext cx="2724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PROMPT REUTILIZABLE</a:t>
            </a:r>
          </a:p>
        </p:txBody>
      </p:sp>
      <p:sp>
        <p:nvSpPr>
          <p:cNvPr id="14" name="reusable-copy">
            <a:extLst xmlns:a="http://schemas.openxmlformats.org/drawingml/2006/main">
              <a:ext uri="{FF2B5EF4-FFF2-40B4-BE49-F238E27FC236}">
                <a16:creationId xmlns:a16="http://schemas.microsoft.com/office/drawing/2014/main" id="{D9E4175F-7EC1-4823-B2DF-B5A9CA6FAFA0}"/>
              </a:ext>
            </a:extLst>
          </p:cNvPr>
          <p:cNvSpPr>
            <a:spLocks xmlns:a="http://schemas.openxmlformats.org/drawingml/2006/main" noGrp="1"/>
          </p:cNvSpPr>
          <p:nvPr/>
        </p:nvSpPr>
        <p:spPr>
          <a:xfrm xmlns:a="http://schemas.openxmlformats.org/drawingml/2006/main">
            <a:off x="7162800" y="3143250"/>
            <a:ext cx="36004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FFFFFF"/>
                </a:solidFill>
                <a:latin typeface="Aptos"/>
                <a:ea typeface="Aptos"/>
                <a:cs typeface="Aptos"/>
              </a:defRPr>
            </a:defPPr>
            <a:lvl1pPr algn="ctr">
              <a:defRPr sz="1650" b="1" i="0">
                <a:solidFill>
                  <a:srgbClr val="FFFFFF"/>
                </a:solidFill>
                <a:latin typeface="Aptos"/>
                <a:ea typeface="Aptos"/>
                <a:cs typeface="Aptos"/>
              </a:defRPr>
            </a:lvl1pPr>
            <a:lvl2pPr algn="ctr">
              <a:defRPr sz="1650" b="1" i="0">
                <a:solidFill>
                  <a:srgbClr val="FFFFFF"/>
                </a:solidFill>
                <a:latin typeface="Aptos"/>
                <a:ea typeface="Aptos"/>
                <a:cs typeface="Aptos"/>
              </a:defRPr>
            </a:lvl2pPr>
            <a:lvl3pPr algn="ctr">
              <a:defRPr sz="1650" b="1" i="0">
                <a:solidFill>
                  <a:srgbClr val="FFFFFF"/>
                </a:solidFill>
                <a:latin typeface="Aptos"/>
                <a:ea typeface="Aptos"/>
                <a:cs typeface="Aptos"/>
              </a:defRPr>
            </a:lvl3pPr>
            <a:lvl4pPr algn="ctr">
              <a:defRPr sz="1650" b="1" i="0">
                <a:solidFill>
                  <a:srgbClr val="FFFFFF"/>
                </a:solidFill>
                <a:latin typeface="Aptos"/>
                <a:ea typeface="Aptos"/>
                <a:cs typeface="Aptos"/>
              </a:defRPr>
            </a:lvl4pPr>
            <a:lvl5pPr algn="ctr">
              <a:defRPr sz="1650" b="1" i="0">
                <a:solidFill>
                  <a:srgbClr val="FFFFFF"/>
                </a:solidFill>
                <a:latin typeface="Aptos"/>
                <a:ea typeface="Aptos"/>
                <a:cs typeface="Aptos"/>
              </a:defRPr>
            </a:lvl5pPr>
            <a:lvl6pPr algn="ctr">
              <a:defRPr sz="1650" b="1" i="0">
                <a:solidFill>
                  <a:srgbClr val="FFFFFF"/>
                </a:solidFill>
                <a:latin typeface="Aptos"/>
                <a:ea typeface="Aptos"/>
                <a:cs typeface="Aptos"/>
              </a:defRPr>
            </a:lvl6pPr>
            <a:lvl7pPr algn="ctr">
              <a:defRPr sz="1650" b="1" i="0">
                <a:solidFill>
                  <a:srgbClr val="FFFFFF"/>
                </a:solidFill>
                <a:latin typeface="Aptos"/>
                <a:ea typeface="Aptos"/>
                <a:cs typeface="Aptos"/>
              </a:defRPr>
            </a:lvl7pPr>
            <a:lvl8pPr algn="ctr">
              <a:defRPr sz="1650" b="1" i="0">
                <a:solidFill>
                  <a:srgbClr val="FFFFFF"/>
                </a:solidFill>
                <a:latin typeface="Aptos"/>
                <a:ea typeface="Aptos"/>
                <a:cs typeface="Aptos"/>
              </a:defRPr>
            </a:lvl8pPr>
            <a:lvl9pPr algn="ctr">
              <a:defRPr sz="1650" b="1" i="0">
                <a:solidFill>
                  <a:srgbClr val="FFFFFF"/>
                </a:solidFill>
                <a:latin typeface="Aptos"/>
                <a:ea typeface="Aptos"/>
                <a:cs typeface="Aptos"/>
              </a:defRPr>
            </a:lvl9pPr>
          </a:lstStyle>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Deja visibles las entradas</a:t>
            </a:r>
          </a:p>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Aclara las reglas constantes</a:t>
            </a:r>
          </a:p>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Define la salida esperada</a:t>
            </a:r>
          </a:p>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Exige revisión humana</a:t>
            </a:r>
          </a:p>
        </p:txBody>
      </p:sp>
      <p:sp>
        <p:nvSpPr>
          <p:cNvPr id="15" name="human-gate-box">
            <a:extLst xmlns:a="http://schemas.openxmlformats.org/drawingml/2006/main">
              <a:ext uri="{FF2B5EF4-FFF2-40B4-BE49-F238E27FC236}">
                <a16:creationId xmlns:a16="http://schemas.microsoft.com/office/drawing/2014/main" id="{E45C10F6-9338-494E-AFCA-79855883538A}"/>
              </a:ext>
            </a:extLst>
          </p:cNvPr>
          <p:cNvSpPr>
            <a:spLocks xmlns:a="http://schemas.openxmlformats.org/drawingml/2006/main" noGrp="1"/>
          </p:cNvSpPr>
          <p:nvPr/>
        </p:nvSpPr>
        <p:spPr>
          <a:xfrm xmlns:a="http://schemas.openxmlformats.org/drawingml/2006/main">
            <a:off x="3352800" y="5467350"/>
            <a:ext cx="5486400" cy="361950"/>
          </a:xfrm>
          <a:prstGeom xmlns:a="http://schemas.openxmlformats.org/drawingml/2006/main" prst="roundRect">
            <a:avLst>
              <a:gd name="adj" fmla="val 21053"/>
            </a:avLst>
          </a:prstGeom>
          <a:solidFill xmlns:a="http://schemas.openxmlformats.org/drawingml/2006/main">
            <a:srgbClr val="EAF4F8"/>
          </a:solidFill>
          <a:ln xmlns:a="http://schemas.openxmlformats.org/drawingml/2006/main" w="0">
            <a:noFill/>
            <a:prstDash val="solid"/>
          </a:ln>
        </p:spPr>
      </p:sp>
      <p:sp>
        <p:nvSpPr>
          <p:cNvPr id="16" name="human-gate-text">
            <a:extLst xmlns:a="http://schemas.openxmlformats.org/drawingml/2006/main">
              <a:ext uri="{FF2B5EF4-FFF2-40B4-BE49-F238E27FC236}">
                <a16:creationId xmlns:a16="http://schemas.microsoft.com/office/drawing/2014/main" id="{06BB69C1-D39C-439D-8791-33FE736EAAFA}"/>
              </a:ext>
            </a:extLst>
          </p:cNvPr>
          <p:cNvSpPr>
            <a:spLocks xmlns:a="http://schemas.openxmlformats.org/drawingml/2006/main" noGrp="1"/>
          </p:cNvSpPr>
          <p:nvPr/>
        </p:nvSpPr>
        <p:spPr>
          <a:xfrm xmlns:a="http://schemas.openxmlformats.org/drawingml/2006/main">
            <a:off x="3467100" y="5534025"/>
            <a:ext cx="525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03366"/>
                </a:solidFill>
                <a:latin typeface="Aptos"/>
                <a:ea typeface="Aptos"/>
                <a:cs typeface="Aptos"/>
              </a:defRPr>
            </a:defPPr>
            <a:lvl1pPr algn="ctr">
              <a:defRPr sz="1125" b="1" i="0">
                <a:solidFill>
                  <a:srgbClr val="003366"/>
                </a:solidFill>
                <a:latin typeface="Aptos"/>
                <a:ea typeface="Aptos"/>
                <a:cs typeface="Aptos"/>
              </a:defRPr>
            </a:lvl1pPr>
            <a:lvl2pPr algn="ctr">
              <a:defRPr sz="1125" b="1" i="0">
                <a:solidFill>
                  <a:srgbClr val="003366"/>
                </a:solidFill>
                <a:latin typeface="Aptos"/>
                <a:ea typeface="Aptos"/>
                <a:cs typeface="Aptos"/>
              </a:defRPr>
            </a:lvl2pPr>
            <a:lvl3pPr algn="ctr">
              <a:defRPr sz="1125" b="1" i="0">
                <a:solidFill>
                  <a:srgbClr val="003366"/>
                </a:solidFill>
                <a:latin typeface="Aptos"/>
                <a:ea typeface="Aptos"/>
                <a:cs typeface="Aptos"/>
              </a:defRPr>
            </a:lvl3pPr>
            <a:lvl4pPr algn="ctr">
              <a:defRPr sz="1125" b="1" i="0">
                <a:solidFill>
                  <a:srgbClr val="003366"/>
                </a:solidFill>
                <a:latin typeface="Aptos"/>
                <a:ea typeface="Aptos"/>
                <a:cs typeface="Aptos"/>
              </a:defRPr>
            </a:lvl4pPr>
            <a:lvl5pPr algn="ctr">
              <a:defRPr sz="1125" b="1" i="0">
                <a:solidFill>
                  <a:srgbClr val="003366"/>
                </a:solidFill>
                <a:latin typeface="Aptos"/>
                <a:ea typeface="Aptos"/>
                <a:cs typeface="Aptos"/>
              </a:defRPr>
            </a:lvl5pPr>
            <a:lvl6pPr algn="ctr">
              <a:defRPr sz="1125" b="1" i="0">
                <a:solidFill>
                  <a:srgbClr val="003366"/>
                </a:solidFill>
                <a:latin typeface="Aptos"/>
                <a:ea typeface="Aptos"/>
                <a:cs typeface="Aptos"/>
              </a:defRPr>
            </a:lvl6pPr>
            <a:lvl7pPr algn="ctr">
              <a:defRPr sz="1125" b="1" i="0">
                <a:solidFill>
                  <a:srgbClr val="003366"/>
                </a:solidFill>
                <a:latin typeface="Aptos"/>
                <a:ea typeface="Aptos"/>
                <a:cs typeface="Aptos"/>
              </a:defRPr>
            </a:lvl7pPr>
            <a:lvl8pPr algn="ctr">
              <a:defRPr sz="1125" b="1" i="0">
                <a:solidFill>
                  <a:srgbClr val="003366"/>
                </a:solidFill>
                <a:latin typeface="Aptos"/>
                <a:ea typeface="Aptos"/>
                <a:cs typeface="Aptos"/>
              </a:defRPr>
            </a:lvl8pPr>
            <a:lvl9pPr algn="ctr">
              <a:defRPr sz="1125" b="1" i="0">
                <a:solidFill>
                  <a:srgbClr val="003366"/>
                </a:solidFill>
                <a:latin typeface="Aptos"/>
                <a:ea typeface="Aptos"/>
                <a:cs typeface="Aptos"/>
              </a:defRPr>
            </a:lvl9pPr>
          </a:lstStyle>
          <a:p xmlns:a="http://schemas.openxmlformats.org/drawingml/2006/main">
            <a:pPr algn="ctr">
              <a:defRPr sz="1125" b="1" i="0">
                <a:solidFill>
                  <a:srgbClr val="003366"/>
                </a:solidFill>
                <a:latin typeface="Aptos"/>
                <a:ea typeface="Aptos"/>
                <a:cs typeface="Aptos"/>
              </a:defRPr>
            </a:pPr>
            <a:r>
              <a:rPr sz="1125" b="1" i="0">
                <a:solidFill>
                  <a:srgbClr val="003366"/>
                </a:solidFill>
                <a:latin typeface="Aptos"/>
                <a:ea typeface="Aptos"/>
                <a:cs typeface="Aptos"/>
              </a:rPr>
              <a:t>La IA propone. La persona responsable decide.</a:t>
            </a:r>
          </a:p>
        </p:txBody>
      </p:sp>
      <p:sp>
        <p:nvSpPr>
          <p:cNvPr id="17" name="brand-2">
            <a:extLst xmlns:a="http://schemas.openxmlformats.org/drawingml/2006/main">
              <a:ext uri="{FF2B5EF4-FFF2-40B4-BE49-F238E27FC236}">
                <a16:creationId xmlns:a16="http://schemas.microsoft.com/office/drawing/2014/main" id="{B99483C3-9FE6-4482-91AD-3E39F15CE58A}"/>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18" name="page-2">
            <a:extLst xmlns:a="http://schemas.openxmlformats.org/drawingml/2006/main">
              <a:ext uri="{FF2B5EF4-FFF2-40B4-BE49-F238E27FC236}">
                <a16:creationId xmlns:a16="http://schemas.microsoft.com/office/drawing/2014/main" id="{91AF469C-4186-431B-8D02-7044E650220E}"/>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02</a:t>
            </a:r>
          </a:p>
        </p:txBody>
      </p:sp>
    </p:spTree>
    <p:extLst>
      <p:ext uri="{BB962C8B-B14F-4D97-AF65-F5344CB8AC3E}">
        <p14:creationId xmlns:p14="http://schemas.microsoft.com/office/powerpoint/2010/main" val="1796672064"/>
      </p:ext>
    </p:extLst>
  </p:cSld>
</p:sld>
</file>

<file path=ppt/slides/slide3.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9" name="title-3">
            <a:extLst xmlns:a="http://schemas.openxmlformats.org/drawingml/2006/main">
              <a:ext uri="{FF2B5EF4-FFF2-40B4-BE49-F238E27FC236}">
                <a16:creationId xmlns:a16="http://schemas.microsoft.com/office/drawing/2014/main" id="{3177105C-FA6F-46E2-A7DA-82A592C42457}"/>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Los ocho campos del laboratorio</a:t>
            </a:r>
          </a:p>
        </p:txBody>
      </p:sp>
      <p:sp>
        <p:nvSpPr>
          <p:cNvPr id="2" name="title-rule-3">
            <a:extLst xmlns:a="http://schemas.openxmlformats.org/drawingml/2006/main">
              <a:ext uri="{FF2B5EF4-FFF2-40B4-BE49-F238E27FC236}">
                <a16:creationId xmlns:a16="http://schemas.microsoft.com/office/drawing/2014/main" id="{A7A5EEDB-A980-4A18-9AD6-35B78A2339D7}"/>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3">
            <a:extLst xmlns:a="http://schemas.openxmlformats.org/drawingml/2006/main">
              <a:ext uri="{FF2B5EF4-FFF2-40B4-BE49-F238E27FC236}">
                <a16:creationId xmlns:a16="http://schemas.microsoft.com/office/drawing/2014/main" id="{5331FC51-BB36-44E2-A1FE-66643AD36731}"/>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Completa la hoja “3 IA aplicada” en este orden y conserva evidencia de cada mejora.</a:t>
            </a:r>
          </a:p>
        </p:txBody>
      </p:sp>
      <p:graphicFrame>
        <p:nvGraphicFramePr>
          <p:cNvPr id="4" name="">
            <a:extLst xmlns:a="http://schemas.openxmlformats.org/drawingml/2006/main">
              <a:ext uri="{FF2B5EF4-FFF2-40B4-BE49-F238E27FC236}">
                <a16:creationId xmlns:a16="http://schemas.microsoft.com/office/drawing/2014/main" id="{6BEC5CA3-3FC6-43C0-A29D-34836F6F2BFB}"/>
              </a:ext>
            </a:extLst>
          </p:cNvPr>
          <p:cNvGraphicFramePr/>
          <p:nvPr/>
        </p:nvGraphicFramePr>
        <p:xfrm>
          <a:off xmlns:a="http://schemas.openxmlformats.org/drawingml/2006/main" x="723900" y="2171700"/>
          <a:ext xmlns:a="http://schemas.openxmlformats.org/drawingml/2006/main" cx="10744200" cy="3200400"/>
        </p:xfrm>
        <a:graphic xmlns:a="http://schemas.openxmlformats.org/drawingml/2006/main">
          <a:graphicData uri="http://schemas.openxmlformats.org/drawingml/2006/table">
            <a:tbl>
              <a:tblPr/>
              <a:tblGrid>
                <a:gridCol w="838200"/>
                <a:gridCol w="4533900"/>
                <a:gridCol w="838200"/>
                <a:gridCol w="4533900"/>
              </a:tblGrid>
              <a:tr h="640080">
                <a:tc>
                  <a:txBody>
                    <a:bodyPr/>
                    <a:lstStyle/>
                    <a:p>
                      <a:pPr algn="ctr"/>
                      <a:r>
                        <a:rPr sz="1275" b="1">
                          <a:solidFill>
                            <a:srgbClr val="FFFFFF"/>
                          </a:solidFill>
                          <a:latin typeface="Aptos"/>
                          <a:ea typeface="Aptos"/>
                          <a:cs typeface="Aptos"/>
                        </a:rPr>
                        <a:t>Nº</a:t>
                      </a:r>
                    </a:p>
                  </a:txBody>
                  <a:tcPr marL="91440" marR="91440" marT="45720" marB="45720">
                    <a:lnL w="9525">
                      <a:solidFill>
                        <a:srgbClr val="EAF4F8"/>
                      </a:solidFill>
                      <a:prstDash val="solid"/>
                    </a:lnL>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75" b="1">
                          <a:solidFill>
                            <a:srgbClr val="FFFFFF"/>
                          </a:solidFill>
                          <a:latin typeface="Aptos"/>
                          <a:ea typeface="Aptos"/>
                          <a:cs typeface="Aptos"/>
                        </a:rPr>
                        <a:t>Campo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75" b="1">
                          <a:solidFill>
                            <a:srgbClr val="FFFFFF"/>
                          </a:solidFill>
                          <a:latin typeface="Aptos"/>
                          <a:ea typeface="Aptos"/>
                          <a:cs typeface="Aptos"/>
                        </a:rPr>
                        <a:t>Nº</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75" b="1">
                          <a:solidFill>
                            <a:srgbClr val="FFFFFF"/>
                          </a:solidFill>
                          <a:latin typeface="Aptos"/>
                          <a:ea typeface="Aptos"/>
                          <a:cs typeface="Aptos"/>
                        </a:rPr>
                        <a:t>Campo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r>
              <a:tr h="640080">
                <a:tc>
                  <a:txBody>
                    <a:bodyPr/>
                    <a:lstStyle/>
                    <a:p>
                      <a:pPr algn="ctr"/>
                      <a:r>
                        <a:rPr sz="1350" b="1">
                          <a:solidFill>
                            <a:srgbClr val="003366"/>
                          </a:solidFill>
                          <a:latin typeface="Aptos"/>
                          <a:ea typeface="Aptos"/>
                          <a:cs typeface="Aptos"/>
                        </a:rPr>
                        <a:t>1</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Caso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5</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Prompt v1</a:t>
                      </a:r>
                    </a:p>
                  </a:txBody>
                  <a:tcPr marL="91440" marR="91440" marT="45720" marB="45720">
                    <a:lnR w="9525">
                      <a:solidFill>
                        <a:srgbClr val="EAF4F8"/>
                      </a:solidFill>
                      <a:prstDash val="solid"/>
                    </a:lnR>
                    <a:lnB w="9525">
                      <a:solidFill>
                        <a:srgbClr val="EAF4F8"/>
                      </a:solidFill>
                      <a:prstDash val="solid"/>
                    </a:lnB>
                    <a:solidFill>
                      <a:srgbClr val="FFFFFF"/>
                    </a:solidFill>
                  </a:tcPr>
                </a:tc>
              </a:tr>
              <a:tr h="640080">
                <a:tc>
                  <a:txBody>
                    <a:bodyPr/>
                    <a:lstStyle/>
                    <a:p>
                      <a:pPr algn="ctr"/>
                      <a:r>
                        <a:rPr sz="1350" b="1">
                          <a:solidFill>
                            <a:srgbClr val="003366"/>
                          </a:solidFill>
                          <a:latin typeface="Aptos"/>
                          <a:ea typeface="Aptos"/>
                          <a:cs typeface="Aptos"/>
                        </a:rPr>
                        <a:t>2</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Objetivo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6</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Resultado observado</a:t>
                      </a:r>
                    </a:p>
                  </a:txBody>
                  <a:tcPr marL="91440" marR="91440" marT="45720" marB="45720">
                    <a:lnR w="9525">
                      <a:solidFill>
                        <a:srgbClr val="EAF4F8"/>
                      </a:solidFill>
                      <a:prstDash val="solid"/>
                    </a:lnR>
                    <a:lnB w="9525">
                      <a:solidFill>
                        <a:srgbClr val="EAF4F8"/>
                      </a:solidFill>
                      <a:prstDash val="solid"/>
                    </a:lnB>
                    <a:solidFill>
                      <a:srgbClr val="FFFFFF"/>
                    </a:solidFill>
                  </a:tcPr>
                </a:tc>
              </a:tr>
              <a:tr h="640080">
                <a:tc>
                  <a:txBody>
                    <a:bodyPr/>
                    <a:lstStyle/>
                    <a:p>
                      <a:pPr algn="ctr"/>
                      <a:r>
                        <a:rPr sz="1350" b="1">
                          <a:solidFill>
                            <a:srgbClr val="003366"/>
                          </a:solidFill>
                          <a:latin typeface="Aptos"/>
                          <a:ea typeface="Aptos"/>
                          <a:cs typeface="Aptos"/>
                        </a:rPr>
                        <a:t>3</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Contexto permitido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7</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Mejora</a:t>
                      </a:r>
                    </a:p>
                  </a:txBody>
                  <a:tcPr marL="91440" marR="91440" marT="45720" marB="45720">
                    <a:lnR w="9525">
                      <a:solidFill>
                        <a:srgbClr val="EAF4F8"/>
                      </a:solidFill>
                      <a:prstDash val="solid"/>
                    </a:lnR>
                    <a:lnB w="9525">
                      <a:solidFill>
                        <a:srgbClr val="EAF4F8"/>
                      </a:solidFill>
                      <a:prstDash val="solid"/>
                    </a:lnB>
                    <a:solidFill>
                      <a:srgbClr val="FFFFFF"/>
                    </a:solidFill>
                  </a:tcPr>
                </a:tc>
              </a:tr>
              <a:tr h="640080">
                <a:tc>
                  <a:txBody>
                    <a:bodyPr/>
                    <a:lstStyle/>
                    <a:p>
                      <a:pPr algn="ctr"/>
                      <a:r>
                        <a:rPr sz="1350" b="1">
                          <a:solidFill>
                            <a:srgbClr val="003366"/>
                          </a:solidFill>
                          <a:latin typeface="Aptos"/>
                          <a:ea typeface="Aptos"/>
                          <a:cs typeface="Aptos"/>
                        </a:rPr>
                        <a:t>4</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Datos prohibidos</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8</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Prompt final</a:t>
                      </a:r>
                    </a:p>
                  </a:txBody>
                  <a:tcPr marL="91440" marR="91440" marT="45720" marB="45720">
                    <a:lnR w="9525">
                      <a:solidFill>
                        <a:srgbClr val="EAF4F8"/>
                      </a:solidFill>
                      <a:prstDash val="solid"/>
                    </a:lnR>
                    <a:lnB w="9525">
                      <a:solidFill>
                        <a:srgbClr val="EAF4F8"/>
                      </a:solidFill>
                      <a:prstDash val="solid"/>
                    </a:lnB>
                    <a:solidFill>
                      <a:srgbClr val="FFFFFF"/>
                    </a:solidFill>
                  </a:tcPr>
                </a:tc>
              </a:tr>
            </a:tbl>
          </a:graphicData>
        </a:graphic>
      </p:graphicFrame>
      <p:sp>
        <p:nvSpPr>
          <p:cNvPr id="5" name="observed-note-box">
            <a:extLst xmlns:a="http://schemas.openxmlformats.org/drawingml/2006/main">
              <a:ext uri="{FF2B5EF4-FFF2-40B4-BE49-F238E27FC236}">
                <a16:creationId xmlns:a16="http://schemas.microsoft.com/office/drawing/2014/main" id="{E599F5D9-D966-40D4-9633-B5DBB1F7DB3E}"/>
              </a:ext>
            </a:extLst>
          </p:cNvPr>
          <p:cNvSpPr>
            <a:spLocks xmlns:a="http://schemas.openxmlformats.org/drawingml/2006/main" noGrp="1"/>
          </p:cNvSpPr>
          <p:nvPr/>
        </p:nvSpPr>
        <p:spPr>
          <a:xfrm xmlns:a="http://schemas.openxmlformats.org/drawingml/2006/main">
            <a:off x="2076450" y="5619750"/>
            <a:ext cx="8039100" cy="361950"/>
          </a:xfrm>
          <a:prstGeom xmlns:a="http://schemas.openxmlformats.org/drawingml/2006/main" prst="roundRect">
            <a:avLst>
              <a:gd name="adj" fmla="val 21053"/>
            </a:avLst>
          </a:prstGeom>
          <a:solidFill xmlns:a="http://schemas.openxmlformats.org/drawingml/2006/main">
            <a:srgbClr val="EAF4F8"/>
          </a:solidFill>
          <a:ln xmlns:a="http://schemas.openxmlformats.org/drawingml/2006/main" w="0">
            <a:noFill/>
            <a:prstDash val="solid"/>
          </a:ln>
        </p:spPr>
      </p:sp>
      <p:sp>
        <p:nvSpPr>
          <p:cNvPr id="6" name="observed-note-text">
            <a:extLst xmlns:a="http://schemas.openxmlformats.org/drawingml/2006/main">
              <a:ext uri="{FF2B5EF4-FFF2-40B4-BE49-F238E27FC236}">
                <a16:creationId xmlns:a16="http://schemas.microsoft.com/office/drawing/2014/main" id="{2BC09DD7-6ACE-4EEE-8645-19BD46F90463}"/>
              </a:ext>
            </a:extLst>
          </p:cNvPr>
          <p:cNvSpPr>
            <a:spLocks xmlns:a="http://schemas.openxmlformats.org/drawingml/2006/main" noGrp="1"/>
          </p:cNvSpPr>
          <p:nvPr/>
        </p:nvSpPr>
        <p:spPr>
          <a:xfrm xmlns:a="http://schemas.openxmlformats.org/drawingml/2006/main">
            <a:off x="2190750" y="5686425"/>
            <a:ext cx="781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03366"/>
                </a:solidFill>
                <a:latin typeface="Aptos"/>
                <a:ea typeface="Aptos"/>
                <a:cs typeface="Aptos"/>
              </a:defRPr>
            </a:defPPr>
            <a:lvl1pPr algn="ctr">
              <a:defRPr sz="1125" b="1" i="0">
                <a:solidFill>
                  <a:srgbClr val="003366"/>
                </a:solidFill>
                <a:latin typeface="Aptos"/>
                <a:ea typeface="Aptos"/>
                <a:cs typeface="Aptos"/>
              </a:defRPr>
            </a:lvl1pPr>
            <a:lvl2pPr algn="ctr">
              <a:defRPr sz="1125" b="1" i="0">
                <a:solidFill>
                  <a:srgbClr val="003366"/>
                </a:solidFill>
                <a:latin typeface="Aptos"/>
                <a:ea typeface="Aptos"/>
                <a:cs typeface="Aptos"/>
              </a:defRPr>
            </a:lvl2pPr>
            <a:lvl3pPr algn="ctr">
              <a:defRPr sz="1125" b="1" i="0">
                <a:solidFill>
                  <a:srgbClr val="003366"/>
                </a:solidFill>
                <a:latin typeface="Aptos"/>
                <a:ea typeface="Aptos"/>
                <a:cs typeface="Aptos"/>
              </a:defRPr>
            </a:lvl3pPr>
            <a:lvl4pPr algn="ctr">
              <a:defRPr sz="1125" b="1" i="0">
                <a:solidFill>
                  <a:srgbClr val="003366"/>
                </a:solidFill>
                <a:latin typeface="Aptos"/>
                <a:ea typeface="Aptos"/>
                <a:cs typeface="Aptos"/>
              </a:defRPr>
            </a:lvl4pPr>
            <a:lvl5pPr algn="ctr">
              <a:defRPr sz="1125" b="1" i="0">
                <a:solidFill>
                  <a:srgbClr val="003366"/>
                </a:solidFill>
                <a:latin typeface="Aptos"/>
                <a:ea typeface="Aptos"/>
                <a:cs typeface="Aptos"/>
              </a:defRPr>
            </a:lvl5pPr>
            <a:lvl6pPr algn="ctr">
              <a:defRPr sz="1125" b="1" i="0">
                <a:solidFill>
                  <a:srgbClr val="003366"/>
                </a:solidFill>
                <a:latin typeface="Aptos"/>
                <a:ea typeface="Aptos"/>
                <a:cs typeface="Aptos"/>
              </a:defRPr>
            </a:lvl6pPr>
            <a:lvl7pPr algn="ctr">
              <a:defRPr sz="1125" b="1" i="0">
                <a:solidFill>
                  <a:srgbClr val="003366"/>
                </a:solidFill>
                <a:latin typeface="Aptos"/>
                <a:ea typeface="Aptos"/>
                <a:cs typeface="Aptos"/>
              </a:defRPr>
            </a:lvl7pPr>
            <a:lvl8pPr algn="ctr">
              <a:defRPr sz="1125" b="1" i="0">
                <a:solidFill>
                  <a:srgbClr val="003366"/>
                </a:solidFill>
                <a:latin typeface="Aptos"/>
                <a:ea typeface="Aptos"/>
                <a:cs typeface="Aptos"/>
              </a:defRPr>
            </a:lvl8pPr>
            <a:lvl9pPr algn="ctr">
              <a:defRPr sz="1125" b="1" i="0">
                <a:solidFill>
                  <a:srgbClr val="003366"/>
                </a:solidFill>
                <a:latin typeface="Aptos"/>
                <a:ea typeface="Aptos"/>
                <a:cs typeface="Aptos"/>
              </a:defRPr>
            </a:lvl9pPr>
          </a:lstStyle>
          <a:p xmlns:a="http://schemas.openxmlformats.org/drawingml/2006/main">
            <a:pPr algn="ctr">
              <a:defRPr sz="1125" b="1" i="0">
                <a:solidFill>
                  <a:srgbClr val="003366"/>
                </a:solidFill>
                <a:latin typeface="Aptos"/>
                <a:ea typeface="Aptos"/>
                <a:cs typeface="Aptos"/>
              </a:defRPr>
            </a:pPr>
            <a:r>
              <a:rPr sz="1125" b="1" i="0">
                <a:solidFill>
                  <a:srgbClr val="003366"/>
                </a:solidFill>
                <a:latin typeface="Aptos"/>
                <a:ea typeface="Aptos"/>
                <a:cs typeface="Aptos"/>
              </a:rPr>
              <a:t>Resultado observado registra lo que funcionó o falló; no una aprobación automática</a:t>
            </a:r>
          </a:p>
        </p:txBody>
      </p:sp>
      <p:sp>
        <p:nvSpPr>
          <p:cNvPr id="7" name="brand-3">
            <a:extLst xmlns:a="http://schemas.openxmlformats.org/drawingml/2006/main">
              <a:ext uri="{FF2B5EF4-FFF2-40B4-BE49-F238E27FC236}">
                <a16:creationId xmlns:a16="http://schemas.microsoft.com/office/drawing/2014/main" id="{904A1D1E-3E1B-4312-8029-AF3291A0210D}"/>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8" name="page-3">
            <a:extLst xmlns:a="http://schemas.openxmlformats.org/drawingml/2006/main">
              <a:ext uri="{FF2B5EF4-FFF2-40B4-BE49-F238E27FC236}">
                <a16:creationId xmlns:a16="http://schemas.microsoft.com/office/drawing/2014/main" id="{072ED357-3585-44CD-BA08-FB99154D231A}"/>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03</a:t>
            </a:r>
          </a:p>
        </p:txBody>
      </p:sp>
    </p:spTree>
    <p:extLst>
      <p:ext uri="{BB962C8B-B14F-4D97-AF65-F5344CB8AC3E}">
        <p14:creationId xmlns:p14="http://schemas.microsoft.com/office/powerpoint/2010/main" val="3492808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title-4">
            <a:extLst xmlns:a="http://schemas.openxmlformats.org/drawingml/2006/main">
              <a:ext uri="{FF2B5EF4-FFF2-40B4-BE49-F238E27FC236}">
                <a16:creationId xmlns:a16="http://schemas.microsoft.com/office/drawing/2014/main" id="{B54A8BF3-4EC7-4C1A-8EE3-6FE45881F96D}"/>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Método de seis piezas</a:t>
            </a:r>
          </a:p>
        </p:txBody>
      </p:sp>
      <p:sp>
        <p:nvSpPr>
          <p:cNvPr id="2" name="title-rule-4">
            <a:extLst xmlns:a="http://schemas.openxmlformats.org/drawingml/2006/main">
              <a:ext uri="{FF2B5EF4-FFF2-40B4-BE49-F238E27FC236}">
                <a16:creationId xmlns:a16="http://schemas.microsoft.com/office/drawing/2014/main" id="{8F2C32DF-E117-408C-80BD-A58DF9021C89}"/>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4">
            <a:extLst xmlns:a="http://schemas.openxmlformats.org/drawingml/2006/main">
              <a:ext uri="{FF2B5EF4-FFF2-40B4-BE49-F238E27FC236}">
                <a16:creationId xmlns:a16="http://schemas.microsoft.com/office/drawing/2014/main" id="{2DB86A25-8FDA-4618-9D5C-D269F5BEF807}"/>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Construye Prompt v1 con una estructura que otra persona pueda entender y probar.</a:t>
            </a:r>
          </a:p>
        </p:txBody>
      </p:sp>
      <p:sp>
        <p:nvSpPr>
          <p:cNvPr id="4" name="piece-circle-0">
            <a:extLst xmlns:a="http://schemas.openxmlformats.org/drawingml/2006/main">
              <a:ext uri="{FF2B5EF4-FFF2-40B4-BE49-F238E27FC236}">
                <a16:creationId xmlns:a16="http://schemas.microsoft.com/office/drawing/2014/main" id="{C7A98E66-A30B-426B-9280-09DCE4D6823C}"/>
              </a:ext>
            </a:extLst>
          </p:cNvPr>
          <p:cNvSpPr>
            <a:spLocks xmlns:a="http://schemas.openxmlformats.org/drawingml/2006/main" noGrp="1"/>
          </p:cNvSpPr>
          <p:nvPr/>
        </p:nvSpPr>
        <p:spPr>
          <a:xfrm xmlns:a="http://schemas.openxmlformats.org/drawingml/2006/main">
            <a:off x="704850" y="2209800"/>
            <a:ext cx="590550" cy="590550"/>
          </a:xfrm>
          <a:prstGeom xmlns:a="http://schemas.openxmlformats.org/drawingml/2006/main" prst="ellipse">
            <a:avLst/>
          </a:prstGeom>
          <a:solidFill xmlns:a="http://schemas.openxmlformats.org/drawingml/2006/main">
            <a:srgbClr val="003366"/>
          </a:solidFill>
          <a:ln xmlns:a="http://schemas.openxmlformats.org/drawingml/2006/main" w="0">
            <a:noFill/>
            <a:prstDash val="solid"/>
          </a:ln>
        </p:spPr>
      </p:sp>
      <p:sp>
        <p:nvSpPr>
          <p:cNvPr id="5" name="piece-number-0">
            <a:extLst xmlns:a="http://schemas.openxmlformats.org/drawingml/2006/main">
              <a:ext uri="{FF2B5EF4-FFF2-40B4-BE49-F238E27FC236}">
                <a16:creationId xmlns:a16="http://schemas.microsoft.com/office/drawing/2014/main" id="{96A9CBAB-3F45-47CD-A67E-26D6569D5022}"/>
              </a:ext>
            </a:extLst>
          </p:cNvPr>
          <p:cNvSpPr>
            <a:spLocks xmlns:a="http://schemas.openxmlformats.org/drawingml/2006/main" noGrp="1"/>
          </p:cNvSpPr>
          <p:nvPr/>
        </p:nvSpPr>
        <p:spPr>
          <a:xfrm xmlns:a="http://schemas.openxmlformats.org/drawingml/2006/main">
            <a:off x="704850" y="2305050"/>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FFFFFF"/>
                </a:solidFill>
                <a:latin typeface="Aptos"/>
                <a:ea typeface="Aptos"/>
                <a:cs typeface="Aptos"/>
              </a:defRPr>
            </a:defPPr>
            <a:lvl1pPr algn="ctr">
              <a:defRPr sz="1650" b="1" i="0">
                <a:solidFill>
                  <a:srgbClr val="FFFFFF"/>
                </a:solidFill>
                <a:latin typeface="Aptos"/>
                <a:ea typeface="Aptos"/>
                <a:cs typeface="Aptos"/>
              </a:defRPr>
            </a:lvl1pPr>
            <a:lvl2pPr algn="ctr">
              <a:defRPr sz="1650" b="1" i="0">
                <a:solidFill>
                  <a:srgbClr val="FFFFFF"/>
                </a:solidFill>
                <a:latin typeface="Aptos"/>
                <a:ea typeface="Aptos"/>
                <a:cs typeface="Aptos"/>
              </a:defRPr>
            </a:lvl2pPr>
            <a:lvl3pPr algn="ctr">
              <a:defRPr sz="1650" b="1" i="0">
                <a:solidFill>
                  <a:srgbClr val="FFFFFF"/>
                </a:solidFill>
                <a:latin typeface="Aptos"/>
                <a:ea typeface="Aptos"/>
                <a:cs typeface="Aptos"/>
              </a:defRPr>
            </a:lvl3pPr>
            <a:lvl4pPr algn="ctr">
              <a:defRPr sz="1650" b="1" i="0">
                <a:solidFill>
                  <a:srgbClr val="FFFFFF"/>
                </a:solidFill>
                <a:latin typeface="Aptos"/>
                <a:ea typeface="Aptos"/>
                <a:cs typeface="Aptos"/>
              </a:defRPr>
            </a:lvl4pPr>
            <a:lvl5pPr algn="ctr">
              <a:defRPr sz="1650" b="1" i="0">
                <a:solidFill>
                  <a:srgbClr val="FFFFFF"/>
                </a:solidFill>
                <a:latin typeface="Aptos"/>
                <a:ea typeface="Aptos"/>
                <a:cs typeface="Aptos"/>
              </a:defRPr>
            </a:lvl5pPr>
            <a:lvl6pPr algn="ctr">
              <a:defRPr sz="1650" b="1" i="0">
                <a:solidFill>
                  <a:srgbClr val="FFFFFF"/>
                </a:solidFill>
                <a:latin typeface="Aptos"/>
                <a:ea typeface="Aptos"/>
                <a:cs typeface="Aptos"/>
              </a:defRPr>
            </a:lvl6pPr>
            <a:lvl7pPr algn="ctr">
              <a:defRPr sz="1650" b="1" i="0">
                <a:solidFill>
                  <a:srgbClr val="FFFFFF"/>
                </a:solidFill>
                <a:latin typeface="Aptos"/>
                <a:ea typeface="Aptos"/>
                <a:cs typeface="Aptos"/>
              </a:defRPr>
            </a:lvl7pPr>
            <a:lvl8pPr algn="ctr">
              <a:defRPr sz="1650" b="1" i="0">
                <a:solidFill>
                  <a:srgbClr val="FFFFFF"/>
                </a:solidFill>
                <a:latin typeface="Aptos"/>
                <a:ea typeface="Aptos"/>
                <a:cs typeface="Aptos"/>
              </a:defRPr>
            </a:lvl8pPr>
            <a:lvl9pPr algn="ctr">
              <a:defRPr sz="1650" b="1" i="0">
                <a:solidFill>
                  <a:srgbClr val="FFFFFF"/>
                </a:solidFill>
                <a:latin typeface="Aptos"/>
                <a:ea typeface="Aptos"/>
                <a:cs typeface="Aptos"/>
              </a:defRPr>
            </a:lvl9pPr>
          </a:lstStyle>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1</a:t>
            </a:r>
          </a:p>
        </p:txBody>
      </p:sp>
      <p:sp>
        <p:nvSpPr>
          <p:cNvPr id="6" name="piece-title-0">
            <a:extLst xmlns:a="http://schemas.openxmlformats.org/drawingml/2006/main">
              <a:ext uri="{FF2B5EF4-FFF2-40B4-BE49-F238E27FC236}">
                <a16:creationId xmlns:a16="http://schemas.microsoft.com/office/drawing/2014/main" id="{709AC7CE-0764-4E52-9144-E77BE5479C22}"/>
              </a:ext>
            </a:extLst>
          </p:cNvPr>
          <p:cNvSpPr>
            <a:spLocks xmlns:a="http://schemas.openxmlformats.org/drawingml/2006/main" noGrp="1"/>
          </p:cNvSpPr>
          <p:nvPr/>
        </p:nvSpPr>
        <p:spPr>
          <a:xfrm xmlns:a="http://schemas.openxmlformats.org/drawingml/2006/main">
            <a:off x="1485900" y="22288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003366"/>
                </a:solidFill>
                <a:latin typeface="Aptos"/>
                <a:ea typeface="Aptos"/>
                <a:cs typeface="Aptos"/>
              </a:defRPr>
            </a:defPPr>
            <a:lvl1pPr algn="l">
              <a:defRPr sz="1500" b="1" i="0">
                <a:solidFill>
                  <a:srgbClr val="003366"/>
                </a:solidFill>
                <a:latin typeface="Aptos"/>
                <a:ea typeface="Aptos"/>
                <a:cs typeface="Aptos"/>
              </a:defRPr>
            </a:lvl1pPr>
            <a:lvl2pPr algn="l">
              <a:defRPr sz="1500" b="1" i="0">
                <a:solidFill>
                  <a:srgbClr val="003366"/>
                </a:solidFill>
                <a:latin typeface="Aptos"/>
                <a:ea typeface="Aptos"/>
                <a:cs typeface="Aptos"/>
              </a:defRPr>
            </a:lvl2pPr>
            <a:lvl3pPr algn="l">
              <a:defRPr sz="1500" b="1" i="0">
                <a:solidFill>
                  <a:srgbClr val="003366"/>
                </a:solidFill>
                <a:latin typeface="Aptos"/>
                <a:ea typeface="Aptos"/>
                <a:cs typeface="Aptos"/>
              </a:defRPr>
            </a:lvl3pPr>
            <a:lvl4pPr algn="l">
              <a:defRPr sz="1500" b="1" i="0">
                <a:solidFill>
                  <a:srgbClr val="003366"/>
                </a:solidFill>
                <a:latin typeface="Aptos"/>
                <a:ea typeface="Aptos"/>
                <a:cs typeface="Aptos"/>
              </a:defRPr>
            </a:lvl4pPr>
            <a:lvl5pPr algn="l">
              <a:defRPr sz="1500" b="1" i="0">
                <a:solidFill>
                  <a:srgbClr val="003366"/>
                </a:solidFill>
                <a:latin typeface="Aptos"/>
                <a:ea typeface="Aptos"/>
                <a:cs typeface="Aptos"/>
              </a:defRPr>
            </a:lvl5pPr>
            <a:lvl6pPr algn="l">
              <a:defRPr sz="1500" b="1" i="0">
                <a:solidFill>
                  <a:srgbClr val="003366"/>
                </a:solidFill>
                <a:latin typeface="Aptos"/>
                <a:ea typeface="Aptos"/>
                <a:cs typeface="Aptos"/>
              </a:defRPr>
            </a:lvl6pPr>
            <a:lvl7pPr algn="l">
              <a:defRPr sz="1500" b="1" i="0">
                <a:solidFill>
                  <a:srgbClr val="003366"/>
                </a:solidFill>
                <a:latin typeface="Aptos"/>
                <a:ea typeface="Aptos"/>
                <a:cs typeface="Aptos"/>
              </a:defRPr>
            </a:lvl7pPr>
            <a:lvl8pPr algn="l">
              <a:defRPr sz="1500" b="1" i="0">
                <a:solidFill>
                  <a:srgbClr val="003366"/>
                </a:solidFill>
                <a:latin typeface="Aptos"/>
                <a:ea typeface="Aptos"/>
                <a:cs typeface="Aptos"/>
              </a:defRPr>
            </a:lvl8pPr>
            <a:lvl9pPr algn="l">
              <a:defRPr sz="1500" b="1" i="0">
                <a:solidFill>
                  <a:srgbClr val="003366"/>
                </a:solidFill>
                <a:latin typeface="Aptos"/>
                <a:ea typeface="Aptos"/>
                <a:cs typeface="Aptos"/>
              </a:defRPr>
            </a:lvl9pPr>
          </a:lstStyle>
          <a:p xmlns:a="http://schemas.openxmlformats.org/drawingml/2006/main">
            <a:pPr algn="l">
              <a:defRPr sz="1500" b="1" i="0">
                <a:solidFill>
                  <a:srgbClr val="003366"/>
                </a:solidFill>
                <a:latin typeface="Aptos"/>
                <a:ea typeface="Aptos"/>
                <a:cs typeface="Aptos"/>
              </a:defRPr>
            </a:pPr>
            <a:r>
              <a:rPr sz="1500" b="1" i="0">
                <a:solidFill>
                  <a:srgbClr val="003366"/>
                </a:solidFill>
                <a:latin typeface="Aptos"/>
                <a:ea typeface="Aptos"/>
                <a:cs typeface="Aptos"/>
              </a:rPr>
              <a:t>Objetivo</a:t>
            </a:r>
          </a:p>
        </p:txBody>
      </p:sp>
      <p:sp>
        <p:nvSpPr>
          <p:cNvPr id="7" name="piece-copy-0">
            <a:extLst xmlns:a="http://schemas.openxmlformats.org/drawingml/2006/main">
              <a:ext uri="{FF2B5EF4-FFF2-40B4-BE49-F238E27FC236}">
                <a16:creationId xmlns:a16="http://schemas.microsoft.com/office/drawing/2014/main" id="{1A9245F3-AD3C-4200-9A1E-C2710C6F2420}"/>
              </a:ext>
            </a:extLst>
          </p:cNvPr>
          <p:cNvSpPr>
            <a:spLocks xmlns:a="http://schemas.openxmlformats.org/drawingml/2006/main" noGrp="1"/>
          </p:cNvSpPr>
          <p:nvPr/>
        </p:nvSpPr>
        <p:spPr>
          <a:xfrm xmlns:a="http://schemas.openxmlformats.org/drawingml/2006/main">
            <a:off x="1485900" y="2609850"/>
            <a:ext cx="276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17324D"/>
                </a:solidFill>
                <a:latin typeface="Aptos"/>
                <a:ea typeface="Aptos"/>
                <a:cs typeface="Aptos"/>
              </a:defRPr>
            </a:defPPr>
            <a:lvl1pPr algn="l">
              <a:defRPr sz="1275" b="0" i="0">
                <a:solidFill>
                  <a:srgbClr val="17324D"/>
                </a:solidFill>
                <a:latin typeface="Aptos"/>
                <a:ea typeface="Aptos"/>
                <a:cs typeface="Aptos"/>
              </a:defRPr>
            </a:lvl1pPr>
            <a:lvl2pPr algn="l">
              <a:defRPr sz="1275" b="0" i="0">
                <a:solidFill>
                  <a:srgbClr val="17324D"/>
                </a:solidFill>
                <a:latin typeface="Aptos"/>
                <a:ea typeface="Aptos"/>
                <a:cs typeface="Aptos"/>
              </a:defRPr>
            </a:lvl2pPr>
            <a:lvl3pPr algn="l">
              <a:defRPr sz="1275" b="0" i="0">
                <a:solidFill>
                  <a:srgbClr val="17324D"/>
                </a:solidFill>
                <a:latin typeface="Aptos"/>
                <a:ea typeface="Aptos"/>
                <a:cs typeface="Aptos"/>
              </a:defRPr>
            </a:lvl3pPr>
            <a:lvl4pPr algn="l">
              <a:defRPr sz="1275" b="0" i="0">
                <a:solidFill>
                  <a:srgbClr val="17324D"/>
                </a:solidFill>
                <a:latin typeface="Aptos"/>
                <a:ea typeface="Aptos"/>
                <a:cs typeface="Aptos"/>
              </a:defRPr>
            </a:lvl4pPr>
            <a:lvl5pPr algn="l">
              <a:defRPr sz="1275" b="0" i="0">
                <a:solidFill>
                  <a:srgbClr val="17324D"/>
                </a:solidFill>
                <a:latin typeface="Aptos"/>
                <a:ea typeface="Aptos"/>
                <a:cs typeface="Aptos"/>
              </a:defRPr>
            </a:lvl5pPr>
            <a:lvl6pPr algn="l">
              <a:defRPr sz="1275" b="0" i="0">
                <a:solidFill>
                  <a:srgbClr val="17324D"/>
                </a:solidFill>
                <a:latin typeface="Aptos"/>
                <a:ea typeface="Aptos"/>
                <a:cs typeface="Aptos"/>
              </a:defRPr>
            </a:lvl6pPr>
            <a:lvl7pPr algn="l">
              <a:defRPr sz="1275" b="0" i="0">
                <a:solidFill>
                  <a:srgbClr val="17324D"/>
                </a:solidFill>
                <a:latin typeface="Aptos"/>
                <a:ea typeface="Aptos"/>
                <a:cs typeface="Aptos"/>
              </a:defRPr>
            </a:lvl7pPr>
            <a:lvl8pPr algn="l">
              <a:defRPr sz="1275" b="0" i="0">
                <a:solidFill>
                  <a:srgbClr val="17324D"/>
                </a:solidFill>
                <a:latin typeface="Aptos"/>
                <a:ea typeface="Aptos"/>
                <a:cs typeface="Aptos"/>
              </a:defRPr>
            </a:lvl8pPr>
            <a:lvl9pPr algn="l">
              <a:defRPr sz="1275" b="0" i="0">
                <a:solidFill>
                  <a:srgbClr val="17324D"/>
                </a:solidFill>
                <a:latin typeface="Aptos"/>
                <a:ea typeface="Aptos"/>
                <a:cs typeface="Aptos"/>
              </a:defRPr>
            </a:lvl9pPr>
          </a:lstStyle>
          <a:p xmlns:a="http://schemas.openxmlformats.org/drawingml/2006/main">
            <a:pPr algn="l">
              <a:defRPr sz="1275" b="0" i="0">
                <a:solidFill>
                  <a:srgbClr val="17324D"/>
                </a:solidFill>
                <a:latin typeface="Aptos"/>
                <a:ea typeface="Aptos"/>
                <a:cs typeface="Aptos"/>
              </a:defRPr>
            </a:pPr>
            <a:r>
              <a:rPr sz="1275" b="0" i="0">
                <a:solidFill>
                  <a:srgbClr val="17324D"/>
                </a:solidFill>
                <a:latin typeface="Aptos"/>
                <a:ea typeface="Aptos"/>
                <a:cs typeface="Aptos"/>
              </a:rPr>
              <a:t>Verbo + resultado</a:t>
            </a:r>
          </a:p>
        </p:txBody>
      </p:sp>
      <p:sp>
        <p:nvSpPr>
          <p:cNvPr id="8" name="piece-rule-0">
            <a:extLst xmlns:a="http://schemas.openxmlformats.org/drawingml/2006/main">
              <a:ext uri="{FF2B5EF4-FFF2-40B4-BE49-F238E27FC236}">
                <a16:creationId xmlns:a16="http://schemas.microsoft.com/office/drawing/2014/main" id="{A740DD54-E730-4361-A013-97C22EECF37E}"/>
              </a:ext>
            </a:extLst>
          </p:cNvPr>
          <p:cNvSpPr>
            <a:spLocks xmlns:a="http://schemas.openxmlformats.org/drawingml/2006/main" noGrp="1"/>
          </p:cNvSpPr>
          <p:nvPr/>
        </p:nvSpPr>
        <p:spPr>
          <a:xfrm xmlns:a="http://schemas.openxmlformats.org/drawingml/2006/main">
            <a:off x="1485900" y="3143250"/>
            <a:ext cx="2381250" cy="28575"/>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9" name="piece-circle-1">
            <a:extLst xmlns:a="http://schemas.openxmlformats.org/drawingml/2006/main">
              <a:ext uri="{FF2B5EF4-FFF2-40B4-BE49-F238E27FC236}">
                <a16:creationId xmlns:a16="http://schemas.microsoft.com/office/drawing/2014/main" id="{BE08A923-AEB5-4093-A74C-1BDD29EE7DEB}"/>
              </a:ext>
            </a:extLst>
          </p:cNvPr>
          <p:cNvSpPr>
            <a:spLocks xmlns:a="http://schemas.openxmlformats.org/drawingml/2006/main" noGrp="1"/>
          </p:cNvSpPr>
          <p:nvPr/>
        </p:nvSpPr>
        <p:spPr>
          <a:xfrm xmlns:a="http://schemas.openxmlformats.org/drawingml/2006/main">
            <a:off x="4514850" y="2209800"/>
            <a:ext cx="590550" cy="590550"/>
          </a:xfrm>
          <a:prstGeom xmlns:a="http://schemas.openxmlformats.org/drawingml/2006/main" prst="ellipse">
            <a:avLst/>
          </a:prstGeom>
          <a:solidFill xmlns:a="http://schemas.openxmlformats.org/drawingml/2006/main">
            <a:srgbClr val="0878A8"/>
          </a:solidFill>
          <a:ln xmlns:a="http://schemas.openxmlformats.org/drawingml/2006/main" w="0">
            <a:noFill/>
            <a:prstDash val="solid"/>
          </a:ln>
        </p:spPr>
      </p:sp>
      <p:sp>
        <p:nvSpPr>
          <p:cNvPr id="10" name="piece-number-1">
            <a:extLst xmlns:a="http://schemas.openxmlformats.org/drawingml/2006/main">
              <a:ext uri="{FF2B5EF4-FFF2-40B4-BE49-F238E27FC236}">
                <a16:creationId xmlns:a16="http://schemas.microsoft.com/office/drawing/2014/main" id="{E75B3CB4-AEB3-4C43-AE5E-3EE6FE8817A2}"/>
              </a:ext>
            </a:extLst>
          </p:cNvPr>
          <p:cNvSpPr>
            <a:spLocks xmlns:a="http://schemas.openxmlformats.org/drawingml/2006/main" noGrp="1"/>
          </p:cNvSpPr>
          <p:nvPr/>
        </p:nvSpPr>
        <p:spPr>
          <a:xfrm xmlns:a="http://schemas.openxmlformats.org/drawingml/2006/main">
            <a:off x="4514850" y="2305050"/>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FFFFFF"/>
                </a:solidFill>
                <a:latin typeface="Aptos"/>
                <a:ea typeface="Aptos"/>
                <a:cs typeface="Aptos"/>
              </a:defRPr>
            </a:defPPr>
            <a:lvl1pPr algn="ctr">
              <a:defRPr sz="1650" b="1" i="0">
                <a:solidFill>
                  <a:srgbClr val="FFFFFF"/>
                </a:solidFill>
                <a:latin typeface="Aptos"/>
                <a:ea typeface="Aptos"/>
                <a:cs typeface="Aptos"/>
              </a:defRPr>
            </a:lvl1pPr>
            <a:lvl2pPr algn="ctr">
              <a:defRPr sz="1650" b="1" i="0">
                <a:solidFill>
                  <a:srgbClr val="FFFFFF"/>
                </a:solidFill>
                <a:latin typeface="Aptos"/>
                <a:ea typeface="Aptos"/>
                <a:cs typeface="Aptos"/>
              </a:defRPr>
            </a:lvl2pPr>
            <a:lvl3pPr algn="ctr">
              <a:defRPr sz="1650" b="1" i="0">
                <a:solidFill>
                  <a:srgbClr val="FFFFFF"/>
                </a:solidFill>
                <a:latin typeface="Aptos"/>
                <a:ea typeface="Aptos"/>
                <a:cs typeface="Aptos"/>
              </a:defRPr>
            </a:lvl3pPr>
            <a:lvl4pPr algn="ctr">
              <a:defRPr sz="1650" b="1" i="0">
                <a:solidFill>
                  <a:srgbClr val="FFFFFF"/>
                </a:solidFill>
                <a:latin typeface="Aptos"/>
                <a:ea typeface="Aptos"/>
                <a:cs typeface="Aptos"/>
              </a:defRPr>
            </a:lvl4pPr>
            <a:lvl5pPr algn="ctr">
              <a:defRPr sz="1650" b="1" i="0">
                <a:solidFill>
                  <a:srgbClr val="FFFFFF"/>
                </a:solidFill>
                <a:latin typeface="Aptos"/>
                <a:ea typeface="Aptos"/>
                <a:cs typeface="Aptos"/>
              </a:defRPr>
            </a:lvl5pPr>
            <a:lvl6pPr algn="ctr">
              <a:defRPr sz="1650" b="1" i="0">
                <a:solidFill>
                  <a:srgbClr val="FFFFFF"/>
                </a:solidFill>
                <a:latin typeface="Aptos"/>
                <a:ea typeface="Aptos"/>
                <a:cs typeface="Aptos"/>
              </a:defRPr>
            </a:lvl6pPr>
            <a:lvl7pPr algn="ctr">
              <a:defRPr sz="1650" b="1" i="0">
                <a:solidFill>
                  <a:srgbClr val="FFFFFF"/>
                </a:solidFill>
                <a:latin typeface="Aptos"/>
                <a:ea typeface="Aptos"/>
                <a:cs typeface="Aptos"/>
              </a:defRPr>
            </a:lvl7pPr>
            <a:lvl8pPr algn="ctr">
              <a:defRPr sz="1650" b="1" i="0">
                <a:solidFill>
                  <a:srgbClr val="FFFFFF"/>
                </a:solidFill>
                <a:latin typeface="Aptos"/>
                <a:ea typeface="Aptos"/>
                <a:cs typeface="Aptos"/>
              </a:defRPr>
            </a:lvl8pPr>
            <a:lvl9pPr algn="ctr">
              <a:defRPr sz="1650" b="1" i="0">
                <a:solidFill>
                  <a:srgbClr val="FFFFFF"/>
                </a:solidFill>
                <a:latin typeface="Aptos"/>
                <a:ea typeface="Aptos"/>
                <a:cs typeface="Aptos"/>
              </a:defRPr>
            </a:lvl9pPr>
          </a:lstStyle>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2</a:t>
            </a:r>
          </a:p>
        </p:txBody>
      </p:sp>
      <p:sp>
        <p:nvSpPr>
          <p:cNvPr id="11" name="piece-title-1">
            <a:extLst xmlns:a="http://schemas.openxmlformats.org/drawingml/2006/main">
              <a:ext uri="{FF2B5EF4-FFF2-40B4-BE49-F238E27FC236}">
                <a16:creationId xmlns:a16="http://schemas.microsoft.com/office/drawing/2014/main" id="{56A46ABC-5A5F-49B5-A5F7-4DA410577E47}"/>
              </a:ext>
            </a:extLst>
          </p:cNvPr>
          <p:cNvSpPr>
            <a:spLocks xmlns:a="http://schemas.openxmlformats.org/drawingml/2006/main" noGrp="1"/>
          </p:cNvSpPr>
          <p:nvPr/>
        </p:nvSpPr>
        <p:spPr>
          <a:xfrm xmlns:a="http://schemas.openxmlformats.org/drawingml/2006/main">
            <a:off x="5295900" y="22288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003366"/>
                </a:solidFill>
                <a:latin typeface="Aptos"/>
                <a:ea typeface="Aptos"/>
                <a:cs typeface="Aptos"/>
              </a:defRPr>
            </a:defPPr>
            <a:lvl1pPr algn="l">
              <a:defRPr sz="1500" b="1" i="0">
                <a:solidFill>
                  <a:srgbClr val="003366"/>
                </a:solidFill>
                <a:latin typeface="Aptos"/>
                <a:ea typeface="Aptos"/>
                <a:cs typeface="Aptos"/>
              </a:defRPr>
            </a:lvl1pPr>
            <a:lvl2pPr algn="l">
              <a:defRPr sz="1500" b="1" i="0">
                <a:solidFill>
                  <a:srgbClr val="003366"/>
                </a:solidFill>
                <a:latin typeface="Aptos"/>
                <a:ea typeface="Aptos"/>
                <a:cs typeface="Aptos"/>
              </a:defRPr>
            </a:lvl2pPr>
            <a:lvl3pPr algn="l">
              <a:defRPr sz="1500" b="1" i="0">
                <a:solidFill>
                  <a:srgbClr val="003366"/>
                </a:solidFill>
                <a:latin typeface="Aptos"/>
                <a:ea typeface="Aptos"/>
                <a:cs typeface="Aptos"/>
              </a:defRPr>
            </a:lvl3pPr>
            <a:lvl4pPr algn="l">
              <a:defRPr sz="1500" b="1" i="0">
                <a:solidFill>
                  <a:srgbClr val="003366"/>
                </a:solidFill>
                <a:latin typeface="Aptos"/>
                <a:ea typeface="Aptos"/>
                <a:cs typeface="Aptos"/>
              </a:defRPr>
            </a:lvl4pPr>
            <a:lvl5pPr algn="l">
              <a:defRPr sz="1500" b="1" i="0">
                <a:solidFill>
                  <a:srgbClr val="003366"/>
                </a:solidFill>
                <a:latin typeface="Aptos"/>
                <a:ea typeface="Aptos"/>
                <a:cs typeface="Aptos"/>
              </a:defRPr>
            </a:lvl5pPr>
            <a:lvl6pPr algn="l">
              <a:defRPr sz="1500" b="1" i="0">
                <a:solidFill>
                  <a:srgbClr val="003366"/>
                </a:solidFill>
                <a:latin typeface="Aptos"/>
                <a:ea typeface="Aptos"/>
                <a:cs typeface="Aptos"/>
              </a:defRPr>
            </a:lvl6pPr>
            <a:lvl7pPr algn="l">
              <a:defRPr sz="1500" b="1" i="0">
                <a:solidFill>
                  <a:srgbClr val="003366"/>
                </a:solidFill>
                <a:latin typeface="Aptos"/>
                <a:ea typeface="Aptos"/>
                <a:cs typeface="Aptos"/>
              </a:defRPr>
            </a:lvl7pPr>
            <a:lvl8pPr algn="l">
              <a:defRPr sz="1500" b="1" i="0">
                <a:solidFill>
                  <a:srgbClr val="003366"/>
                </a:solidFill>
                <a:latin typeface="Aptos"/>
                <a:ea typeface="Aptos"/>
                <a:cs typeface="Aptos"/>
              </a:defRPr>
            </a:lvl8pPr>
            <a:lvl9pPr algn="l">
              <a:defRPr sz="1500" b="1" i="0">
                <a:solidFill>
                  <a:srgbClr val="003366"/>
                </a:solidFill>
                <a:latin typeface="Aptos"/>
                <a:ea typeface="Aptos"/>
                <a:cs typeface="Aptos"/>
              </a:defRPr>
            </a:lvl9pPr>
          </a:lstStyle>
          <a:p xmlns:a="http://schemas.openxmlformats.org/drawingml/2006/main">
            <a:pPr algn="l">
              <a:defRPr sz="1500" b="1" i="0">
                <a:solidFill>
                  <a:srgbClr val="003366"/>
                </a:solidFill>
                <a:latin typeface="Aptos"/>
                <a:ea typeface="Aptos"/>
                <a:cs typeface="Aptos"/>
              </a:defRPr>
            </a:pPr>
            <a:r>
              <a:rPr sz="1500" b="1" i="0">
                <a:solidFill>
                  <a:srgbClr val="003366"/>
                </a:solidFill>
                <a:latin typeface="Aptos"/>
                <a:ea typeface="Aptos"/>
                <a:cs typeface="Aptos"/>
              </a:rPr>
              <a:t>Contexto permitido</a:t>
            </a:r>
          </a:p>
        </p:txBody>
      </p:sp>
      <p:sp>
        <p:nvSpPr>
          <p:cNvPr id="12" name="piece-copy-1">
            <a:extLst xmlns:a="http://schemas.openxmlformats.org/drawingml/2006/main">
              <a:ext uri="{FF2B5EF4-FFF2-40B4-BE49-F238E27FC236}">
                <a16:creationId xmlns:a16="http://schemas.microsoft.com/office/drawing/2014/main" id="{945B1E0E-5DAC-4931-A3DF-D7BBBF4E5DDB}"/>
              </a:ext>
            </a:extLst>
          </p:cNvPr>
          <p:cNvSpPr>
            <a:spLocks xmlns:a="http://schemas.openxmlformats.org/drawingml/2006/main" noGrp="1"/>
          </p:cNvSpPr>
          <p:nvPr/>
        </p:nvSpPr>
        <p:spPr>
          <a:xfrm xmlns:a="http://schemas.openxmlformats.org/drawingml/2006/main">
            <a:off x="5295900" y="2609850"/>
            <a:ext cx="276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17324D"/>
                </a:solidFill>
                <a:latin typeface="Aptos"/>
                <a:ea typeface="Aptos"/>
                <a:cs typeface="Aptos"/>
              </a:defRPr>
            </a:defPPr>
            <a:lvl1pPr algn="l">
              <a:defRPr sz="1275" b="0" i="0">
                <a:solidFill>
                  <a:srgbClr val="17324D"/>
                </a:solidFill>
                <a:latin typeface="Aptos"/>
                <a:ea typeface="Aptos"/>
                <a:cs typeface="Aptos"/>
              </a:defRPr>
            </a:lvl1pPr>
            <a:lvl2pPr algn="l">
              <a:defRPr sz="1275" b="0" i="0">
                <a:solidFill>
                  <a:srgbClr val="17324D"/>
                </a:solidFill>
                <a:latin typeface="Aptos"/>
                <a:ea typeface="Aptos"/>
                <a:cs typeface="Aptos"/>
              </a:defRPr>
            </a:lvl2pPr>
            <a:lvl3pPr algn="l">
              <a:defRPr sz="1275" b="0" i="0">
                <a:solidFill>
                  <a:srgbClr val="17324D"/>
                </a:solidFill>
                <a:latin typeface="Aptos"/>
                <a:ea typeface="Aptos"/>
                <a:cs typeface="Aptos"/>
              </a:defRPr>
            </a:lvl3pPr>
            <a:lvl4pPr algn="l">
              <a:defRPr sz="1275" b="0" i="0">
                <a:solidFill>
                  <a:srgbClr val="17324D"/>
                </a:solidFill>
                <a:latin typeface="Aptos"/>
                <a:ea typeface="Aptos"/>
                <a:cs typeface="Aptos"/>
              </a:defRPr>
            </a:lvl4pPr>
            <a:lvl5pPr algn="l">
              <a:defRPr sz="1275" b="0" i="0">
                <a:solidFill>
                  <a:srgbClr val="17324D"/>
                </a:solidFill>
                <a:latin typeface="Aptos"/>
                <a:ea typeface="Aptos"/>
                <a:cs typeface="Aptos"/>
              </a:defRPr>
            </a:lvl5pPr>
            <a:lvl6pPr algn="l">
              <a:defRPr sz="1275" b="0" i="0">
                <a:solidFill>
                  <a:srgbClr val="17324D"/>
                </a:solidFill>
                <a:latin typeface="Aptos"/>
                <a:ea typeface="Aptos"/>
                <a:cs typeface="Aptos"/>
              </a:defRPr>
            </a:lvl6pPr>
            <a:lvl7pPr algn="l">
              <a:defRPr sz="1275" b="0" i="0">
                <a:solidFill>
                  <a:srgbClr val="17324D"/>
                </a:solidFill>
                <a:latin typeface="Aptos"/>
                <a:ea typeface="Aptos"/>
                <a:cs typeface="Aptos"/>
              </a:defRPr>
            </a:lvl7pPr>
            <a:lvl8pPr algn="l">
              <a:defRPr sz="1275" b="0" i="0">
                <a:solidFill>
                  <a:srgbClr val="17324D"/>
                </a:solidFill>
                <a:latin typeface="Aptos"/>
                <a:ea typeface="Aptos"/>
                <a:cs typeface="Aptos"/>
              </a:defRPr>
            </a:lvl8pPr>
            <a:lvl9pPr algn="l">
              <a:defRPr sz="1275" b="0" i="0">
                <a:solidFill>
                  <a:srgbClr val="17324D"/>
                </a:solidFill>
                <a:latin typeface="Aptos"/>
                <a:ea typeface="Aptos"/>
                <a:cs typeface="Aptos"/>
              </a:defRPr>
            </a:lvl9pPr>
          </a:lstStyle>
          <a:p xmlns:a="http://schemas.openxmlformats.org/drawingml/2006/main">
            <a:pPr algn="l">
              <a:defRPr sz="1275" b="0" i="0">
                <a:solidFill>
                  <a:srgbClr val="17324D"/>
                </a:solidFill>
                <a:latin typeface="Aptos"/>
                <a:ea typeface="Aptos"/>
                <a:cs typeface="Aptos"/>
              </a:defRPr>
            </a:pPr>
            <a:r>
              <a:rPr sz="1275" b="0" i="0">
                <a:solidFill>
                  <a:srgbClr val="17324D"/>
                </a:solidFill>
                <a:latin typeface="Aptos"/>
                <a:ea typeface="Aptos"/>
                <a:cs typeface="Aptos"/>
              </a:rPr>
              <a:t>Solo hechos autorizados</a:t>
            </a:r>
          </a:p>
        </p:txBody>
      </p:sp>
      <p:sp>
        <p:nvSpPr>
          <p:cNvPr id="13" name="piece-rule-1">
            <a:extLst xmlns:a="http://schemas.openxmlformats.org/drawingml/2006/main">
              <a:ext uri="{FF2B5EF4-FFF2-40B4-BE49-F238E27FC236}">
                <a16:creationId xmlns:a16="http://schemas.microsoft.com/office/drawing/2014/main" id="{B762CE59-88D7-4D98-B73B-A27523A83983}"/>
              </a:ext>
            </a:extLst>
          </p:cNvPr>
          <p:cNvSpPr>
            <a:spLocks xmlns:a="http://schemas.openxmlformats.org/drawingml/2006/main" noGrp="1"/>
          </p:cNvSpPr>
          <p:nvPr/>
        </p:nvSpPr>
        <p:spPr>
          <a:xfrm xmlns:a="http://schemas.openxmlformats.org/drawingml/2006/main">
            <a:off x="5295900" y="3143250"/>
            <a:ext cx="2381250" cy="28575"/>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14" name="piece-circle-2">
            <a:extLst xmlns:a="http://schemas.openxmlformats.org/drawingml/2006/main">
              <a:ext uri="{FF2B5EF4-FFF2-40B4-BE49-F238E27FC236}">
                <a16:creationId xmlns:a16="http://schemas.microsoft.com/office/drawing/2014/main" id="{F2A2616B-D368-476D-B757-FFAC9C7C19A2}"/>
              </a:ext>
            </a:extLst>
          </p:cNvPr>
          <p:cNvSpPr>
            <a:spLocks xmlns:a="http://schemas.openxmlformats.org/drawingml/2006/main" noGrp="1"/>
          </p:cNvSpPr>
          <p:nvPr/>
        </p:nvSpPr>
        <p:spPr>
          <a:xfrm xmlns:a="http://schemas.openxmlformats.org/drawingml/2006/main">
            <a:off x="8324850" y="2209800"/>
            <a:ext cx="590550" cy="5905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5" name="piece-number-2">
            <a:extLst xmlns:a="http://schemas.openxmlformats.org/drawingml/2006/main">
              <a:ext uri="{FF2B5EF4-FFF2-40B4-BE49-F238E27FC236}">
                <a16:creationId xmlns:a16="http://schemas.microsoft.com/office/drawing/2014/main" id="{AD888658-82C6-4D29-8B7B-719E04546260}"/>
              </a:ext>
            </a:extLst>
          </p:cNvPr>
          <p:cNvSpPr>
            <a:spLocks xmlns:a="http://schemas.openxmlformats.org/drawingml/2006/main" noGrp="1"/>
          </p:cNvSpPr>
          <p:nvPr/>
        </p:nvSpPr>
        <p:spPr>
          <a:xfrm xmlns:a="http://schemas.openxmlformats.org/drawingml/2006/main">
            <a:off x="8324850" y="2305050"/>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FFFFFF"/>
                </a:solidFill>
                <a:latin typeface="Aptos"/>
                <a:ea typeface="Aptos"/>
                <a:cs typeface="Aptos"/>
              </a:defRPr>
            </a:defPPr>
            <a:lvl1pPr algn="ctr">
              <a:defRPr sz="1650" b="1" i="0">
                <a:solidFill>
                  <a:srgbClr val="FFFFFF"/>
                </a:solidFill>
                <a:latin typeface="Aptos"/>
                <a:ea typeface="Aptos"/>
                <a:cs typeface="Aptos"/>
              </a:defRPr>
            </a:lvl1pPr>
            <a:lvl2pPr algn="ctr">
              <a:defRPr sz="1650" b="1" i="0">
                <a:solidFill>
                  <a:srgbClr val="FFFFFF"/>
                </a:solidFill>
                <a:latin typeface="Aptos"/>
                <a:ea typeface="Aptos"/>
                <a:cs typeface="Aptos"/>
              </a:defRPr>
            </a:lvl2pPr>
            <a:lvl3pPr algn="ctr">
              <a:defRPr sz="1650" b="1" i="0">
                <a:solidFill>
                  <a:srgbClr val="FFFFFF"/>
                </a:solidFill>
                <a:latin typeface="Aptos"/>
                <a:ea typeface="Aptos"/>
                <a:cs typeface="Aptos"/>
              </a:defRPr>
            </a:lvl3pPr>
            <a:lvl4pPr algn="ctr">
              <a:defRPr sz="1650" b="1" i="0">
                <a:solidFill>
                  <a:srgbClr val="FFFFFF"/>
                </a:solidFill>
                <a:latin typeface="Aptos"/>
                <a:ea typeface="Aptos"/>
                <a:cs typeface="Aptos"/>
              </a:defRPr>
            </a:lvl4pPr>
            <a:lvl5pPr algn="ctr">
              <a:defRPr sz="1650" b="1" i="0">
                <a:solidFill>
                  <a:srgbClr val="FFFFFF"/>
                </a:solidFill>
                <a:latin typeface="Aptos"/>
                <a:ea typeface="Aptos"/>
                <a:cs typeface="Aptos"/>
              </a:defRPr>
            </a:lvl5pPr>
            <a:lvl6pPr algn="ctr">
              <a:defRPr sz="1650" b="1" i="0">
                <a:solidFill>
                  <a:srgbClr val="FFFFFF"/>
                </a:solidFill>
                <a:latin typeface="Aptos"/>
                <a:ea typeface="Aptos"/>
                <a:cs typeface="Aptos"/>
              </a:defRPr>
            </a:lvl6pPr>
            <a:lvl7pPr algn="ctr">
              <a:defRPr sz="1650" b="1" i="0">
                <a:solidFill>
                  <a:srgbClr val="FFFFFF"/>
                </a:solidFill>
                <a:latin typeface="Aptos"/>
                <a:ea typeface="Aptos"/>
                <a:cs typeface="Aptos"/>
              </a:defRPr>
            </a:lvl7pPr>
            <a:lvl8pPr algn="ctr">
              <a:defRPr sz="1650" b="1" i="0">
                <a:solidFill>
                  <a:srgbClr val="FFFFFF"/>
                </a:solidFill>
                <a:latin typeface="Aptos"/>
                <a:ea typeface="Aptos"/>
                <a:cs typeface="Aptos"/>
              </a:defRPr>
            </a:lvl8pPr>
            <a:lvl9pPr algn="ctr">
              <a:defRPr sz="1650" b="1" i="0">
                <a:solidFill>
                  <a:srgbClr val="FFFFFF"/>
                </a:solidFill>
                <a:latin typeface="Aptos"/>
                <a:ea typeface="Aptos"/>
                <a:cs typeface="Aptos"/>
              </a:defRPr>
            </a:lvl9pPr>
          </a:lstStyle>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3</a:t>
            </a:r>
          </a:p>
        </p:txBody>
      </p:sp>
      <p:sp>
        <p:nvSpPr>
          <p:cNvPr id="16" name="piece-title-2">
            <a:extLst xmlns:a="http://schemas.openxmlformats.org/drawingml/2006/main">
              <a:ext uri="{FF2B5EF4-FFF2-40B4-BE49-F238E27FC236}">
                <a16:creationId xmlns:a16="http://schemas.microsoft.com/office/drawing/2014/main" id="{5EABCB42-8352-468F-8C31-A3CDDF99B1B0}"/>
              </a:ext>
            </a:extLst>
          </p:cNvPr>
          <p:cNvSpPr>
            <a:spLocks xmlns:a="http://schemas.openxmlformats.org/drawingml/2006/main" noGrp="1"/>
          </p:cNvSpPr>
          <p:nvPr/>
        </p:nvSpPr>
        <p:spPr>
          <a:xfrm xmlns:a="http://schemas.openxmlformats.org/drawingml/2006/main">
            <a:off x="9105900" y="22288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003366"/>
                </a:solidFill>
                <a:latin typeface="Aptos"/>
                <a:ea typeface="Aptos"/>
                <a:cs typeface="Aptos"/>
              </a:defRPr>
            </a:defPPr>
            <a:lvl1pPr algn="l">
              <a:defRPr sz="1500" b="1" i="0">
                <a:solidFill>
                  <a:srgbClr val="003366"/>
                </a:solidFill>
                <a:latin typeface="Aptos"/>
                <a:ea typeface="Aptos"/>
                <a:cs typeface="Aptos"/>
              </a:defRPr>
            </a:lvl1pPr>
            <a:lvl2pPr algn="l">
              <a:defRPr sz="1500" b="1" i="0">
                <a:solidFill>
                  <a:srgbClr val="003366"/>
                </a:solidFill>
                <a:latin typeface="Aptos"/>
                <a:ea typeface="Aptos"/>
                <a:cs typeface="Aptos"/>
              </a:defRPr>
            </a:lvl2pPr>
            <a:lvl3pPr algn="l">
              <a:defRPr sz="1500" b="1" i="0">
                <a:solidFill>
                  <a:srgbClr val="003366"/>
                </a:solidFill>
                <a:latin typeface="Aptos"/>
                <a:ea typeface="Aptos"/>
                <a:cs typeface="Aptos"/>
              </a:defRPr>
            </a:lvl3pPr>
            <a:lvl4pPr algn="l">
              <a:defRPr sz="1500" b="1" i="0">
                <a:solidFill>
                  <a:srgbClr val="003366"/>
                </a:solidFill>
                <a:latin typeface="Aptos"/>
                <a:ea typeface="Aptos"/>
                <a:cs typeface="Aptos"/>
              </a:defRPr>
            </a:lvl4pPr>
            <a:lvl5pPr algn="l">
              <a:defRPr sz="1500" b="1" i="0">
                <a:solidFill>
                  <a:srgbClr val="003366"/>
                </a:solidFill>
                <a:latin typeface="Aptos"/>
                <a:ea typeface="Aptos"/>
                <a:cs typeface="Aptos"/>
              </a:defRPr>
            </a:lvl5pPr>
            <a:lvl6pPr algn="l">
              <a:defRPr sz="1500" b="1" i="0">
                <a:solidFill>
                  <a:srgbClr val="003366"/>
                </a:solidFill>
                <a:latin typeface="Aptos"/>
                <a:ea typeface="Aptos"/>
                <a:cs typeface="Aptos"/>
              </a:defRPr>
            </a:lvl6pPr>
            <a:lvl7pPr algn="l">
              <a:defRPr sz="1500" b="1" i="0">
                <a:solidFill>
                  <a:srgbClr val="003366"/>
                </a:solidFill>
                <a:latin typeface="Aptos"/>
                <a:ea typeface="Aptos"/>
                <a:cs typeface="Aptos"/>
              </a:defRPr>
            </a:lvl7pPr>
            <a:lvl8pPr algn="l">
              <a:defRPr sz="1500" b="1" i="0">
                <a:solidFill>
                  <a:srgbClr val="003366"/>
                </a:solidFill>
                <a:latin typeface="Aptos"/>
                <a:ea typeface="Aptos"/>
                <a:cs typeface="Aptos"/>
              </a:defRPr>
            </a:lvl8pPr>
            <a:lvl9pPr algn="l">
              <a:defRPr sz="1500" b="1" i="0">
                <a:solidFill>
                  <a:srgbClr val="003366"/>
                </a:solidFill>
                <a:latin typeface="Aptos"/>
                <a:ea typeface="Aptos"/>
                <a:cs typeface="Aptos"/>
              </a:defRPr>
            </a:lvl9pPr>
          </a:lstStyle>
          <a:p xmlns:a="http://schemas.openxmlformats.org/drawingml/2006/main">
            <a:pPr algn="l">
              <a:defRPr sz="1500" b="1" i="0">
                <a:solidFill>
                  <a:srgbClr val="003366"/>
                </a:solidFill>
                <a:latin typeface="Aptos"/>
                <a:ea typeface="Aptos"/>
                <a:cs typeface="Aptos"/>
              </a:defRPr>
            </a:pPr>
            <a:r>
              <a:rPr sz="1500" b="1" i="0">
                <a:solidFill>
                  <a:srgbClr val="003366"/>
                </a:solidFill>
                <a:latin typeface="Aptos"/>
                <a:ea typeface="Aptos"/>
                <a:cs typeface="Aptos"/>
              </a:rPr>
              <a:t>Tarea</a:t>
            </a:r>
          </a:p>
        </p:txBody>
      </p:sp>
      <p:sp>
        <p:nvSpPr>
          <p:cNvPr id="17" name="piece-copy-2">
            <a:extLst xmlns:a="http://schemas.openxmlformats.org/drawingml/2006/main">
              <a:ext uri="{FF2B5EF4-FFF2-40B4-BE49-F238E27FC236}">
                <a16:creationId xmlns:a16="http://schemas.microsoft.com/office/drawing/2014/main" id="{A3250685-BAE6-4B3F-B191-D0CD85CFDC64}"/>
              </a:ext>
            </a:extLst>
          </p:cNvPr>
          <p:cNvSpPr>
            <a:spLocks xmlns:a="http://schemas.openxmlformats.org/drawingml/2006/main" noGrp="1"/>
          </p:cNvSpPr>
          <p:nvPr/>
        </p:nvSpPr>
        <p:spPr>
          <a:xfrm xmlns:a="http://schemas.openxmlformats.org/drawingml/2006/main">
            <a:off x="9105900" y="2609850"/>
            <a:ext cx="276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17324D"/>
                </a:solidFill>
                <a:latin typeface="Aptos"/>
                <a:ea typeface="Aptos"/>
                <a:cs typeface="Aptos"/>
              </a:defRPr>
            </a:defPPr>
            <a:lvl1pPr algn="l">
              <a:defRPr sz="1275" b="0" i="0">
                <a:solidFill>
                  <a:srgbClr val="17324D"/>
                </a:solidFill>
                <a:latin typeface="Aptos"/>
                <a:ea typeface="Aptos"/>
                <a:cs typeface="Aptos"/>
              </a:defRPr>
            </a:lvl1pPr>
            <a:lvl2pPr algn="l">
              <a:defRPr sz="1275" b="0" i="0">
                <a:solidFill>
                  <a:srgbClr val="17324D"/>
                </a:solidFill>
                <a:latin typeface="Aptos"/>
                <a:ea typeface="Aptos"/>
                <a:cs typeface="Aptos"/>
              </a:defRPr>
            </a:lvl2pPr>
            <a:lvl3pPr algn="l">
              <a:defRPr sz="1275" b="0" i="0">
                <a:solidFill>
                  <a:srgbClr val="17324D"/>
                </a:solidFill>
                <a:latin typeface="Aptos"/>
                <a:ea typeface="Aptos"/>
                <a:cs typeface="Aptos"/>
              </a:defRPr>
            </a:lvl3pPr>
            <a:lvl4pPr algn="l">
              <a:defRPr sz="1275" b="0" i="0">
                <a:solidFill>
                  <a:srgbClr val="17324D"/>
                </a:solidFill>
                <a:latin typeface="Aptos"/>
                <a:ea typeface="Aptos"/>
                <a:cs typeface="Aptos"/>
              </a:defRPr>
            </a:lvl4pPr>
            <a:lvl5pPr algn="l">
              <a:defRPr sz="1275" b="0" i="0">
                <a:solidFill>
                  <a:srgbClr val="17324D"/>
                </a:solidFill>
                <a:latin typeface="Aptos"/>
                <a:ea typeface="Aptos"/>
                <a:cs typeface="Aptos"/>
              </a:defRPr>
            </a:lvl5pPr>
            <a:lvl6pPr algn="l">
              <a:defRPr sz="1275" b="0" i="0">
                <a:solidFill>
                  <a:srgbClr val="17324D"/>
                </a:solidFill>
                <a:latin typeface="Aptos"/>
                <a:ea typeface="Aptos"/>
                <a:cs typeface="Aptos"/>
              </a:defRPr>
            </a:lvl6pPr>
            <a:lvl7pPr algn="l">
              <a:defRPr sz="1275" b="0" i="0">
                <a:solidFill>
                  <a:srgbClr val="17324D"/>
                </a:solidFill>
                <a:latin typeface="Aptos"/>
                <a:ea typeface="Aptos"/>
                <a:cs typeface="Aptos"/>
              </a:defRPr>
            </a:lvl7pPr>
            <a:lvl8pPr algn="l">
              <a:defRPr sz="1275" b="0" i="0">
                <a:solidFill>
                  <a:srgbClr val="17324D"/>
                </a:solidFill>
                <a:latin typeface="Aptos"/>
                <a:ea typeface="Aptos"/>
                <a:cs typeface="Aptos"/>
              </a:defRPr>
            </a:lvl8pPr>
            <a:lvl9pPr algn="l">
              <a:defRPr sz="1275" b="0" i="0">
                <a:solidFill>
                  <a:srgbClr val="17324D"/>
                </a:solidFill>
                <a:latin typeface="Aptos"/>
                <a:ea typeface="Aptos"/>
                <a:cs typeface="Aptos"/>
              </a:defRPr>
            </a:lvl9pPr>
          </a:lstStyle>
          <a:p xmlns:a="http://schemas.openxmlformats.org/drawingml/2006/main">
            <a:pPr algn="l">
              <a:defRPr sz="1275" b="0" i="0">
                <a:solidFill>
                  <a:srgbClr val="17324D"/>
                </a:solidFill>
                <a:latin typeface="Aptos"/>
                <a:ea typeface="Aptos"/>
                <a:cs typeface="Aptos"/>
              </a:defRPr>
            </a:pPr>
            <a:r>
              <a:rPr sz="1275" b="0" i="0">
                <a:solidFill>
                  <a:srgbClr val="17324D"/>
                </a:solidFill>
                <a:latin typeface="Aptos"/>
                <a:ea typeface="Aptos"/>
                <a:cs typeface="Aptos"/>
              </a:rPr>
              <a:t>Acción concreta</a:t>
            </a:r>
          </a:p>
        </p:txBody>
      </p:sp>
      <p:sp>
        <p:nvSpPr>
          <p:cNvPr id="18" name="piece-rule-2">
            <a:extLst xmlns:a="http://schemas.openxmlformats.org/drawingml/2006/main">
              <a:ext uri="{FF2B5EF4-FFF2-40B4-BE49-F238E27FC236}">
                <a16:creationId xmlns:a16="http://schemas.microsoft.com/office/drawing/2014/main" id="{B15723EF-AF9C-4E1A-96DF-94E19A2410B8}"/>
              </a:ext>
            </a:extLst>
          </p:cNvPr>
          <p:cNvSpPr>
            <a:spLocks xmlns:a="http://schemas.openxmlformats.org/drawingml/2006/main" noGrp="1"/>
          </p:cNvSpPr>
          <p:nvPr/>
        </p:nvSpPr>
        <p:spPr>
          <a:xfrm xmlns:a="http://schemas.openxmlformats.org/drawingml/2006/main">
            <a:off x="9105900" y="3143250"/>
            <a:ext cx="2381250" cy="28575"/>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19" name="piece-circle-3">
            <a:extLst xmlns:a="http://schemas.openxmlformats.org/drawingml/2006/main">
              <a:ext uri="{FF2B5EF4-FFF2-40B4-BE49-F238E27FC236}">
                <a16:creationId xmlns:a16="http://schemas.microsoft.com/office/drawing/2014/main" id="{8E4D1979-19B8-4A0C-BC2B-A4B12F2489B4}"/>
              </a:ext>
            </a:extLst>
          </p:cNvPr>
          <p:cNvSpPr>
            <a:spLocks xmlns:a="http://schemas.openxmlformats.org/drawingml/2006/main" noGrp="1"/>
          </p:cNvSpPr>
          <p:nvPr/>
        </p:nvSpPr>
        <p:spPr>
          <a:xfrm xmlns:a="http://schemas.openxmlformats.org/drawingml/2006/main">
            <a:off x="704850" y="3867150"/>
            <a:ext cx="590550" cy="590550"/>
          </a:xfrm>
          <a:prstGeom xmlns:a="http://schemas.openxmlformats.org/drawingml/2006/main" prst="ellipse">
            <a:avLst/>
          </a:prstGeom>
          <a:solidFill xmlns:a="http://schemas.openxmlformats.org/drawingml/2006/main">
            <a:srgbClr val="A94A4A"/>
          </a:solidFill>
          <a:ln xmlns:a="http://schemas.openxmlformats.org/drawingml/2006/main" w="0">
            <a:noFill/>
            <a:prstDash val="solid"/>
          </a:ln>
        </p:spPr>
      </p:sp>
      <p:sp>
        <p:nvSpPr>
          <p:cNvPr id="20" name="piece-number-3">
            <a:extLst xmlns:a="http://schemas.openxmlformats.org/drawingml/2006/main">
              <a:ext uri="{FF2B5EF4-FFF2-40B4-BE49-F238E27FC236}">
                <a16:creationId xmlns:a16="http://schemas.microsoft.com/office/drawing/2014/main" id="{2D842223-E4C4-4F7A-8C44-5FEA77C96E32}"/>
              </a:ext>
            </a:extLst>
          </p:cNvPr>
          <p:cNvSpPr>
            <a:spLocks xmlns:a="http://schemas.openxmlformats.org/drawingml/2006/main" noGrp="1"/>
          </p:cNvSpPr>
          <p:nvPr/>
        </p:nvSpPr>
        <p:spPr>
          <a:xfrm xmlns:a="http://schemas.openxmlformats.org/drawingml/2006/main">
            <a:off x="704850" y="3962400"/>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FFFFFF"/>
                </a:solidFill>
                <a:latin typeface="Aptos"/>
                <a:ea typeface="Aptos"/>
                <a:cs typeface="Aptos"/>
              </a:defRPr>
            </a:defPPr>
            <a:lvl1pPr algn="ctr">
              <a:defRPr sz="1650" b="1" i="0">
                <a:solidFill>
                  <a:srgbClr val="FFFFFF"/>
                </a:solidFill>
                <a:latin typeface="Aptos"/>
                <a:ea typeface="Aptos"/>
                <a:cs typeface="Aptos"/>
              </a:defRPr>
            </a:lvl1pPr>
            <a:lvl2pPr algn="ctr">
              <a:defRPr sz="1650" b="1" i="0">
                <a:solidFill>
                  <a:srgbClr val="FFFFFF"/>
                </a:solidFill>
                <a:latin typeface="Aptos"/>
                <a:ea typeface="Aptos"/>
                <a:cs typeface="Aptos"/>
              </a:defRPr>
            </a:lvl2pPr>
            <a:lvl3pPr algn="ctr">
              <a:defRPr sz="1650" b="1" i="0">
                <a:solidFill>
                  <a:srgbClr val="FFFFFF"/>
                </a:solidFill>
                <a:latin typeface="Aptos"/>
                <a:ea typeface="Aptos"/>
                <a:cs typeface="Aptos"/>
              </a:defRPr>
            </a:lvl3pPr>
            <a:lvl4pPr algn="ctr">
              <a:defRPr sz="1650" b="1" i="0">
                <a:solidFill>
                  <a:srgbClr val="FFFFFF"/>
                </a:solidFill>
                <a:latin typeface="Aptos"/>
                <a:ea typeface="Aptos"/>
                <a:cs typeface="Aptos"/>
              </a:defRPr>
            </a:lvl4pPr>
            <a:lvl5pPr algn="ctr">
              <a:defRPr sz="1650" b="1" i="0">
                <a:solidFill>
                  <a:srgbClr val="FFFFFF"/>
                </a:solidFill>
                <a:latin typeface="Aptos"/>
                <a:ea typeface="Aptos"/>
                <a:cs typeface="Aptos"/>
              </a:defRPr>
            </a:lvl5pPr>
            <a:lvl6pPr algn="ctr">
              <a:defRPr sz="1650" b="1" i="0">
                <a:solidFill>
                  <a:srgbClr val="FFFFFF"/>
                </a:solidFill>
                <a:latin typeface="Aptos"/>
                <a:ea typeface="Aptos"/>
                <a:cs typeface="Aptos"/>
              </a:defRPr>
            </a:lvl6pPr>
            <a:lvl7pPr algn="ctr">
              <a:defRPr sz="1650" b="1" i="0">
                <a:solidFill>
                  <a:srgbClr val="FFFFFF"/>
                </a:solidFill>
                <a:latin typeface="Aptos"/>
                <a:ea typeface="Aptos"/>
                <a:cs typeface="Aptos"/>
              </a:defRPr>
            </a:lvl7pPr>
            <a:lvl8pPr algn="ctr">
              <a:defRPr sz="1650" b="1" i="0">
                <a:solidFill>
                  <a:srgbClr val="FFFFFF"/>
                </a:solidFill>
                <a:latin typeface="Aptos"/>
                <a:ea typeface="Aptos"/>
                <a:cs typeface="Aptos"/>
              </a:defRPr>
            </a:lvl8pPr>
            <a:lvl9pPr algn="ctr">
              <a:defRPr sz="1650" b="1" i="0">
                <a:solidFill>
                  <a:srgbClr val="FFFFFF"/>
                </a:solidFill>
                <a:latin typeface="Aptos"/>
                <a:ea typeface="Aptos"/>
                <a:cs typeface="Aptos"/>
              </a:defRPr>
            </a:lvl9pPr>
          </a:lstStyle>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4</a:t>
            </a:r>
          </a:p>
        </p:txBody>
      </p:sp>
      <p:sp>
        <p:nvSpPr>
          <p:cNvPr id="21" name="piece-title-3">
            <a:extLst xmlns:a="http://schemas.openxmlformats.org/drawingml/2006/main">
              <a:ext uri="{FF2B5EF4-FFF2-40B4-BE49-F238E27FC236}">
                <a16:creationId xmlns:a16="http://schemas.microsoft.com/office/drawing/2014/main" id="{9E7BF07A-E701-4FF0-B620-1C9B60CA339F}"/>
              </a:ext>
            </a:extLst>
          </p:cNvPr>
          <p:cNvSpPr>
            <a:spLocks xmlns:a="http://schemas.openxmlformats.org/drawingml/2006/main" noGrp="1"/>
          </p:cNvSpPr>
          <p:nvPr/>
        </p:nvSpPr>
        <p:spPr>
          <a:xfrm xmlns:a="http://schemas.openxmlformats.org/drawingml/2006/main">
            <a:off x="1485900" y="38862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003366"/>
                </a:solidFill>
                <a:latin typeface="Aptos"/>
                <a:ea typeface="Aptos"/>
                <a:cs typeface="Aptos"/>
              </a:defRPr>
            </a:defPPr>
            <a:lvl1pPr algn="l">
              <a:defRPr sz="1500" b="1" i="0">
                <a:solidFill>
                  <a:srgbClr val="003366"/>
                </a:solidFill>
                <a:latin typeface="Aptos"/>
                <a:ea typeface="Aptos"/>
                <a:cs typeface="Aptos"/>
              </a:defRPr>
            </a:lvl1pPr>
            <a:lvl2pPr algn="l">
              <a:defRPr sz="1500" b="1" i="0">
                <a:solidFill>
                  <a:srgbClr val="003366"/>
                </a:solidFill>
                <a:latin typeface="Aptos"/>
                <a:ea typeface="Aptos"/>
                <a:cs typeface="Aptos"/>
              </a:defRPr>
            </a:lvl2pPr>
            <a:lvl3pPr algn="l">
              <a:defRPr sz="1500" b="1" i="0">
                <a:solidFill>
                  <a:srgbClr val="003366"/>
                </a:solidFill>
                <a:latin typeface="Aptos"/>
                <a:ea typeface="Aptos"/>
                <a:cs typeface="Aptos"/>
              </a:defRPr>
            </a:lvl3pPr>
            <a:lvl4pPr algn="l">
              <a:defRPr sz="1500" b="1" i="0">
                <a:solidFill>
                  <a:srgbClr val="003366"/>
                </a:solidFill>
                <a:latin typeface="Aptos"/>
                <a:ea typeface="Aptos"/>
                <a:cs typeface="Aptos"/>
              </a:defRPr>
            </a:lvl4pPr>
            <a:lvl5pPr algn="l">
              <a:defRPr sz="1500" b="1" i="0">
                <a:solidFill>
                  <a:srgbClr val="003366"/>
                </a:solidFill>
                <a:latin typeface="Aptos"/>
                <a:ea typeface="Aptos"/>
                <a:cs typeface="Aptos"/>
              </a:defRPr>
            </a:lvl5pPr>
            <a:lvl6pPr algn="l">
              <a:defRPr sz="1500" b="1" i="0">
                <a:solidFill>
                  <a:srgbClr val="003366"/>
                </a:solidFill>
                <a:latin typeface="Aptos"/>
                <a:ea typeface="Aptos"/>
                <a:cs typeface="Aptos"/>
              </a:defRPr>
            </a:lvl6pPr>
            <a:lvl7pPr algn="l">
              <a:defRPr sz="1500" b="1" i="0">
                <a:solidFill>
                  <a:srgbClr val="003366"/>
                </a:solidFill>
                <a:latin typeface="Aptos"/>
                <a:ea typeface="Aptos"/>
                <a:cs typeface="Aptos"/>
              </a:defRPr>
            </a:lvl7pPr>
            <a:lvl8pPr algn="l">
              <a:defRPr sz="1500" b="1" i="0">
                <a:solidFill>
                  <a:srgbClr val="003366"/>
                </a:solidFill>
                <a:latin typeface="Aptos"/>
                <a:ea typeface="Aptos"/>
                <a:cs typeface="Aptos"/>
              </a:defRPr>
            </a:lvl8pPr>
            <a:lvl9pPr algn="l">
              <a:defRPr sz="1500" b="1" i="0">
                <a:solidFill>
                  <a:srgbClr val="003366"/>
                </a:solidFill>
                <a:latin typeface="Aptos"/>
                <a:ea typeface="Aptos"/>
                <a:cs typeface="Aptos"/>
              </a:defRPr>
            </a:lvl9pPr>
          </a:lstStyle>
          <a:p xmlns:a="http://schemas.openxmlformats.org/drawingml/2006/main">
            <a:pPr algn="l">
              <a:defRPr sz="1500" b="1" i="0">
                <a:solidFill>
                  <a:srgbClr val="003366"/>
                </a:solidFill>
                <a:latin typeface="Aptos"/>
                <a:ea typeface="Aptos"/>
                <a:cs typeface="Aptos"/>
              </a:defRPr>
            </a:pPr>
            <a:r>
              <a:rPr sz="1500" b="1" i="0">
                <a:solidFill>
                  <a:srgbClr val="003366"/>
                </a:solidFill>
                <a:latin typeface="Aptos"/>
                <a:ea typeface="Aptos"/>
                <a:cs typeface="Aptos"/>
              </a:rPr>
              <a:t>Límites</a:t>
            </a:r>
          </a:p>
        </p:txBody>
      </p:sp>
      <p:sp>
        <p:nvSpPr>
          <p:cNvPr id="22" name="piece-copy-3">
            <a:extLst xmlns:a="http://schemas.openxmlformats.org/drawingml/2006/main">
              <a:ext uri="{FF2B5EF4-FFF2-40B4-BE49-F238E27FC236}">
                <a16:creationId xmlns:a16="http://schemas.microsoft.com/office/drawing/2014/main" id="{4B9D34E2-CBDB-4DC3-9D10-2C2FD2878BD6}"/>
              </a:ext>
            </a:extLst>
          </p:cNvPr>
          <p:cNvSpPr>
            <a:spLocks xmlns:a="http://schemas.openxmlformats.org/drawingml/2006/main" noGrp="1"/>
          </p:cNvSpPr>
          <p:nvPr/>
        </p:nvSpPr>
        <p:spPr>
          <a:xfrm xmlns:a="http://schemas.openxmlformats.org/drawingml/2006/main">
            <a:off x="1485900" y="4267200"/>
            <a:ext cx="276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17324D"/>
                </a:solidFill>
                <a:latin typeface="Aptos"/>
                <a:ea typeface="Aptos"/>
                <a:cs typeface="Aptos"/>
              </a:defRPr>
            </a:defPPr>
            <a:lvl1pPr algn="l">
              <a:defRPr sz="1275" b="0" i="0">
                <a:solidFill>
                  <a:srgbClr val="17324D"/>
                </a:solidFill>
                <a:latin typeface="Aptos"/>
                <a:ea typeface="Aptos"/>
                <a:cs typeface="Aptos"/>
              </a:defRPr>
            </a:lvl1pPr>
            <a:lvl2pPr algn="l">
              <a:defRPr sz="1275" b="0" i="0">
                <a:solidFill>
                  <a:srgbClr val="17324D"/>
                </a:solidFill>
                <a:latin typeface="Aptos"/>
                <a:ea typeface="Aptos"/>
                <a:cs typeface="Aptos"/>
              </a:defRPr>
            </a:lvl2pPr>
            <a:lvl3pPr algn="l">
              <a:defRPr sz="1275" b="0" i="0">
                <a:solidFill>
                  <a:srgbClr val="17324D"/>
                </a:solidFill>
                <a:latin typeface="Aptos"/>
                <a:ea typeface="Aptos"/>
                <a:cs typeface="Aptos"/>
              </a:defRPr>
            </a:lvl3pPr>
            <a:lvl4pPr algn="l">
              <a:defRPr sz="1275" b="0" i="0">
                <a:solidFill>
                  <a:srgbClr val="17324D"/>
                </a:solidFill>
                <a:latin typeface="Aptos"/>
                <a:ea typeface="Aptos"/>
                <a:cs typeface="Aptos"/>
              </a:defRPr>
            </a:lvl4pPr>
            <a:lvl5pPr algn="l">
              <a:defRPr sz="1275" b="0" i="0">
                <a:solidFill>
                  <a:srgbClr val="17324D"/>
                </a:solidFill>
                <a:latin typeface="Aptos"/>
                <a:ea typeface="Aptos"/>
                <a:cs typeface="Aptos"/>
              </a:defRPr>
            </a:lvl5pPr>
            <a:lvl6pPr algn="l">
              <a:defRPr sz="1275" b="0" i="0">
                <a:solidFill>
                  <a:srgbClr val="17324D"/>
                </a:solidFill>
                <a:latin typeface="Aptos"/>
                <a:ea typeface="Aptos"/>
                <a:cs typeface="Aptos"/>
              </a:defRPr>
            </a:lvl6pPr>
            <a:lvl7pPr algn="l">
              <a:defRPr sz="1275" b="0" i="0">
                <a:solidFill>
                  <a:srgbClr val="17324D"/>
                </a:solidFill>
                <a:latin typeface="Aptos"/>
                <a:ea typeface="Aptos"/>
                <a:cs typeface="Aptos"/>
              </a:defRPr>
            </a:lvl7pPr>
            <a:lvl8pPr algn="l">
              <a:defRPr sz="1275" b="0" i="0">
                <a:solidFill>
                  <a:srgbClr val="17324D"/>
                </a:solidFill>
                <a:latin typeface="Aptos"/>
                <a:ea typeface="Aptos"/>
                <a:cs typeface="Aptos"/>
              </a:defRPr>
            </a:lvl8pPr>
            <a:lvl9pPr algn="l">
              <a:defRPr sz="1275" b="0" i="0">
                <a:solidFill>
                  <a:srgbClr val="17324D"/>
                </a:solidFill>
                <a:latin typeface="Aptos"/>
                <a:ea typeface="Aptos"/>
                <a:cs typeface="Aptos"/>
              </a:defRPr>
            </a:lvl9pPr>
          </a:lstStyle>
          <a:p xmlns:a="http://schemas.openxmlformats.org/drawingml/2006/main">
            <a:pPr algn="l">
              <a:defRPr sz="1275" b="0" i="0">
                <a:solidFill>
                  <a:srgbClr val="17324D"/>
                </a:solidFill>
                <a:latin typeface="Aptos"/>
                <a:ea typeface="Aptos"/>
                <a:cs typeface="Aptos"/>
              </a:defRPr>
            </a:pPr>
            <a:r>
              <a:rPr sz="1275" b="0" i="0">
                <a:solidFill>
                  <a:srgbClr val="17324D"/>
                </a:solidFill>
                <a:latin typeface="Aptos"/>
                <a:ea typeface="Aptos"/>
                <a:cs typeface="Aptos"/>
              </a:rPr>
              <a:t>Qué no inventar o decidir</a:t>
            </a:r>
          </a:p>
        </p:txBody>
      </p:sp>
      <p:sp>
        <p:nvSpPr>
          <p:cNvPr id="23" name="piece-rule-3">
            <a:extLst xmlns:a="http://schemas.openxmlformats.org/drawingml/2006/main">
              <a:ext uri="{FF2B5EF4-FFF2-40B4-BE49-F238E27FC236}">
                <a16:creationId xmlns:a16="http://schemas.microsoft.com/office/drawing/2014/main" id="{26EC88FF-FDFE-4FE6-B3B6-0DC386B51C9F}"/>
              </a:ext>
            </a:extLst>
          </p:cNvPr>
          <p:cNvSpPr>
            <a:spLocks xmlns:a="http://schemas.openxmlformats.org/drawingml/2006/main" noGrp="1"/>
          </p:cNvSpPr>
          <p:nvPr/>
        </p:nvSpPr>
        <p:spPr>
          <a:xfrm xmlns:a="http://schemas.openxmlformats.org/drawingml/2006/main">
            <a:off x="1485900" y="4800600"/>
            <a:ext cx="2381250" cy="28575"/>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24" name="piece-circle-4">
            <a:extLst xmlns:a="http://schemas.openxmlformats.org/drawingml/2006/main">
              <a:ext uri="{FF2B5EF4-FFF2-40B4-BE49-F238E27FC236}">
                <a16:creationId xmlns:a16="http://schemas.microsoft.com/office/drawing/2014/main" id="{CAD2C875-D7AB-4BA6-A430-A3898830CE4B}"/>
              </a:ext>
            </a:extLst>
          </p:cNvPr>
          <p:cNvSpPr>
            <a:spLocks xmlns:a="http://schemas.openxmlformats.org/drawingml/2006/main" noGrp="1"/>
          </p:cNvSpPr>
          <p:nvPr/>
        </p:nvSpPr>
        <p:spPr>
          <a:xfrm xmlns:a="http://schemas.openxmlformats.org/drawingml/2006/main">
            <a:off x="4514850" y="3867150"/>
            <a:ext cx="590550" cy="590550"/>
          </a:xfrm>
          <a:prstGeom xmlns:a="http://schemas.openxmlformats.org/drawingml/2006/main" prst="ellipse">
            <a:avLst/>
          </a:prstGeom>
          <a:solidFill xmlns:a="http://schemas.openxmlformats.org/drawingml/2006/main">
            <a:srgbClr val="D6A84B"/>
          </a:solidFill>
          <a:ln xmlns:a="http://schemas.openxmlformats.org/drawingml/2006/main" w="0">
            <a:noFill/>
            <a:prstDash val="solid"/>
          </a:ln>
        </p:spPr>
      </p:sp>
      <p:sp>
        <p:nvSpPr>
          <p:cNvPr id="25" name="piece-number-4">
            <a:extLst xmlns:a="http://schemas.openxmlformats.org/drawingml/2006/main">
              <a:ext uri="{FF2B5EF4-FFF2-40B4-BE49-F238E27FC236}">
                <a16:creationId xmlns:a16="http://schemas.microsoft.com/office/drawing/2014/main" id="{AAD4DF4D-41AD-4052-9BFE-F1C11BBA8439}"/>
              </a:ext>
            </a:extLst>
          </p:cNvPr>
          <p:cNvSpPr>
            <a:spLocks xmlns:a="http://schemas.openxmlformats.org/drawingml/2006/main" noGrp="1"/>
          </p:cNvSpPr>
          <p:nvPr/>
        </p:nvSpPr>
        <p:spPr>
          <a:xfrm xmlns:a="http://schemas.openxmlformats.org/drawingml/2006/main">
            <a:off x="4514850" y="3962400"/>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FFFFFF"/>
                </a:solidFill>
                <a:latin typeface="Aptos"/>
                <a:ea typeface="Aptos"/>
                <a:cs typeface="Aptos"/>
              </a:defRPr>
            </a:defPPr>
            <a:lvl1pPr algn="ctr">
              <a:defRPr sz="1650" b="1" i="0">
                <a:solidFill>
                  <a:srgbClr val="FFFFFF"/>
                </a:solidFill>
                <a:latin typeface="Aptos"/>
                <a:ea typeface="Aptos"/>
                <a:cs typeface="Aptos"/>
              </a:defRPr>
            </a:lvl1pPr>
            <a:lvl2pPr algn="ctr">
              <a:defRPr sz="1650" b="1" i="0">
                <a:solidFill>
                  <a:srgbClr val="FFFFFF"/>
                </a:solidFill>
                <a:latin typeface="Aptos"/>
                <a:ea typeface="Aptos"/>
                <a:cs typeface="Aptos"/>
              </a:defRPr>
            </a:lvl2pPr>
            <a:lvl3pPr algn="ctr">
              <a:defRPr sz="1650" b="1" i="0">
                <a:solidFill>
                  <a:srgbClr val="FFFFFF"/>
                </a:solidFill>
                <a:latin typeface="Aptos"/>
                <a:ea typeface="Aptos"/>
                <a:cs typeface="Aptos"/>
              </a:defRPr>
            </a:lvl3pPr>
            <a:lvl4pPr algn="ctr">
              <a:defRPr sz="1650" b="1" i="0">
                <a:solidFill>
                  <a:srgbClr val="FFFFFF"/>
                </a:solidFill>
                <a:latin typeface="Aptos"/>
                <a:ea typeface="Aptos"/>
                <a:cs typeface="Aptos"/>
              </a:defRPr>
            </a:lvl4pPr>
            <a:lvl5pPr algn="ctr">
              <a:defRPr sz="1650" b="1" i="0">
                <a:solidFill>
                  <a:srgbClr val="FFFFFF"/>
                </a:solidFill>
                <a:latin typeface="Aptos"/>
                <a:ea typeface="Aptos"/>
                <a:cs typeface="Aptos"/>
              </a:defRPr>
            </a:lvl5pPr>
            <a:lvl6pPr algn="ctr">
              <a:defRPr sz="1650" b="1" i="0">
                <a:solidFill>
                  <a:srgbClr val="FFFFFF"/>
                </a:solidFill>
                <a:latin typeface="Aptos"/>
                <a:ea typeface="Aptos"/>
                <a:cs typeface="Aptos"/>
              </a:defRPr>
            </a:lvl6pPr>
            <a:lvl7pPr algn="ctr">
              <a:defRPr sz="1650" b="1" i="0">
                <a:solidFill>
                  <a:srgbClr val="FFFFFF"/>
                </a:solidFill>
                <a:latin typeface="Aptos"/>
                <a:ea typeface="Aptos"/>
                <a:cs typeface="Aptos"/>
              </a:defRPr>
            </a:lvl7pPr>
            <a:lvl8pPr algn="ctr">
              <a:defRPr sz="1650" b="1" i="0">
                <a:solidFill>
                  <a:srgbClr val="FFFFFF"/>
                </a:solidFill>
                <a:latin typeface="Aptos"/>
                <a:ea typeface="Aptos"/>
                <a:cs typeface="Aptos"/>
              </a:defRPr>
            </a:lvl8pPr>
            <a:lvl9pPr algn="ctr">
              <a:defRPr sz="1650" b="1" i="0">
                <a:solidFill>
                  <a:srgbClr val="FFFFFF"/>
                </a:solidFill>
                <a:latin typeface="Aptos"/>
                <a:ea typeface="Aptos"/>
                <a:cs typeface="Aptos"/>
              </a:defRPr>
            </a:lvl9pPr>
          </a:lstStyle>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5</a:t>
            </a:r>
          </a:p>
        </p:txBody>
      </p:sp>
      <p:sp>
        <p:nvSpPr>
          <p:cNvPr id="26" name="piece-title-4">
            <a:extLst xmlns:a="http://schemas.openxmlformats.org/drawingml/2006/main">
              <a:ext uri="{FF2B5EF4-FFF2-40B4-BE49-F238E27FC236}">
                <a16:creationId xmlns:a16="http://schemas.microsoft.com/office/drawing/2014/main" id="{AEB9280D-1FDD-447C-B6F1-F6B4E7CD9813}"/>
              </a:ext>
            </a:extLst>
          </p:cNvPr>
          <p:cNvSpPr>
            <a:spLocks xmlns:a="http://schemas.openxmlformats.org/drawingml/2006/main" noGrp="1"/>
          </p:cNvSpPr>
          <p:nvPr/>
        </p:nvSpPr>
        <p:spPr>
          <a:xfrm xmlns:a="http://schemas.openxmlformats.org/drawingml/2006/main">
            <a:off x="5295900" y="38862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003366"/>
                </a:solidFill>
                <a:latin typeface="Aptos"/>
                <a:ea typeface="Aptos"/>
                <a:cs typeface="Aptos"/>
              </a:defRPr>
            </a:defPPr>
            <a:lvl1pPr algn="l">
              <a:defRPr sz="1500" b="1" i="0">
                <a:solidFill>
                  <a:srgbClr val="003366"/>
                </a:solidFill>
                <a:latin typeface="Aptos"/>
                <a:ea typeface="Aptos"/>
                <a:cs typeface="Aptos"/>
              </a:defRPr>
            </a:lvl1pPr>
            <a:lvl2pPr algn="l">
              <a:defRPr sz="1500" b="1" i="0">
                <a:solidFill>
                  <a:srgbClr val="003366"/>
                </a:solidFill>
                <a:latin typeface="Aptos"/>
                <a:ea typeface="Aptos"/>
                <a:cs typeface="Aptos"/>
              </a:defRPr>
            </a:lvl2pPr>
            <a:lvl3pPr algn="l">
              <a:defRPr sz="1500" b="1" i="0">
                <a:solidFill>
                  <a:srgbClr val="003366"/>
                </a:solidFill>
                <a:latin typeface="Aptos"/>
                <a:ea typeface="Aptos"/>
                <a:cs typeface="Aptos"/>
              </a:defRPr>
            </a:lvl3pPr>
            <a:lvl4pPr algn="l">
              <a:defRPr sz="1500" b="1" i="0">
                <a:solidFill>
                  <a:srgbClr val="003366"/>
                </a:solidFill>
                <a:latin typeface="Aptos"/>
                <a:ea typeface="Aptos"/>
                <a:cs typeface="Aptos"/>
              </a:defRPr>
            </a:lvl4pPr>
            <a:lvl5pPr algn="l">
              <a:defRPr sz="1500" b="1" i="0">
                <a:solidFill>
                  <a:srgbClr val="003366"/>
                </a:solidFill>
                <a:latin typeface="Aptos"/>
                <a:ea typeface="Aptos"/>
                <a:cs typeface="Aptos"/>
              </a:defRPr>
            </a:lvl5pPr>
            <a:lvl6pPr algn="l">
              <a:defRPr sz="1500" b="1" i="0">
                <a:solidFill>
                  <a:srgbClr val="003366"/>
                </a:solidFill>
                <a:latin typeface="Aptos"/>
                <a:ea typeface="Aptos"/>
                <a:cs typeface="Aptos"/>
              </a:defRPr>
            </a:lvl6pPr>
            <a:lvl7pPr algn="l">
              <a:defRPr sz="1500" b="1" i="0">
                <a:solidFill>
                  <a:srgbClr val="003366"/>
                </a:solidFill>
                <a:latin typeface="Aptos"/>
                <a:ea typeface="Aptos"/>
                <a:cs typeface="Aptos"/>
              </a:defRPr>
            </a:lvl7pPr>
            <a:lvl8pPr algn="l">
              <a:defRPr sz="1500" b="1" i="0">
                <a:solidFill>
                  <a:srgbClr val="003366"/>
                </a:solidFill>
                <a:latin typeface="Aptos"/>
                <a:ea typeface="Aptos"/>
                <a:cs typeface="Aptos"/>
              </a:defRPr>
            </a:lvl8pPr>
            <a:lvl9pPr algn="l">
              <a:defRPr sz="1500" b="1" i="0">
                <a:solidFill>
                  <a:srgbClr val="003366"/>
                </a:solidFill>
                <a:latin typeface="Aptos"/>
                <a:ea typeface="Aptos"/>
                <a:cs typeface="Aptos"/>
              </a:defRPr>
            </a:lvl9pPr>
          </a:lstStyle>
          <a:p xmlns:a="http://schemas.openxmlformats.org/drawingml/2006/main">
            <a:pPr algn="l">
              <a:defRPr sz="1500" b="1" i="0">
                <a:solidFill>
                  <a:srgbClr val="003366"/>
                </a:solidFill>
                <a:latin typeface="Aptos"/>
                <a:ea typeface="Aptos"/>
                <a:cs typeface="Aptos"/>
              </a:defRPr>
            </a:pPr>
            <a:r>
              <a:rPr sz="1500" b="1" i="0">
                <a:solidFill>
                  <a:srgbClr val="003366"/>
                </a:solidFill>
                <a:latin typeface="Aptos"/>
                <a:ea typeface="Aptos"/>
                <a:cs typeface="Aptos"/>
              </a:rPr>
              <a:t>Formato</a:t>
            </a:r>
          </a:p>
        </p:txBody>
      </p:sp>
      <p:sp>
        <p:nvSpPr>
          <p:cNvPr id="27" name="piece-copy-4">
            <a:extLst xmlns:a="http://schemas.openxmlformats.org/drawingml/2006/main">
              <a:ext uri="{FF2B5EF4-FFF2-40B4-BE49-F238E27FC236}">
                <a16:creationId xmlns:a16="http://schemas.microsoft.com/office/drawing/2014/main" id="{7709DE9B-0AB9-414B-B714-24235AA9B94E}"/>
              </a:ext>
            </a:extLst>
          </p:cNvPr>
          <p:cNvSpPr>
            <a:spLocks xmlns:a="http://schemas.openxmlformats.org/drawingml/2006/main" noGrp="1"/>
          </p:cNvSpPr>
          <p:nvPr/>
        </p:nvSpPr>
        <p:spPr>
          <a:xfrm xmlns:a="http://schemas.openxmlformats.org/drawingml/2006/main">
            <a:off x="5295900" y="4267200"/>
            <a:ext cx="276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17324D"/>
                </a:solidFill>
                <a:latin typeface="Aptos"/>
                <a:ea typeface="Aptos"/>
                <a:cs typeface="Aptos"/>
              </a:defRPr>
            </a:defPPr>
            <a:lvl1pPr algn="l">
              <a:defRPr sz="1275" b="0" i="0">
                <a:solidFill>
                  <a:srgbClr val="17324D"/>
                </a:solidFill>
                <a:latin typeface="Aptos"/>
                <a:ea typeface="Aptos"/>
                <a:cs typeface="Aptos"/>
              </a:defRPr>
            </a:lvl1pPr>
            <a:lvl2pPr algn="l">
              <a:defRPr sz="1275" b="0" i="0">
                <a:solidFill>
                  <a:srgbClr val="17324D"/>
                </a:solidFill>
                <a:latin typeface="Aptos"/>
                <a:ea typeface="Aptos"/>
                <a:cs typeface="Aptos"/>
              </a:defRPr>
            </a:lvl2pPr>
            <a:lvl3pPr algn="l">
              <a:defRPr sz="1275" b="0" i="0">
                <a:solidFill>
                  <a:srgbClr val="17324D"/>
                </a:solidFill>
                <a:latin typeface="Aptos"/>
                <a:ea typeface="Aptos"/>
                <a:cs typeface="Aptos"/>
              </a:defRPr>
            </a:lvl3pPr>
            <a:lvl4pPr algn="l">
              <a:defRPr sz="1275" b="0" i="0">
                <a:solidFill>
                  <a:srgbClr val="17324D"/>
                </a:solidFill>
                <a:latin typeface="Aptos"/>
                <a:ea typeface="Aptos"/>
                <a:cs typeface="Aptos"/>
              </a:defRPr>
            </a:lvl4pPr>
            <a:lvl5pPr algn="l">
              <a:defRPr sz="1275" b="0" i="0">
                <a:solidFill>
                  <a:srgbClr val="17324D"/>
                </a:solidFill>
                <a:latin typeface="Aptos"/>
                <a:ea typeface="Aptos"/>
                <a:cs typeface="Aptos"/>
              </a:defRPr>
            </a:lvl5pPr>
            <a:lvl6pPr algn="l">
              <a:defRPr sz="1275" b="0" i="0">
                <a:solidFill>
                  <a:srgbClr val="17324D"/>
                </a:solidFill>
                <a:latin typeface="Aptos"/>
                <a:ea typeface="Aptos"/>
                <a:cs typeface="Aptos"/>
              </a:defRPr>
            </a:lvl6pPr>
            <a:lvl7pPr algn="l">
              <a:defRPr sz="1275" b="0" i="0">
                <a:solidFill>
                  <a:srgbClr val="17324D"/>
                </a:solidFill>
                <a:latin typeface="Aptos"/>
                <a:ea typeface="Aptos"/>
                <a:cs typeface="Aptos"/>
              </a:defRPr>
            </a:lvl7pPr>
            <a:lvl8pPr algn="l">
              <a:defRPr sz="1275" b="0" i="0">
                <a:solidFill>
                  <a:srgbClr val="17324D"/>
                </a:solidFill>
                <a:latin typeface="Aptos"/>
                <a:ea typeface="Aptos"/>
                <a:cs typeface="Aptos"/>
              </a:defRPr>
            </a:lvl8pPr>
            <a:lvl9pPr algn="l">
              <a:defRPr sz="1275" b="0" i="0">
                <a:solidFill>
                  <a:srgbClr val="17324D"/>
                </a:solidFill>
                <a:latin typeface="Aptos"/>
                <a:ea typeface="Aptos"/>
                <a:cs typeface="Aptos"/>
              </a:defRPr>
            </a:lvl9pPr>
          </a:lstStyle>
          <a:p xmlns:a="http://schemas.openxmlformats.org/drawingml/2006/main">
            <a:pPr algn="l">
              <a:defRPr sz="1275" b="0" i="0">
                <a:solidFill>
                  <a:srgbClr val="17324D"/>
                </a:solidFill>
                <a:latin typeface="Aptos"/>
                <a:ea typeface="Aptos"/>
                <a:cs typeface="Aptos"/>
              </a:defRPr>
            </a:pPr>
            <a:r>
              <a:rPr sz="1275" b="0" i="0">
                <a:solidFill>
                  <a:srgbClr val="17324D"/>
                </a:solidFill>
                <a:latin typeface="Aptos"/>
                <a:ea typeface="Aptos"/>
                <a:cs typeface="Aptos"/>
              </a:rPr>
              <a:t>Estructura y extensión</a:t>
            </a:r>
          </a:p>
        </p:txBody>
      </p:sp>
      <p:sp>
        <p:nvSpPr>
          <p:cNvPr id="28" name="piece-rule-4">
            <a:extLst xmlns:a="http://schemas.openxmlformats.org/drawingml/2006/main">
              <a:ext uri="{FF2B5EF4-FFF2-40B4-BE49-F238E27FC236}">
                <a16:creationId xmlns:a16="http://schemas.microsoft.com/office/drawing/2014/main" id="{935A4489-730F-4EB3-BC9D-56525B536CB4}"/>
              </a:ext>
            </a:extLst>
          </p:cNvPr>
          <p:cNvSpPr>
            <a:spLocks xmlns:a="http://schemas.openxmlformats.org/drawingml/2006/main" noGrp="1"/>
          </p:cNvSpPr>
          <p:nvPr/>
        </p:nvSpPr>
        <p:spPr>
          <a:xfrm xmlns:a="http://schemas.openxmlformats.org/drawingml/2006/main">
            <a:off x="5295900" y="4800600"/>
            <a:ext cx="2381250" cy="28575"/>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29" name="piece-circle-5">
            <a:extLst xmlns:a="http://schemas.openxmlformats.org/drawingml/2006/main">
              <a:ext uri="{FF2B5EF4-FFF2-40B4-BE49-F238E27FC236}">
                <a16:creationId xmlns:a16="http://schemas.microsoft.com/office/drawing/2014/main" id="{048E1498-AE90-41B2-B30E-6485A70F3A2C}"/>
              </a:ext>
            </a:extLst>
          </p:cNvPr>
          <p:cNvSpPr>
            <a:spLocks xmlns:a="http://schemas.openxmlformats.org/drawingml/2006/main" noGrp="1"/>
          </p:cNvSpPr>
          <p:nvPr/>
        </p:nvSpPr>
        <p:spPr>
          <a:xfrm xmlns:a="http://schemas.openxmlformats.org/drawingml/2006/main">
            <a:off x="8324850" y="3867150"/>
            <a:ext cx="590550" cy="59055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30" name="piece-number-5">
            <a:extLst xmlns:a="http://schemas.openxmlformats.org/drawingml/2006/main">
              <a:ext uri="{FF2B5EF4-FFF2-40B4-BE49-F238E27FC236}">
                <a16:creationId xmlns:a16="http://schemas.microsoft.com/office/drawing/2014/main" id="{DF6E6A7D-5D41-4FE2-B578-63D9671CE80F}"/>
              </a:ext>
            </a:extLst>
          </p:cNvPr>
          <p:cNvSpPr>
            <a:spLocks xmlns:a="http://schemas.openxmlformats.org/drawingml/2006/main" noGrp="1"/>
          </p:cNvSpPr>
          <p:nvPr/>
        </p:nvSpPr>
        <p:spPr>
          <a:xfrm xmlns:a="http://schemas.openxmlformats.org/drawingml/2006/main">
            <a:off x="8324850" y="3962400"/>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FFFFFF"/>
                </a:solidFill>
                <a:latin typeface="Aptos"/>
                <a:ea typeface="Aptos"/>
                <a:cs typeface="Aptos"/>
              </a:defRPr>
            </a:defPPr>
            <a:lvl1pPr algn="ctr">
              <a:defRPr sz="1650" b="1" i="0">
                <a:solidFill>
                  <a:srgbClr val="FFFFFF"/>
                </a:solidFill>
                <a:latin typeface="Aptos"/>
                <a:ea typeface="Aptos"/>
                <a:cs typeface="Aptos"/>
              </a:defRPr>
            </a:lvl1pPr>
            <a:lvl2pPr algn="ctr">
              <a:defRPr sz="1650" b="1" i="0">
                <a:solidFill>
                  <a:srgbClr val="FFFFFF"/>
                </a:solidFill>
                <a:latin typeface="Aptos"/>
                <a:ea typeface="Aptos"/>
                <a:cs typeface="Aptos"/>
              </a:defRPr>
            </a:lvl2pPr>
            <a:lvl3pPr algn="ctr">
              <a:defRPr sz="1650" b="1" i="0">
                <a:solidFill>
                  <a:srgbClr val="FFFFFF"/>
                </a:solidFill>
                <a:latin typeface="Aptos"/>
                <a:ea typeface="Aptos"/>
                <a:cs typeface="Aptos"/>
              </a:defRPr>
            </a:lvl3pPr>
            <a:lvl4pPr algn="ctr">
              <a:defRPr sz="1650" b="1" i="0">
                <a:solidFill>
                  <a:srgbClr val="FFFFFF"/>
                </a:solidFill>
                <a:latin typeface="Aptos"/>
                <a:ea typeface="Aptos"/>
                <a:cs typeface="Aptos"/>
              </a:defRPr>
            </a:lvl4pPr>
            <a:lvl5pPr algn="ctr">
              <a:defRPr sz="1650" b="1" i="0">
                <a:solidFill>
                  <a:srgbClr val="FFFFFF"/>
                </a:solidFill>
                <a:latin typeface="Aptos"/>
                <a:ea typeface="Aptos"/>
                <a:cs typeface="Aptos"/>
              </a:defRPr>
            </a:lvl5pPr>
            <a:lvl6pPr algn="ctr">
              <a:defRPr sz="1650" b="1" i="0">
                <a:solidFill>
                  <a:srgbClr val="FFFFFF"/>
                </a:solidFill>
                <a:latin typeface="Aptos"/>
                <a:ea typeface="Aptos"/>
                <a:cs typeface="Aptos"/>
              </a:defRPr>
            </a:lvl6pPr>
            <a:lvl7pPr algn="ctr">
              <a:defRPr sz="1650" b="1" i="0">
                <a:solidFill>
                  <a:srgbClr val="FFFFFF"/>
                </a:solidFill>
                <a:latin typeface="Aptos"/>
                <a:ea typeface="Aptos"/>
                <a:cs typeface="Aptos"/>
              </a:defRPr>
            </a:lvl7pPr>
            <a:lvl8pPr algn="ctr">
              <a:defRPr sz="1650" b="1" i="0">
                <a:solidFill>
                  <a:srgbClr val="FFFFFF"/>
                </a:solidFill>
                <a:latin typeface="Aptos"/>
                <a:ea typeface="Aptos"/>
                <a:cs typeface="Aptos"/>
              </a:defRPr>
            </a:lvl8pPr>
            <a:lvl9pPr algn="ctr">
              <a:defRPr sz="1650" b="1" i="0">
                <a:solidFill>
                  <a:srgbClr val="FFFFFF"/>
                </a:solidFill>
                <a:latin typeface="Aptos"/>
                <a:ea typeface="Aptos"/>
                <a:cs typeface="Aptos"/>
              </a:defRPr>
            </a:lvl9pPr>
          </a:lstStyle>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6</a:t>
            </a:r>
          </a:p>
        </p:txBody>
      </p:sp>
      <p:sp>
        <p:nvSpPr>
          <p:cNvPr id="31" name="piece-title-5">
            <a:extLst xmlns:a="http://schemas.openxmlformats.org/drawingml/2006/main">
              <a:ext uri="{FF2B5EF4-FFF2-40B4-BE49-F238E27FC236}">
                <a16:creationId xmlns:a16="http://schemas.microsoft.com/office/drawing/2014/main" id="{35A9546A-95E2-433A-A215-C3DF10B92394}"/>
              </a:ext>
            </a:extLst>
          </p:cNvPr>
          <p:cNvSpPr>
            <a:spLocks xmlns:a="http://schemas.openxmlformats.org/drawingml/2006/main" noGrp="1"/>
          </p:cNvSpPr>
          <p:nvPr/>
        </p:nvSpPr>
        <p:spPr>
          <a:xfrm xmlns:a="http://schemas.openxmlformats.org/drawingml/2006/main">
            <a:off x="9105900" y="38862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003366"/>
                </a:solidFill>
                <a:latin typeface="Aptos"/>
                <a:ea typeface="Aptos"/>
                <a:cs typeface="Aptos"/>
              </a:defRPr>
            </a:defPPr>
            <a:lvl1pPr algn="l">
              <a:defRPr sz="1500" b="1" i="0">
                <a:solidFill>
                  <a:srgbClr val="003366"/>
                </a:solidFill>
                <a:latin typeface="Aptos"/>
                <a:ea typeface="Aptos"/>
                <a:cs typeface="Aptos"/>
              </a:defRPr>
            </a:lvl1pPr>
            <a:lvl2pPr algn="l">
              <a:defRPr sz="1500" b="1" i="0">
                <a:solidFill>
                  <a:srgbClr val="003366"/>
                </a:solidFill>
                <a:latin typeface="Aptos"/>
                <a:ea typeface="Aptos"/>
                <a:cs typeface="Aptos"/>
              </a:defRPr>
            </a:lvl2pPr>
            <a:lvl3pPr algn="l">
              <a:defRPr sz="1500" b="1" i="0">
                <a:solidFill>
                  <a:srgbClr val="003366"/>
                </a:solidFill>
                <a:latin typeface="Aptos"/>
                <a:ea typeface="Aptos"/>
                <a:cs typeface="Aptos"/>
              </a:defRPr>
            </a:lvl3pPr>
            <a:lvl4pPr algn="l">
              <a:defRPr sz="1500" b="1" i="0">
                <a:solidFill>
                  <a:srgbClr val="003366"/>
                </a:solidFill>
                <a:latin typeface="Aptos"/>
                <a:ea typeface="Aptos"/>
                <a:cs typeface="Aptos"/>
              </a:defRPr>
            </a:lvl4pPr>
            <a:lvl5pPr algn="l">
              <a:defRPr sz="1500" b="1" i="0">
                <a:solidFill>
                  <a:srgbClr val="003366"/>
                </a:solidFill>
                <a:latin typeface="Aptos"/>
                <a:ea typeface="Aptos"/>
                <a:cs typeface="Aptos"/>
              </a:defRPr>
            </a:lvl5pPr>
            <a:lvl6pPr algn="l">
              <a:defRPr sz="1500" b="1" i="0">
                <a:solidFill>
                  <a:srgbClr val="003366"/>
                </a:solidFill>
                <a:latin typeface="Aptos"/>
                <a:ea typeface="Aptos"/>
                <a:cs typeface="Aptos"/>
              </a:defRPr>
            </a:lvl6pPr>
            <a:lvl7pPr algn="l">
              <a:defRPr sz="1500" b="1" i="0">
                <a:solidFill>
                  <a:srgbClr val="003366"/>
                </a:solidFill>
                <a:latin typeface="Aptos"/>
                <a:ea typeface="Aptos"/>
                <a:cs typeface="Aptos"/>
              </a:defRPr>
            </a:lvl7pPr>
            <a:lvl8pPr algn="l">
              <a:defRPr sz="1500" b="1" i="0">
                <a:solidFill>
                  <a:srgbClr val="003366"/>
                </a:solidFill>
                <a:latin typeface="Aptos"/>
                <a:ea typeface="Aptos"/>
                <a:cs typeface="Aptos"/>
              </a:defRPr>
            </a:lvl8pPr>
            <a:lvl9pPr algn="l">
              <a:defRPr sz="1500" b="1" i="0">
                <a:solidFill>
                  <a:srgbClr val="003366"/>
                </a:solidFill>
                <a:latin typeface="Aptos"/>
                <a:ea typeface="Aptos"/>
                <a:cs typeface="Aptos"/>
              </a:defRPr>
            </a:lvl9pPr>
          </a:lstStyle>
          <a:p xmlns:a="http://schemas.openxmlformats.org/drawingml/2006/main">
            <a:pPr algn="l">
              <a:defRPr sz="1500" b="1" i="0">
                <a:solidFill>
                  <a:srgbClr val="003366"/>
                </a:solidFill>
                <a:latin typeface="Aptos"/>
                <a:ea typeface="Aptos"/>
                <a:cs typeface="Aptos"/>
              </a:defRPr>
            </a:pPr>
            <a:r>
              <a:rPr sz="1500" b="1" i="0">
                <a:solidFill>
                  <a:srgbClr val="003366"/>
                </a:solidFill>
                <a:latin typeface="Aptos"/>
                <a:ea typeface="Aptos"/>
                <a:cs typeface="Aptos"/>
              </a:rPr>
              <a:t>Revisión</a:t>
            </a:r>
          </a:p>
        </p:txBody>
      </p:sp>
      <p:sp>
        <p:nvSpPr>
          <p:cNvPr id="32" name="piece-copy-5">
            <a:extLst xmlns:a="http://schemas.openxmlformats.org/drawingml/2006/main">
              <a:ext uri="{FF2B5EF4-FFF2-40B4-BE49-F238E27FC236}">
                <a16:creationId xmlns:a16="http://schemas.microsoft.com/office/drawing/2014/main" id="{F122BA89-3EDA-45EE-B9B3-6127BC55D4AF}"/>
              </a:ext>
            </a:extLst>
          </p:cNvPr>
          <p:cNvSpPr>
            <a:spLocks xmlns:a="http://schemas.openxmlformats.org/drawingml/2006/main" noGrp="1"/>
          </p:cNvSpPr>
          <p:nvPr/>
        </p:nvSpPr>
        <p:spPr>
          <a:xfrm xmlns:a="http://schemas.openxmlformats.org/drawingml/2006/main">
            <a:off x="9105900" y="4267200"/>
            <a:ext cx="276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17324D"/>
                </a:solidFill>
                <a:latin typeface="Aptos"/>
                <a:ea typeface="Aptos"/>
                <a:cs typeface="Aptos"/>
              </a:defRPr>
            </a:defPPr>
            <a:lvl1pPr algn="l">
              <a:defRPr sz="1275" b="0" i="0">
                <a:solidFill>
                  <a:srgbClr val="17324D"/>
                </a:solidFill>
                <a:latin typeface="Aptos"/>
                <a:ea typeface="Aptos"/>
                <a:cs typeface="Aptos"/>
              </a:defRPr>
            </a:lvl1pPr>
            <a:lvl2pPr algn="l">
              <a:defRPr sz="1275" b="0" i="0">
                <a:solidFill>
                  <a:srgbClr val="17324D"/>
                </a:solidFill>
                <a:latin typeface="Aptos"/>
                <a:ea typeface="Aptos"/>
                <a:cs typeface="Aptos"/>
              </a:defRPr>
            </a:lvl2pPr>
            <a:lvl3pPr algn="l">
              <a:defRPr sz="1275" b="0" i="0">
                <a:solidFill>
                  <a:srgbClr val="17324D"/>
                </a:solidFill>
                <a:latin typeface="Aptos"/>
                <a:ea typeface="Aptos"/>
                <a:cs typeface="Aptos"/>
              </a:defRPr>
            </a:lvl3pPr>
            <a:lvl4pPr algn="l">
              <a:defRPr sz="1275" b="0" i="0">
                <a:solidFill>
                  <a:srgbClr val="17324D"/>
                </a:solidFill>
                <a:latin typeface="Aptos"/>
                <a:ea typeface="Aptos"/>
                <a:cs typeface="Aptos"/>
              </a:defRPr>
            </a:lvl4pPr>
            <a:lvl5pPr algn="l">
              <a:defRPr sz="1275" b="0" i="0">
                <a:solidFill>
                  <a:srgbClr val="17324D"/>
                </a:solidFill>
                <a:latin typeface="Aptos"/>
                <a:ea typeface="Aptos"/>
                <a:cs typeface="Aptos"/>
              </a:defRPr>
            </a:lvl5pPr>
            <a:lvl6pPr algn="l">
              <a:defRPr sz="1275" b="0" i="0">
                <a:solidFill>
                  <a:srgbClr val="17324D"/>
                </a:solidFill>
                <a:latin typeface="Aptos"/>
                <a:ea typeface="Aptos"/>
                <a:cs typeface="Aptos"/>
              </a:defRPr>
            </a:lvl6pPr>
            <a:lvl7pPr algn="l">
              <a:defRPr sz="1275" b="0" i="0">
                <a:solidFill>
                  <a:srgbClr val="17324D"/>
                </a:solidFill>
                <a:latin typeface="Aptos"/>
                <a:ea typeface="Aptos"/>
                <a:cs typeface="Aptos"/>
              </a:defRPr>
            </a:lvl7pPr>
            <a:lvl8pPr algn="l">
              <a:defRPr sz="1275" b="0" i="0">
                <a:solidFill>
                  <a:srgbClr val="17324D"/>
                </a:solidFill>
                <a:latin typeface="Aptos"/>
                <a:ea typeface="Aptos"/>
                <a:cs typeface="Aptos"/>
              </a:defRPr>
            </a:lvl8pPr>
            <a:lvl9pPr algn="l">
              <a:defRPr sz="1275" b="0" i="0">
                <a:solidFill>
                  <a:srgbClr val="17324D"/>
                </a:solidFill>
                <a:latin typeface="Aptos"/>
                <a:ea typeface="Aptos"/>
                <a:cs typeface="Aptos"/>
              </a:defRPr>
            </a:lvl9pPr>
          </a:lstStyle>
          <a:p xmlns:a="http://schemas.openxmlformats.org/drawingml/2006/main">
            <a:pPr algn="l">
              <a:defRPr sz="1275" b="0" i="0">
                <a:solidFill>
                  <a:srgbClr val="17324D"/>
                </a:solidFill>
                <a:latin typeface="Aptos"/>
                <a:ea typeface="Aptos"/>
                <a:cs typeface="Aptos"/>
              </a:defRPr>
            </a:pPr>
            <a:r>
              <a:rPr sz="1275" b="0" i="0">
                <a:solidFill>
                  <a:srgbClr val="17324D"/>
                </a:solidFill>
                <a:latin typeface="Aptos"/>
                <a:ea typeface="Aptos"/>
                <a:cs typeface="Aptos"/>
              </a:rPr>
              <a:t>Verificar hechos y faltantes</a:t>
            </a:r>
          </a:p>
        </p:txBody>
      </p:sp>
      <p:sp>
        <p:nvSpPr>
          <p:cNvPr id="33" name="piece-rule-5">
            <a:extLst xmlns:a="http://schemas.openxmlformats.org/drawingml/2006/main">
              <a:ext uri="{FF2B5EF4-FFF2-40B4-BE49-F238E27FC236}">
                <a16:creationId xmlns:a16="http://schemas.microsoft.com/office/drawing/2014/main" id="{671036BC-C795-4A48-BAC6-1EFD3DA86230}"/>
              </a:ext>
            </a:extLst>
          </p:cNvPr>
          <p:cNvSpPr>
            <a:spLocks xmlns:a="http://schemas.openxmlformats.org/drawingml/2006/main" noGrp="1"/>
          </p:cNvSpPr>
          <p:nvPr/>
        </p:nvSpPr>
        <p:spPr>
          <a:xfrm xmlns:a="http://schemas.openxmlformats.org/drawingml/2006/main">
            <a:off x="9105900" y="4800600"/>
            <a:ext cx="2381250" cy="28575"/>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34" name="pending-marker-box">
            <a:extLst xmlns:a="http://schemas.openxmlformats.org/drawingml/2006/main">
              <a:ext uri="{FF2B5EF4-FFF2-40B4-BE49-F238E27FC236}">
                <a16:creationId xmlns:a16="http://schemas.microsoft.com/office/drawing/2014/main" id="{9D575742-D894-49A4-A393-D3A0BDE637B3}"/>
              </a:ext>
            </a:extLst>
          </p:cNvPr>
          <p:cNvSpPr>
            <a:spLocks xmlns:a="http://schemas.openxmlformats.org/drawingml/2006/main" noGrp="1"/>
          </p:cNvSpPr>
          <p:nvPr/>
        </p:nvSpPr>
        <p:spPr>
          <a:xfrm xmlns:a="http://schemas.openxmlformats.org/drawingml/2006/main">
            <a:off x="3276600" y="5581650"/>
            <a:ext cx="5638800" cy="361950"/>
          </a:xfrm>
          <a:prstGeom xmlns:a="http://schemas.openxmlformats.org/drawingml/2006/main" prst="roundRect">
            <a:avLst>
              <a:gd name="adj" fmla="val 21053"/>
            </a:avLst>
          </a:prstGeom>
          <a:solidFill xmlns:a="http://schemas.openxmlformats.org/drawingml/2006/main">
            <a:srgbClr val="003366"/>
          </a:solidFill>
          <a:ln xmlns:a="http://schemas.openxmlformats.org/drawingml/2006/main" w="0">
            <a:noFill/>
            <a:prstDash val="solid"/>
          </a:ln>
        </p:spPr>
      </p:sp>
      <p:sp>
        <p:nvSpPr>
          <p:cNvPr id="35" name="pending-marker-text">
            <a:extLst xmlns:a="http://schemas.openxmlformats.org/drawingml/2006/main">
              <a:ext uri="{FF2B5EF4-FFF2-40B4-BE49-F238E27FC236}">
                <a16:creationId xmlns:a16="http://schemas.microsoft.com/office/drawing/2014/main" id="{9AB88930-D15E-4894-B29F-66A06C956324}"/>
              </a:ext>
            </a:extLst>
          </p:cNvPr>
          <p:cNvSpPr>
            <a:spLocks xmlns:a="http://schemas.openxmlformats.org/drawingml/2006/main" noGrp="1"/>
          </p:cNvSpPr>
          <p:nvPr/>
        </p:nvSpPr>
        <p:spPr>
          <a:xfrm xmlns:a="http://schemas.openxmlformats.org/drawingml/2006/main">
            <a:off x="3390900" y="5648325"/>
            <a:ext cx="541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Si falta información, escribe PENDIENTE DE CONFIRMAR</a:t>
            </a:r>
          </a:p>
        </p:txBody>
      </p:sp>
      <p:sp>
        <p:nvSpPr>
          <p:cNvPr id="36" name="brand-4">
            <a:extLst xmlns:a="http://schemas.openxmlformats.org/drawingml/2006/main">
              <a:ext uri="{FF2B5EF4-FFF2-40B4-BE49-F238E27FC236}">
                <a16:creationId xmlns:a16="http://schemas.microsoft.com/office/drawing/2014/main" id="{E50C7D31-4993-496A-B91D-C725E4FD9B77}"/>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37" name="page-4">
            <a:extLst xmlns:a="http://schemas.openxmlformats.org/drawingml/2006/main">
              <a:ext uri="{FF2B5EF4-FFF2-40B4-BE49-F238E27FC236}">
                <a16:creationId xmlns:a16="http://schemas.microsoft.com/office/drawing/2014/main" id="{A373977A-7AC9-45F3-A5F6-41CF889CE584}"/>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04</a:t>
            </a:r>
          </a:p>
        </p:txBody>
      </p:sp>
    </p:spTree>
    <p:extLst>
      <p:ext uri="{BB962C8B-B14F-4D97-AF65-F5344CB8AC3E}">
        <p14:creationId xmlns:p14="http://schemas.microsoft.com/office/powerpoint/2010/main" val="1611852094"/>
      </p:ext>
    </p:extLst>
  </p:cSld>
</p:sld>
</file>

<file path=ppt/slides/slide5.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8" name="title-5">
            <a:extLst xmlns:a="http://schemas.openxmlformats.org/drawingml/2006/main">
              <a:ext uri="{FF2B5EF4-FFF2-40B4-BE49-F238E27FC236}">
                <a16:creationId xmlns:a16="http://schemas.microsoft.com/office/drawing/2014/main" id="{BDAD430E-F8ED-4751-9386-E167F2D0E9BF}"/>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Cinco casos ficticios para practicar</a:t>
            </a:r>
          </a:p>
        </p:txBody>
      </p:sp>
      <p:sp>
        <p:nvSpPr>
          <p:cNvPr id="2" name="title-rule-5">
            <a:extLst xmlns:a="http://schemas.openxmlformats.org/drawingml/2006/main">
              <a:ext uri="{FF2B5EF4-FFF2-40B4-BE49-F238E27FC236}">
                <a16:creationId xmlns:a16="http://schemas.microsoft.com/office/drawing/2014/main" id="{79C96C8E-5DFE-431E-B064-3B67483800BA}"/>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5">
            <a:extLst xmlns:a="http://schemas.openxmlformats.org/drawingml/2006/main">
              <a:ext uri="{FF2B5EF4-FFF2-40B4-BE49-F238E27FC236}">
                <a16:creationId xmlns:a16="http://schemas.microsoft.com/office/drawing/2014/main" id="{2B8D176A-0D11-494E-BF63-9B9C06285D2C}"/>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Define Contexto permitido y Datos prohibidos antes de abrir la herramienta de IA.</a:t>
            </a:r>
          </a:p>
        </p:txBody>
      </p:sp>
      <p:graphicFrame>
        <p:nvGraphicFramePr>
          <p:cNvPr id="4" name="">
            <a:extLst xmlns:a="http://schemas.openxmlformats.org/drawingml/2006/main">
              <a:ext uri="{FF2B5EF4-FFF2-40B4-BE49-F238E27FC236}">
                <a16:creationId xmlns:a16="http://schemas.microsoft.com/office/drawing/2014/main" id="{5E91D728-8AD1-42B8-956C-E24DAC8A8E98}"/>
              </a:ext>
            </a:extLst>
          </p:cNvPr>
          <p:cNvGraphicFramePr/>
          <p:nvPr/>
        </p:nvGraphicFramePr>
        <p:xfrm>
          <a:off xmlns:a="http://schemas.openxmlformats.org/drawingml/2006/main" x="666750" y="2076450"/>
          <a:ext xmlns:a="http://schemas.openxmlformats.org/drawingml/2006/main" cx="10858500" cy="3543300"/>
        </p:xfrm>
        <a:graphic xmlns:a="http://schemas.openxmlformats.org/drawingml/2006/main">
          <a:graphicData uri="http://schemas.openxmlformats.org/drawingml/2006/table">
            <a:tbl>
              <a:tblPr/>
              <a:tblGrid>
                <a:gridCol w="666750"/>
                <a:gridCol w="4476750"/>
                <a:gridCol w="5715000"/>
              </a:tblGrid>
              <a:tr h="590550">
                <a:tc>
                  <a:txBody>
                    <a:bodyPr/>
                    <a:lstStyle/>
                    <a:p>
                      <a:pPr algn="ctr"/>
                      <a:r>
                        <a:rPr sz="1200" b="1">
                          <a:solidFill>
                            <a:srgbClr val="FFFFFF"/>
                          </a:solidFill>
                          <a:latin typeface="Aptos"/>
                          <a:ea typeface="Aptos"/>
                          <a:cs typeface="Aptos"/>
                        </a:rPr>
                        <a:t>Nº</a:t>
                      </a:r>
                    </a:p>
                  </a:txBody>
                  <a:tcPr marL="91440" marR="91440" marT="45720" marB="45720">
                    <a:lnL w="9525">
                      <a:solidFill>
                        <a:srgbClr val="EAF4F8"/>
                      </a:solidFill>
                      <a:prstDash val="solid"/>
                    </a:lnL>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00" b="1">
                          <a:solidFill>
                            <a:srgbClr val="FFFFFF"/>
                          </a:solidFill>
                          <a:latin typeface="Aptos"/>
                          <a:ea typeface="Aptos"/>
                          <a:cs typeface="Aptos"/>
                        </a:rPr>
                        <a:t>Caso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00" b="1">
                          <a:solidFill>
                            <a:srgbClr val="FFFFFF"/>
                          </a:solidFill>
                          <a:latin typeface="Aptos"/>
                          <a:ea typeface="Aptos"/>
                          <a:cs typeface="Aptos"/>
                        </a:rPr>
                        <a:t>Formato verificable</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r>
              <a:tr h="590550">
                <a:tc>
                  <a:txBody>
                    <a:bodyPr/>
                    <a:lstStyle/>
                    <a:p>
                      <a:pPr algn="ctr"/>
                      <a:r>
                        <a:rPr sz="1275" b="1">
                          <a:solidFill>
                            <a:srgbClr val="003366"/>
                          </a:solidFill>
                          <a:latin typeface="Aptos"/>
                          <a:ea typeface="Aptos"/>
                          <a:cs typeface="Aptos"/>
                        </a:rPr>
                        <a:t>1</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200">
                          <a:solidFill>
                            <a:srgbClr val="17324D"/>
                          </a:solidFill>
                          <a:latin typeface="Aptos"/>
                          <a:ea typeface="Aptos"/>
                          <a:cs typeface="Aptos"/>
                        </a:rPr>
                        <a:t>Respuesta a una consulta general</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200">
                          <a:solidFill>
                            <a:srgbClr val="17324D"/>
                          </a:solidFill>
                          <a:latin typeface="Aptos"/>
                          <a:ea typeface="Aptos"/>
                          <a:cs typeface="Aptos"/>
                        </a:rPr>
                        <a:t>Asunto, cuerpo y pendientes</a:t>
                      </a:r>
                    </a:p>
                  </a:txBody>
                  <a:tcPr marL="91440" marR="91440" marT="45720" marB="45720">
                    <a:lnR w="9525">
                      <a:solidFill>
                        <a:srgbClr val="EAF4F8"/>
                      </a:solidFill>
                      <a:prstDash val="solid"/>
                    </a:lnR>
                    <a:lnB w="9525">
                      <a:solidFill>
                        <a:srgbClr val="EAF4F8"/>
                      </a:solidFill>
                      <a:prstDash val="solid"/>
                    </a:lnB>
                    <a:solidFill>
                      <a:srgbClr val="FFFFFF"/>
                    </a:solidFill>
                  </a:tcPr>
                </a:tc>
              </a:tr>
              <a:tr h="590550">
                <a:tc>
                  <a:txBody>
                    <a:bodyPr/>
                    <a:lstStyle/>
                    <a:p>
                      <a:pPr algn="ctr"/>
                      <a:r>
                        <a:rPr sz="1275" b="1">
                          <a:solidFill>
                            <a:srgbClr val="003366"/>
                          </a:solidFill>
                          <a:latin typeface="Aptos"/>
                          <a:ea typeface="Aptos"/>
                          <a:cs typeface="Aptos"/>
                        </a:rPr>
                        <a:t>2</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200">
                          <a:solidFill>
                            <a:srgbClr val="17324D"/>
                          </a:solidFill>
                          <a:latin typeface="Aptos"/>
                          <a:ea typeface="Aptos"/>
                          <a:cs typeface="Aptos"/>
                        </a:rPr>
                        <a:t>Notas desordenadas a procedimiento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200">
                          <a:solidFill>
                            <a:srgbClr val="17324D"/>
                          </a:solidFill>
                          <a:latin typeface="Aptos"/>
                          <a:ea typeface="Aptos"/>
                          <a:cs typeface="Aptos"/>
                        </a:rPr>
                        <a:t>Lista numerada con responsable</a:t>
                      </a:r>
                    </a:p>
                  </a:txBody>
                  <a:tcPr marL="91440" marR="91440" marT="45720" marB="45720">
                    <a:lnR w="9525">
                      <a:solidFill>
                        <a:srgbClr val="EAF4F8"/>
                      </a:solidFill>
                      <a:prstDash val="solid"/>
                    </a:lnR>
                    <a:lnB w="9525">
                      <a:solidFill>
                        <a:srgbClr val="EAF4F8"/>
                      </a:solidFill>
                      <a:prstDash val="solid"/>
                    </a:lnB>
                    <a:solidFill>
                      <a:srgbClr val="FFFFFF"/>
                    </a:solidFill>
                  </a:tcPr>
                </a:tc>
              </a:tr>
              <a:tr h="590550">
                <a:tc>
                  <a:txBody>
                    <a:bodyPr/>
                    <a:lstStyle/>
                    <a:p>
                      <a:pPr algn="ctr"/>
                      <a:r>
                        <a:rPr sz="1275" b="1">
                          <a:solidFill>
                            <a:srgbClr val="003366"/>
                          </a:solidFill>
                          <a:latin typeface="Aptos"/>
                          <a:ea typeface="Aptos"/>
                          <a:cs typeface="Aptos"/>
                        </a:rPr>
                        <a:t>3</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200">
                          <a:solidFill>
                            <a:srgbClr val="17324D"/>
                          </a:solidFill>
                          <a:latin typeface="Aptos"/>
                          <a:ea typeface="Aptos"/>
                          <a:cs typeface="Aptos"/>
                        </a:rPr>
                        <a:t>Descripción de servicio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200">
                          <a:solidFill>
                            <a:srgbClr val="17324D"/>
                          </a:solidFill>
                          <a:latin typeface="Aptos"/>
                          <a:ea typeface="Aptos"/>
                          <a:cs typeface="Aptos"/>
                        </a:rPr>
                        <a:t>Resumen breve sin beneficios inventados</a:t>
                      </a:r>
                    </a:p>
                  </a:txBody>
                  <a:tcPr marL="91440" marR="91440" marT="45720" marB="45720">
                    <a:lnR w="9525">
                      <a:solidFill>
                        <a:srgbClr val="EAF4F8"/>
                      </a:solidFill>
                      <a:prstDash val="solid"/>
                    </a:lnR>
                    <a:lnB w="9525">
                      <a:solidFill>
                        <a:srgbClr val="EAF4F8"/>
                      </a:solidFill>
                      <a:prstDash val="solid"/>
                    </a:lnB>
                    <a:solidFill>
                      <a:srgbClr val="FFFFFF"/>
                    </a:solidFill>
                  </a:tcPr>
                </a:tc>
              </a:tr>
              <a:tr h="590550">
                <a:tc>
                  <a:txBody>
                    <a:bodyPr/>
                    <a:lstStyle/>
                    <a:p>
                      <a:pPr algn="ctr"/>
                      <a:r>
                        <a:rPr sz="1275" b="1">
                          <a:solidFill>
                            <a:srgbClr val="003366"/>
                          </a:solidFill>
                          <a:latin typeface="Aptos"/>
                          <a:ea typeface="Aptos"/>
                          <a:cs typeface="Aptos"/>
                        </a:rPr>
                        <a:t>4</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200">
                          <a:solidFill>
                            <a:srgbClr val="17324D"/>
                          </a:solidFill>
                          <a:latin typeface="Aptos"/>
                          <a:ea typeface="Aptos"/>
                          <a:cs typeface="Aptos"/>
                        </a:rPr>
                        <a:t>Ideas de contenido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200">
                          <a:solidFill>
                            <a:srgbClr val="17324D"/>
                          </a:solidFill>
                          <a:latin typeface="Aptos"/>
                          <a:ea typeface="Aptos"/>
                          <a:cs typeface="Aptos"/>
                        </a:rPr>
                        <a:t>Tres ideas con fuente y revisión</a:t>
                      </a:r>
                    </a:p>
                  </a:txBody>
                  <a:tcPr marL="91440" marR="91440" marT="45720" marB="45720">
                    <a:lnR w="9525">
                      <a:solidFill>
                        <a:srgbClr val="EAF4F8"/>
                      </a:solidFill>
                      <a:prstDash val="solid"/>
                    </a:lnR>
                    <a:lnB w="9525">
                      <a:solidFill>
                        <a:srgbClr val="EAF4F8"/>
                      </a:solidFill>
                      <a:prstDash val="solid"/>
                    </a:lnB>
                    <a:solidFill>
                      <a:srgbClr val="FFFFFF"/>
                    </a:solidFill>
                  </a:tcPr>
                </a:tc>
              </a:tr>
              <a:tr h="590550">
                <a:tc>
                  <a:txBody>
                    <a:bodyPr/>
                    <a:lstStyle/>
                    <a:p>
                      <a:pPr algn="ctr"/>
                      <a:r>
                        <a:rPr sz="1275" b="1">
                          <a:solidFill>
                            <a:srgbClr val="003366"/>
                          </a:solidFill>
                          <a:latin typeface="Aptos"/>
                          <a:ea typeface="Aptos"/>
                          <a:cs typeface="Aptos"/>
                        </a:rPr>
                        <a:t>5</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200">
                          <a:solidFill>
                            <a:srgbClr val="17324D"/>
                          </a:solidFill>
                          <a:latin typeface="Aptos"/>
                          <a:ea typeface="Aptos"/>
                          <a:cs typeface="Aptos"/>
                        </a:rPr>
                        <a:t>Clasificación de consultas</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200">
                          <a:solidFill>
                            <a:srgbClr val="17324D"/>
                          </a:solidFill>
                          <a:latin typeface="Aptos"/>
                          <a:ea typeface="Aptos"/>
                          <a:cs typeface="Aptos"/>
                        </a:rPr>
                        <a:t>Tabla con categoría y justificación</a:t>
                      </a:r>
                    </a:p>
                  </a:txBody>
                  <a:tcPr marL="91440" marR="91440" marT="45720" marB="45720">
                    <a:lnR w="9525">
                      <a:solidFill>
                        <a:srgbClr val="EAF4F8"/>
                      </a:solidFill>
                      <a:prstDash val="solid"/>
                    </a:lnR>
                    <a:lnB w="9525">
                      <a:solidFill>
                        <a:srgbClr val="EAF4F8"/>
                      </a:solidFill>
                      <a:prstDash val="solid"/>
                    </a:lnB>
                    <a:solidFill>
                      <a:srgbClr val="FFFFFF"/>
                    </a:solidFill>
                  </a:tcPr>
                </a:tc>
              </a:tr>
            </a:tbl>
          </a:graphicData>
        </a:graphic>
      </p:graphicFrame>
      <p:sp>
        <p:nvSpPr>
          <p:cNvPr id="5" name="cases-safety">
            <a:extLst xmlns:a="http://schemas.openxmlformats.org/drawingml/2006/main">
              <a:ext uri="{FF2B5EF4-FFF2-40B4-BE49-F238E27FC236}">
                <a16:creationId xmlns:a16="http://schemas.microsoft.com/office/drawing/2014/main" id="{533C2F6D-0213-4737-8831-F095DBF9155E}"/>
              </a:ext>
            </a:extLst>
          </p:cNvPr>
          <p:cNvSpPr>
            <a:spLocks xmlns:a="http://schemas.openxmlformats.org/drawingml/2006/main" noGrp="1"/>
          </p:cNvSpPr>
          <p:nvPr/>
        </p:nvSpPr>
        <p:spPr>
          <a:xfrm xmlns:a="http://schemas.openxmlformats.org/drawingml/2006/main">
            <a:off x="1047750" y="5810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03366"/>
                </a:solidFill>
                <a:latin typeface="Aptos"/>
                <a:ea typeface="Aptos"/>
                <a:cs typeface="Aptos"/>
              </a:defRPr>
            </a:defPPr>
            <a:lvl1pPr algn="ctr">
              <a:defRPr sz="1350" b="1" i="0">
                <a:solidFill>
                  <a:srgbClr val="003366"/>
                </a:solidFill>
                <a:latin typeface="Aptos"/>
                <a:ea typeface="Aptos"/>
                <a:cs typeface="Aptos"/>
              </a:defRPr>
            </a:lvl1pPr>
            <a:lvl2pPr algn="ctr">
              <a:defRPr sz="1350" b="1" i="0">
                <a:solidFill>
                  <a:srgbClr val="003366"/>
                </a:solidFill>
                <a:latin typeface="Aptos"/>
                <a:ea typeface="Aptos"/>
                <a:cs typeface="Aptos"/>
              </a:defRPr>
            </a:lvl2pPr>
            <a:lvl3pPr algn="ctr">
              <a:defRPr sz="1350" b="1" i="0">
                <a:solidFill>
                  <a:srgbClr val="003366"/>
                </a:solidFill>
                <a:latin typeface="Aptos"/>
                <a:ea typeface="Aptos"/>
                <a:cs typeface="Aptos"/>
              </a:defRPr>
            </a:lvl3pPr>
            <a:lvl4pPr algn="ctr">
              <a:defRPr sz="1350" b="1" i="0">
                <a:solidFill>
                  <a:srgbClr val="003366"/>
                </a:solidFill>
                <a:latin typeface="Aptos"/>
                <a:ea typeface="Aptos"/>
                <a:cs typeface="Aptos"/>
              </a:defRPr>
            </a:lvl4pPr>
            <a:lvl5pPr algn="ctr">
              <a:defRPr sz="1350" b="1" i="0">
                <a:solidFill>
                  <a:srgbClr val="003366"/>
                </a:solidFill>
                <a:latin typeface="Aptos"/>
                <a:ea typeface="Aptos"/>
                <a:cs typeface="Aptos"/>
              </a:defRPr>
            </a:lvl5pPr>
            <a:lvl6pPr algn="ctr">
              <a:defRPr sz="1350" b="1" i="0">
                <a:solidFill>
                  <a:srgbClr val="003366"/>
                </a:solidFill>
                <a:latin typeface="Aptos"/>
                <a:ea typeface="Aptos"/>
                <a:cs typeface="Aptos"/>
              </a:defRPr>
            </a:lvl6pPr>
            <a:lvl7pPr algn="ctr">
              <a:defRPr sz="1350" b="1" i="0">
                <a:solidFill>
                  <a:srgbClr val="003366"/>
                </a:solidFill>
                <a:latin typeface="Aptos"/>
                <a:ea typeface="Aptos"/>
                <a:cs typeface="Aptos"/>
              </a:defRPr>
            </a:lvl7pPr>
            <a:lvl8pPr algn="ctr">
              <a:defRPr sz="1350" b="1" i="0">
                <a:solidFill>
                  <a:srgbClr val="003366"/>
                </a:solidFill>
                <a:latin typeface="Aptos"/>
                <a:ea typeface="Aptos"/>
                <a:cs typeface="Aptos"/>
              </a:defRPr>
            </a:lvl8pPr>
            <a:lvl9pPr algn="ctr">
              <a:defRPr sz="1350" b="1" i="0">
                <a:solidFill>
                  <a:srgbClr val="003366"/>
                </a:solidFill>
                <a:latin typeface="Aptos"/>
                <a:ea typeface="Aptos"/>
                <a:cs typeface="Aptos"/>
              </a:defRPr>
            </a:lvl9pPr>
          </a:lstStyle>
          <a:p xmlns:a="http://schemas.openxmlformats.org/drawingml/2006/main">
            <a:pPr algn="ctr">
              <a:defRPr sz="1350" b="1" i="0">
                <a:solidFill>
                  <a:srgbClr val="003366"/>
                </a:solidFill>
                <a:latin typeface="Aptos"/>
                <a:ea typeface="Aptos"/>
                <a:cs typeface="Aptos"/>
              </a:defRPr>
            </a:pPr>
            <a:r>
              <a:rPr sz="1350" b="1" i="0">
                <a:solidFill>
                  <a:srgbClr val="003366"/>
                </a:solidFill>
                <a:latin typeface="Aptos"/>
                <a:ea typeface="Aptos"/>
                <a:cs typeface="Aptos"/>
              </a:rPr>
              <a:t>Usa personas, empresas, correos, cifras y situaciones inventadas. Nunca pegues credenciales ni datos sensibles.</a:t>
            </a:r>
          </a:p>
        </p:txBody>
      </p:sp>
      <p:sp>
        <p:nvSpPr>
          <p:cNvPr id="6" name="brand-5">
            <a:extLst xmlns:a="http://schemas.openxmlformats.org/drawingml/2006/main">
              <a:ext uri="{FF2B5EF4-FFF2-40B4-BE49-F238E27FC236}">
                <a16:creationId xmlns:a16="http://schemas.microsoft.com/office/drawing/2014/main" id="{D2DA217E-EAAC-47BA-94E8-37D74AB7BDC5}"/>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7" name="page-5">
            <a:extLst xmlns:a="http://schemas.openxmlformats.org/drawingml/2006/main">
              <a:ext uri="{FF2B5EF4-FFF2-40B4-BE49-F238E27FC236}">
                <a16:creationId xmlns:a16="http://schemas.microsoft.com/office/drawing/2014/main" id="{F70B8740-E451-4DFE-929D-F58F304DF605}"/>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05</a:t>
            </a:r>
          </a:p>
        </p:txBody>
      </p:sp>
    </p:spTree>
    <p:extLst>
      <p:ext uri="{BB962C8B-B14F-4D97-AF65-F5344CB8AC3E}">
        <p14:creationId xmlns:p14="http://schemas.microsoft.com/office/powerpoint/2010/main" val="2485127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itle-6">
            <a:extLst xmlns:a="http://schemas.openxmlformats.org/drawingml/2006/main">
              <a:ext uri="{FF2B5EF4-FFF2-40B4-BE49-F238E27FC236}">
                <a16:creationId xmlns:a16="http://schemas.microsoft.com/office/drawing/2014/main" id="{5DC4DBD6-4D09-44A5-8FCF-F8B61B00738B}"/>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Probar, observar y mejorar</a:t>
            </a:r>
          </a:p>
        </p:txBody>
      </p:sp>
      <p:sp>
        <p:nvSpPr>
          <p:cNvPr id="2" name="title-rule-6">
            <a:extLst xmlns:a="http://schemas.openxmlformats.org/drawingml/2006/main">
              <a:ext uri="{FF2B5EF4-FFF2-40B4-BE49-F238E27FC236}">
                <a16:creationId xmlns:a16="http://schemas.microsoft.com/office/drawing/2014/main" id="{2791C605-A49A-4D12-AF45-29E4B143190E}"/>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6">
            <a:extLst xmlns:a="http://schemas.openxmlformats.org/drawingml/2006/main">
              <a:ext uri="{FF2B5EF4-FFF2-40B4-BE49-F238E27FC236}">
                <a16:creationId xmlns:a16="http://schemas.microsoft.com/office/drawing/2014/main" id="{86CBA80B-D9D7-4FAC-B04E-755EFFC40238}"/>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Registra una sola mejora trazable por iteración y vuelve a probar con datos ficticios.</a:t>
            </a:r>
          </a:p>
        </p:txBody>
      </p:sp>
      <p:sp>
        <p:nvSpPr>
          <p:cNvPr id="4" name="cycle-circle-0">
            <a:extLst xmlns:a="http://schemas.openxmlformats.org/drawingml/2006/main">
              <a:ext uri="{FF2B5EF4-FFF2-40B4-BE49-F238E27FC236}">
                <a16:creationId xmlns:a16="http://schemas.microsoft.com/office/drawing/2014/main" id="{8E77A4C4-7BE7-412A-B332-024E8DEFA564}"/>
              </a:ext>
            </a:extLst>
          </p:cNvPr>
          <p:cNvSpPr>
            <a:spLocks xmlns:a="http://schemas.openxmlformats.org/drawingml/2006/main" noGrp="1"/>
          </p:cNvSpPr>
          <p:nvPr/>
        </p:nvSpPr>
        <p:spPr>
          <a:xfrm xmlns:a="http://schemas.openxmlformats.org/drawingml/2006/main">
            <a:off x="1314450" y="2343150"/>
            <a:ext cx="800100" cy="800100"/>
          </a:xfrm>
          <a:prstGeom xmlns:a="http://schemas.openxmlformats.org/drawingml/2006/main" prst="ellipse">
            <a:avLst/>
          </a:prstGeom>
          <a:solidFill xmlns:a="http://schemas.openxmlformats.org/drawingml/2006/main">
            <a:srgbClr val="003366"/>
          </a:solidFill>
          <a:ln xmlns:a="http://schemas.openxmlformats.org/drawingml/2006/main" w="0">
            <a:noFill/>
            <a:prstDash val="solid"/>
          </a:ln>
        </p:spPr>
      </p:sp>
      <p:sp>
        <p:nvSpPr>
          <p:cNvPr id="5" name="cycle-number-0">
            <a:extLst xmlns:a="http://schemas.openxmlformats.org/drawingml/2006/main">
              <a:ext uri="{FF2B5EF4-FFF2-40B4-BE49-F238E27FC236}">
                <a16:creationId xmlns:a16="http://schemas.microsoft.com/office/drawing/2014/main" id="{D65A1F68-EC01-402F-80F5-10F73DA0C242}"/>
              </a:ext>
            </a:extLst>
          </p:cNvPr>
          <p:cNvSpPr>
            <a:spLocks xmlns:a="http://schemas.openxmlformats.org/drawingml/2006/main" noGrp="1"/>
          </p:cNvSpPr>
          <p:nvPr/>
        </p:nvSpPr>
        <p:spPr>
          <a:xfrm xmlns:a="http://schemas.openxmlformats.org/drawingml/2006/main">
            <a:off x="1314450" y="2514600"/>
            <a:ext cx="80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ptos"/>
                <a:ea typeface="Aptos"/>
                <a:cs typeface="Aptos"/>
              </a:defRPr>
            </a:defPPr>
            <a:lvl1pPr algn="ctr">
              <a:defRPr sz="1800" b="1" i="0">
                <a:solidFill>
                  <a:srgbClr val="FFFFFF"/>
                </a:solidFill>
                <a:latin typeface="Aptos"/>
                <a:ea typeface="Aptos"/>
                <a:cs typeface="Aptos"/>
              </a:defRPr>
            </a:lvl1pPr>
            <a:lvl2pPr algn="ctr">
              <a:defRPr sz="1800" b="1" i="0">
                <a:solidFill>
                  <a:srgbClr val="FFFFFF"/>
                </a:solidFill>
                <a:latin typeface="Aptos"/>
                <a:ea typeface="Aptos"/>
                <a:cs typeface="Aptos"/>
              </a:defRPr>
            </a:lvl2pPr>
            <a:lvl3pPr algn="ctr">
              <a:defRPr sz="1800" b="1" i="0">
                <a:solidFill>
                  <a:srgbClr val="FFFFFF"/>
                </a:solidFill>
                <a:latin typeface="Aptos"/>
                <a:ea typeface="Aptos"/>
                <a:cs typeface="Aptos"/>
              </a:defRPr>
            </a:lvl3pPr>
            <a:lvl4pPr algn="ctr">
              <a:defRPr sz="1800" b="1" i="0">
                <a:solidFill>
                  <a:srgbClr val="FFFFFF"/>
                </a:solidFill>
                <a:latin typeface="Aptos"/>
                <a:ea typeface="Aptos"/>
                <a:cs typeface="Aptos"/>
              </a:defRPr>
            </a:lvl4pPr>
            <a:lvl5pPr algn="ctr">
              <a:defRPr sz="1800" b="1" i="0">
                <a:solidFill>
                  <a:srgbClr val="FFFFFF"/>
                </a:solidFill>
                <a:latin typeface="Aptos"/>
                <a:ea typeface="Aptos"/>
                <a:cs typeface="Aptos"/>
              </a:defRPr>
            </a:lvl5pPr>
            <a:lvl6pPr algn="ctr">
              <a:defRPr sz="1800" b="1" i="0">
                <a:solidFill>
                  <a:srgbClr val="FFFFFF"/>
                </a:solidFill>
                <a:latin typeface="Aptos"/>
                <a:ea typeface="Aptos"/>
                <a:cs typeface="Aptos"/>
              </a:defRPr>
            </a:lvl6pPr>
            <a:lvl7pPr algn="ctr">
              <a:defRPr sz="1800" b="1" i="0">
                <a:solidFill>
                  <a:srgbClr val="FFFFFF"/>
                </a:solidFill>
                <a:latin typeface="Aptos"/>
                <a:ea typeface="Aptos"/>
                <a:cs typeface="Aptos"/>
              </a:defRPr>
            </a:lvl7pPr>
            <a:lvl8pPr algn="ctr">
              <a:defRPr sz="1800" b="1" i="0">
                <a:solidFill>
                  <a:srgbClr val="FFFFFF"/>
                </a:solidFill>
                <a:latin typeface="Aptos"/>
                <a:ea typeface="Aptos"/>
                <a:cs typeface="Aptos"/>
              </a:defRPr>
            </a:lvl8pPr>
            <a:lvl9pPr algn="ctr">
              <a:defRPr sz="1800" b="1" i="0">
                <a:solidFill>
                  <a:srgbClr val="FFFFFF"/>
                </a:solidFill>
                <a:latin typeface="Aptos"/>
                <a:ea typeface="Aptos"/>
                <a:cs typeface="Aptos"/>
              </a:defRPr>
            </a:lvl9pPr>
          </a:lstStyle>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1</a:t>
            </a:r>
          </a:p>
        </p:txBody>
      </p:sp>
      <p:sp>
        <p:nvSpPr>
          <p:cNvPr id="6" name="cycle-title-0">
            <a:extLst xmlns:a="http://schemas.openxmlformats.org/drawingml/2006/main">
              <a:ext uri="{FF2B5EF4-FFF2-40B4-BE49-F238E27FC236}">
                <a16:creationId xmlns:a16="http://schemas.microsoft.com/office/drawing/2014/main" id="{B557E452-043E-47E4-B371-4B670982B443}"/>
              </a:ext>
            </a:extLst>
          </p:cNvPr>
          <p:cNvSpPr>
            <a:spLocks xmlns:a="http://schemas.openxmlformats.org/drawingml/2006/main" noGrp="1"/>
          </p:cNvSpPr>
          <p:nvPr/>
        </p:nvSpPr>
        <p:spPr>
          <a:xfrm xmlns:a="http://schemas.openxmlformats.org/drawingml/2006/main">
            <a:off x="647700" y="33718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03366"/>
                </a:solidFill>
                <a:latin typeface="Aptos"/>
                <a:ea typeface="Aptos"/>
                <a:cs typeface="Aptos"/>
              </a:defRPr>
            </a:defPPr>
            <a:lvl1pPr algn="ctr">
              <a:defRPr sz="1275" b="1" i="0">
                <a:solidFill>
                  <a:srgbClr val="003366"/>
                </a:solidFill>
                <a:latin typeface="Aptos"/>
                <a:ea typeface="Aptos"/>
                <a:cs typeface="Aptos"/>
              </a:defRPr>
            </a:lvl1pPr>
            <a:lvl2pPr algn="ctr">
              <a:defRPr sz="1275" b="1" i="0">
                <a:solidFill>
                  <a:srgbClr val="003366"/>
                </a:solidFill>
                <a:latin typeface="Aptos"/>
                <a:ea typeface="Aptos"/>
                <a:cs typeface="Aptos"/>
              </a:defRPr>
            </a:lvl2pPr>
            <a:lvl3pPr algn="ctr">
              <a:defRPr sz="1275" b="1" i="0">
                <a:solidFill>
                  <a:srgbClr val="003366"/>
                </a:solidFill>
                <a:latin typeface="Aptos"/>
                <a:ea typeface="Aptos"/>
                <a:cs typeface="Aptos"/>
              </a:defRPr>
            </a:lvl3pPr>
            <a:lvl4pPr algn="ctr">
              <a:defRPr sz="1275" b="1" i="0">
                <a:solidFill>
                  <a:srgbClr val="003366"/>
                </a:solidFill>
                <a:latin typeface="Aptos"/>
                <a:ea typeface="Aptos"/>
                <a:cs typeface="Aptos"/>
              </a:defRPr>
            </a:lvl4pPr>
            <a:lvl5pPr algn="ctr">
              <a:defRPr sz="1275" b="1" i="0">
                <a:solidFill>
                  <a:srgbClr val="003366"/>
                </a:solidFill>
                <a:latin typeface="Aptos"/>
                <a:ea typeface="Aptos"/>
                <a:cs typeface="Aptos"/>
              </a:defRPr>
            </a:lvl5pPr>
            <a:lvl6pPr algn="ctr">
              <a:defRPr sz="1275" b="1" i="0">
                <a:solidFill>
                  <a:srgbClr val="003366"/>
                </a:solidFill>
                <a:latin typeface="Aptos"/>
                <a:ea typeface="Aptos"/>
                <a:cs typeface="Aptos"/>
              </a:defRPr>
            </a:lvl6pPr>
            <a:lvl7pPr algn="ctr">
              <a:defRPr sz="1275" b="1" i="0">
                <a:solidFill>
                  <a:srgbClr val="003366"/>
                </a:solidFill>
                <a:latin typeface="Aptos"/>
                <a:ea typeface="Aptos"/>
                <a:cs typeface="Aptos"/>
              </a:defRPr>
            </a:lvl7pPr>
            <a:lvl8pPr algn="ctr">
              <a:defRPr sz="1275" b="1" i="0">
                <a:solidFill>
                  <a:srgbClr val="003366"/>
                </a:solidFill>
                <a:latin typeface="Aptos"/>
                <a:ea typeface="Aptos"/>
                <a:cs typeface="Aptos"/>
              </a:defRPr>
            </a:lvl8pPr>
            <a:lvl9pPr algn="ctr">
              <a:defRPr sz="1275" b="1" i="0">
                <a:solidFill>
                  <a:srgbClr val="003366"/>
                </a:solidFill>
                <a:latin typeface="Aptos"/>
                <a:ea typeface="Aptos"/>
                <a:cs typeface="Aptos"/>
              </a:defRPr>
            </a:lvl9pPr>
          </a:lstStyle>
          <a:p xmlns:a="http://schemas.openxmlformats.org/drawingml/2006/main">
            <a:pPr algn="ctr">
              <a:defRPr sz="1275" b="1" i="0">
                <a:solidFill>
                  <a:srgbClr val="003366"/>
                </a:solidFill>
                <a:latin typeface="Aptos"/>
                <a:ea typeface="Aptos"/>
                <a:cs typeface="Aptos"/>
              </a:defRPr>
            </a:pPr>
            <a:r>
              <a:rPr sz="1275" b="1" i="0">
                <a:solidFill>
                  <a:srgbClr val="003366"/>
                </a:solidFill>
                <a:latin typeface="Aptos"/>
                <a:ea typeface="Aptos"/>
                <a:cs typeface="Aptos"/>
              </a:rPr>
              <a:t>PROMPT V1</a:t>
            </a:r>
          </a:p>
        </p:txBody>
      </p:sp>
      <p:sp>
        <p:nvSpPr>
          <p:cNvPr id="7" name="cycle-copy-0">
            <a:extLst xmlns:a="http://schemas.openxmlformats.org/drawingml/2006/main">
              <a:ext uri="{FF2B5EF4-FFF2-40B4-BE49-F238E27FC236}">
                <a16:creationId xmlns:a16="http://schemas.microsoft.com/office/drawing/2014/main" id="{034D00ED-6447-456E-9E9C-0A83034512D3}"/>
              </a:ext>
            </a:extLst>
          </p:cNvPr>
          <p:cNvSpPr>
            <a:spLocks xmlns:a="http://schemas.openxmlformats.org/drawingml/2006/main" noGrp="1"/>
          </p:cNvSpPr>
          <p:nvPr/>
        </p:nvSpPr>
        <p:spPr>
          <a:xfrm xmlns:a="http://schemas.openxmlformats.org/drawingml/2006/main">
            <a:off x="647700" y="3771900"/>
            <a:ext cx="2133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Primera instrucción</a:t>
            </a:r>
          </a:p>
        </p:txBody>
      </p:sp>
      <p:sp>
        <p:nvSpPr>
          <p:cNvPr id="8" name="cycle-link-0">
            <a:extLst xmlns:a="http://schemas.openxmlformats.org/drawingml/2006/main">
              <a:ext uri="{FF2B5EF4-FFF2-40B4-BE49-F238E27FC236}">
                <a16:creationId xmlns:a16="http://schemas.microsoft.com/office/drawing/2014/main" id="{CC084D06-7835-4A8A-B320-DECA063A4F13}"/>
              </a:ext>
            </a:extLst>
          </p:cNvPr>
          <p:cNvSpPr>
            <a:spLocks xmlns:a="http://schemas.openxmlformats.org/drawingml/2006/main" noGrp="1"/>
          </p:cNvSpPr>
          <p:nvPr/>
        </p:nvSpPr>
        <p:spPr>
          <a:xfrm xmlns:a="http://schemas.openxmlformats.org/drawingml/2006/main">
            <a:off x="2114550" y="2724150"/>
            <a:ext cx="14097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9" name="cycle-circle-1">
            <a:extLst xmlns:a="http://schemas.openxmlformats.org/drawingml/2006/main">
              <a:ext uri="{FF2B5EF4-FFF2-40B4-BE49-F238E27FC236}">
                <a16:creationId xmlns:a16="http://schemas.microsoft.com/office/drawing/2014/main" id="{E19C11C4-4B5E-410F-8470-9D893B19FA87}"/>
              </a:ext>
            </a:extLst>
          </p:cNvPr>
          <p:cNvSpPr>
            <a:spLocks xmlns:a="http://schemas.openxmlformats.org/drawingml/2006/main" noGrp="1"/>
          </p:cNvSpPr>
          <p:nvPr/>
        </p:nvSpPr>
        <p:spPr>
          <a:xfrm xmlns:a="http://schemas.openxmlformats.org/drawingml/2006/main">
            <a:off x="4191000" y="2343150"/>
            <a:ext cx="800100" cy="800100"/>
          </a:xfrm>
          <a:prstGeom xmlns:a="http://schemas.openxmlformats.org/drawingml/2006/main" prst="ellipse">
            <a:avLst/>
          </a:prstGeom>
          <a:solidFill xmlns:a="http://schemas.openxmlformats.org/drawingml/2006/main">
            <a:srgbClr val="0878A8"/>
          </a:solidFill>
          <a:ln xmlns:a="http://schemas.openxmlformats.org/drawingml/2006/main" w="0">
            <a:noFill/>
            <a:prstDash val="solid"/>
          </a:ln>
        </p:spPr>
      </p:sp>
      <p:sp>
        <p:nvSpPr>
          <p:cNvPr id="10" name="cycle-number-1">
            <a:extLst xmlns:a="http://schemas.openxmlformats.org/drawingml/2006/main">
              <a:ext uri="{FF2B5EF4-FFF2-40B4-BE49-F238E27FC236}">
                <a16:creationId xmlns:a16="http://schemas.microsoft.com/office/drawing/2014/main" id="{9877A415-2455-4C69-AE7B-2F5B7BAFDD51}"/>
              </a:ext>
            </a:extLst>
          </p:cNvPr>
          <p:cNvSpPr>
            <a:spLocks xmlns:a="http://schemas.openxmlformats.org/drawingml/2006/main" noGrp="1"/>
          </p:cNvSpPr>
          <p:nvPr/>
        </p:nvSpPr>
        <p:spPr>
          <a:xfrm xmlns:a="http://schemas.openxmlformats.org/drawingml/2006/main">
            <a:off x="4191000" y="2514600"/>
            <a:ext cx="80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ptos"/>
                <a:ea typeface="Aptos"/>
                <a:cs typeface="Aptos"/>
              </a:defRPr>
            </a:defPPr>
            <a:lvl1pPr algn="ctr">
              <a:defRPr sz="1800" b="1" i="0">
                <a:solidFill>
                  <a:srgbClr val="FFFFFF"/>
                </a:solidFill>
                <a:latin typeface="Aptos"/>
                <a:ea typeface="Aptos"/>
                <a:cs typeface="Aptos"/>
              </a:defRPr>
            </a:lvl1pPr>
            <a:lvl2pPr algn="ctr">
              <a:defRPr sz="1800" b="1" i="0">
                <a:solidFill>
                  <a:srgbClr val="FFFFFF"/>
                </a:solidFill>
                <a:latin typeface="Aptos"/>
                <a:ea typeface="Aptos"/>
                <a:cs typeface="Aptos"/>
              </a:defRPr>
            </a:lvl2pPr>
            <a:lvl3pPr algn="ctr">
              <a:defRPr sz="1800" b="1" i="0">
                <a:solidFill>
                  <a:srgbClr val="FFFFFF"/>
                </a:solidFill>
                <a:latin typeface="Aptos"/>
                <a:ea typeface="Aptos"/>
                <a:cs typeface="Aptos"/>
              </a:defRPr>
            </a:lvl3pPr>
            <a:lvl4pPr algn="ctr">
              <a:defRPr sz="1800" b="1" i="0">
                <a:solidFill>
                  <a:srgbClr val="FFFFFF"/>
                </a:solidFill>
                <a:latin typeface="Aptos"/>
                <a:ea typeface="Aptos"/>
                <a:cs typeface="Aptos"/>
              </a:defRPr>
            </a:lvl4pPr>
            <a:lvl5pPr algn="ctr">
              <a:defRPr sz="1800" b="1" i="0">
                <a:solidFill>
                  <a:srgbClr val="FFFFFF"/>
                </a:solidFill>
                <a:latin typeface="Aptos"/>
                <a:ea typeface="Aptos"/>
                <a:cs typeface="Aptos"/>
              </a:defRPr>
            </a:lvl5pPr>
            <a:lvl6pPr algn="ctr">
              <a:defRPr sz="1800" b="1" i="0">
                <a:solidFill>
                  <a:srgbClr val="FFFFFF"/>
                </a:solidFill>
                <a:latin typeface="Aptos"/>
                <a:ea typeface="Aptos"/>
                <a:cs typeface="Aptos"/>
              </a:defRPr>
            </a:lvl6pPr>
            <a:lvl7pPr algn="ctr">
              <a:defRPr sz="1800" b="1" i="0">
                <a:solidFill>
                  <a:srgbClr val="FFFFFF"/>
                </a:solidFill>
                <a:latin typeface="Aptos"/>
                <a:ea typeface="Aptos"/>
                <a:cs typeface="Aptos"/>
              </a:defRPr>
            </a:lvl7pPr>
            <a:lvl8pPr algn="ctr">
              <a:defRPr sz="1800" b="1" i="0">
                <a:solidFill>
                  <a:srgbClr val="FFFFFF"/>
                </a:solidFill>
                <a:latin typeface="Aptos"/>
                <a:ea typeface="Aptos"/>
                <a:cs typeface="Aptos"/>
              </a:defRPr>
            </a:lvl8pPr>
            <a:lvl9pPr algn="ctr">
              <a:defRPr sz="1800" b="1" i="0">
                <a:solidFill>
                  <a:srgbClr val="FFFFFF"/>
                </a:solidFill>
                <a:latin typeface="Aptos"/>
                <a:ea typeface="Aptos"/>
                <a:cs typeface="Aptos"/>
              </a:defRPr>
            </a:lvl9pPr>
          </a:lstStyle>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2</a:t>
            </a:r>
          </a:p>
        </p:txBody>
      </p:sp>
      <p:sp>
        <p:nvSpPr>
          <p:cNvPr id="11" name="cycle-title-1">
            <a:extLst xmlns:a="http://schemas.openxmlformats.org/drawingml/2006/main">
              <a:ext uri="{FF2B5EF4-FFF2-40B4-BE49-F238E27FC236}">
                <a16:creationId xmlns:a16="http://schemas.microsoft.com/office/drawing/2014/main" id="{5637D54B-4577-4A34-8284-E11E5196F782}"/>
              </a:ext>
            </a:extLst>
          </p:cNvPr>
          <p:cNvSpPr>
            <a:spLocks xmlns:a="http://schemas.openxmlformats.org/drawingml/2006/main" noGrp="1"/>
          </p:cNvSpPr>
          <p:nvPr/>
        </p:nvSpPr>
        <p:spPr>
          <a:xfrm xmlns:a="http://schemas.openxmlformats.org/drawingml/2006/main">
            <a:off x="3524250" y="33718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03366"/>
                </a:solidFill>
                <a:latin typeface="Aptos"/>
                <a:ea typeface="Aptos"/>
                <a:cs typeface="Aptos"/>
              </a:defRPr>
            </a:defPPr>
            <a:lvl1pPr algn="ctr">
              <a:defRPr sz="1275" b="1" i="0">
                <a:solidFill>
                  <a:srgbClr val="003366"/>
                </a:solidFill>
                <a:latin typeface="Aptos"/>
                <a:ea typeface="Aptos"/>
                <a:cs typeface="Aptos"/>
              </a:defRPr>
            </a:lvl1pPr>
            <a:lvl2pPr algn="ctr">
              <a:defRPr sz="1275" b="1" i="0">
                <a:solidFill>
                  <a:srgbClr val="003366"/>
                </a:solidFill>
                <a:latin typeface="Aptos"/>
                <a:ea typeface="Aptos"/>
                <a:cs typeface="Aptos"/>
              </a:defRPr>
            </a:lvl2pPr>
            <a:lvl3pPr algn="ctr">
              <a:defRPr sz="1275" b="1" i="0">
                <a:solidFill>
                  <a:srgbClr val="003366"/>
                </a:solidFill>
                <a:latin typeface="Aptos"/>
                <a:ea typeface="Aptos"/>
                <a:cs typeface="Aptos"/>
              </a:defRPr>
            </a:lvl3pPr>
            <a:lvl4pPr algn="ctr">
              <a:defRPr sz="1275" b="1" i="0">
                <a:solidFill>
                  <a:srgbClr val="003366"/>
                </a:solidFill>
                <a:latin typeface="Aptos"/>
                <a:ea typeface="Aptos"/>
                <a:cs typeface="Aptos"/>
              </a:defRPr>
            </a:lvl4pPr>
            <a:lvl5pPr algn="ctr">
              <a:defRPr sz="1275" b="1" i="0">
                <a:solidFill>
                  <a:srgbClr val="003366"/>
                </a:solidFill>
                <a:latin typeface="Aptos"/>
                <a:ea typeface="Aptos"/>
                <a:cs typeface="Aptos"/>
              </a:defRPr>
            </a:lvl5pPr>
            <a:lvl6pPr algn="ctr">
              <a:defRPr sz="1275" b="1" i="0">
                <a:solidFill>
                  <a:srgbClr val="003366"/>
                </a:solidFill>
                <a:latin typeface="Aptos"/>
                <a:ea typeface="Aptos"/>
                <a:cs typeface="Aptos"/>
              </a:defRPr>
            </a:lvl6pPr>
            <a:lvl7pPr algn="ctr">
              <a:defRPr sz="1275" b="1" i="0">
                <a:solidFill>
                  <a:srgbClr val="003366"/>
                </a:solidFill>
                <a:latin typeface="Aptos"/>
                <a:ea typeface="Aptos"/>
                <a:cs typeface="Aptos"/>
              </a:defRPr>
            </a:lvl7pPr>
            <a:lvl8pPr algn="ctr">
              <a:defRPr sz="1275" b="1" i="0">
                <a:solidFill>
                  <a:srgbClr val="003366"/>
                </a:solidFill>
                <a:latin typeface="Aptos"/>
                <a:ea typeface="Aptos"/>
                <a:cs typeface="Aptos"/>
              </a:defRPr>
            </a:lvl8pPr>
            <a:lvl9pPr algn="ctr">
              <a:defRPr sz="1275" b="1" i="0">
                <a:solidFill>
                  <a:srgbClr val="003366"/>
                </a:solidFill>
                <a:latin typeface="Aptos"/>
                <a:ea typeface="Aptos"/>
                <a:cs typeface="Aptos"/>
              </a:defRPr>
            </a:lvl9pPr>
          </a:lstStyle>
          <a:p xmlns:a="http://schemas.openxmlformats.org/drawingml/2006/main">
            <a:pPr algn="ctr">
              <a:defRPr sz="1275" b="1" i="0">
                <a:solidFill>
                  <a:srgbClr val="003366"/>
                </a:solidFill>
                <a:latin typeface="Aptos"/>
                <a:ea typeface="Aptos"/>
                <a:cs typeface="Aptos"/>
              </a:defRPr>
            </a:pPr>
            <a:r>
              <a:rPr sz="1275" b="1" i="0">
                <a:solidFill>
                  <a:srgbClr val="003366"/>
                </a:solidFill>
                <a:latin typeface="Aptos"/>
                <a:ea typeface="Aptos"/>
                <a:cs typeface="Aptos"/>
              </a:rPr>
              <a:t>RESULTADO</a:t>
            </a:r>
          </a:p>
        </p:txBody>
      </p:sp>
      <p:sp>
        <p:nvSpPr>
          <p:cNvPr id="12" name="cycle-copy-1">
            <a:extLst xmlns:a="http://schemas.openxmlformats.org/drawingml/2006/main">
              <a:ext uri="{FF2B5EF4-FFF2-40B4-BE49-F238E27FC236}">
                <a16:creationId xmlns:a16="http://schemas.microsoft.com/office/drawing/2014/main" id="{E81B2921-4999-441B-8D96-E7AE8F92DE72}"/>
              </a:ext>
            </a:extLst>
          </p:cNvPr>
          <p:cNvSpPr>
            <a:spLocks xmlns:a="http://schemas.openxmlformats.org/drawingml/2006/main" noGrp="1"/>
          </p:cNvSpPr>
          <p:nvPr/>
        </p:nvSpPr>
        <p:spPr>
          <a:xfrm xmlns:a="http://schemas.openxmlformats.org/drawingml/2006/main">
            <a:off x="3524250" y="3771900"/>
            <a:ext cx="2133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Qué funcionó o falló</a:t>
            </a:r>
          </a:p>
        </p:txBody>
      </p:sp>
      <p:sp>
        <p:nvSpPr>
          <p:cNvPr id="13" name="cycle-link-1">
            <a:extLst xmlns:a="http://schemas.openxmlformats.org/drawingml/2006/main">
              <a:ext uri="{FF2B5EF4-FFF2-40B4-BE49-F238E27FC236}">
                <a16:creationId xmlns:a16="http://schemas.microsoft.com/office/drawing/2014/main" id="{624CEE19-25BD-4EAA-B0F9-13D874225AE6}"/>
              </a:ext>
            </a:extLst>
          </p:cNvPr>
          <p:cNvSpPr>
            <a:spLocks xmlns:a="http://schemas.openxmlformats.org/drawingml/2006/main" noGrp="1"/>
          </p:cNvSpPr>
          <p:nvPr/>
        </p:nvSpPr>
        <p:spPr>
          <a:xfrm xmlns:a="http://schemas.openxmlformats.org/drawingml/2006/main">
            <a:off x="4991100" y="2724150"/>
            <a:ext cx="14097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14" name="cycle-circle-2">
            <a:extLst xmlns:a="http://schemas.openxmlformats.org/drawingml/2006/main">
              <a:ext uri="{FF2B5EF4-FFF2-40B4-BE49-F238E27FC236}">
                <a16:creationId xmlns:a16="http://schemas.microsoft.com/office/drawing/2014/main" id="{8EE324FE-8D50-437B-8540-38103A172282}"/>
              </a:ext>
            </a:extLst>
          </p:cNvPr>
          <p:cNvSpPr>
            <a:spLocks xmlns:a="http://schemas.openxmlformats.org/drawingml/2006/main" noGrp="1"/>
          </p:cNvSpPr>
          <p:nvPr/>
        </p:nvSpPr>
        <p:spPr>
          <a:xfrm xmlns:a="http://schemas.openxmlformats.org/drawingml/2006/main">
            <a:off x="7067550" y="2343150"/>
            <a:ext cx="800100" cy="800100"/>
          </a:xfrm>
          <a:prstGeom xmlns:a="http://schemas.openxmlformats.org/drawingml/2006/main" prst="ellipse">
            <a:avLst/>
          </a:prstGeom>
          <a:solidFill xmlns:a="http://schemas.openxmlformats.org/drawingml/2006/main">
            <a:srgbClr val="D6A84B"/>
          </a:solidFill>
          <a:ln xmlns:a="http://schemas.openxmlformats.org/drawingml/2006/main" w="0">
            <a:noFill/>
            <a:prstDash val="solid"/>
          </a:ln>
        </p:spPr>
      </p:sp>
      <p:sp>
        <p:nvSpPr>
          <p:cNvPr id="15" name="cycle-number-2">
            <a:extLst xmlns:a="http://schemas.openxmlformats.org/drawingml/2006/main">
              <a:ext uri="{FF2B5EF4-FFF2-40B4-BE49-F238E27FC236}">
                <a16:creationId xmlns:a16="http://schemas.microsoft.com/office/drawing/2014/main" id="{D297A0E9-107D-4F59-B852-725236BCEA03}"/>
              </a:ext>
            </a:extLst>
          </p:cNvPr>
          <p:cNvSpPr>
            <a:spLocks xmlns:a="http://schemas.openxmlformats.org/drawingml/2006/main" noGrp="1"/>
          </p:cNvSpPr>
          <p:nvPr/>
        </p:nvSpPr>
        <p:spPr>
          <a:xfrm xmlns:a="http://schemas.openxmlformats.org/drawingml/2006/main">
            <a:off x="7067550" y="2514600"/>
            <a:ext cx="80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ptos"/>
                <a:ea typeface="Aptos"/>
                <a:cs typeface="Aptos"/>
              </a:defRPr>
            </a:defPPr>
            <a:lvl1pPr algn="ctr">
              <a:defRPr sz="1800" b="1" i="0">
                <a:solidFill>
                  <a:srgbClr val="FFFFFF"/>
                </a:solidFill>
                <a:latin typeface="Aptos"/>
                <a:ea typeface="Aptos"/>
                <a:cs typeface="Aptos"/>
              </a:defRPr>
            </a:lvl1pPr>
            <a:lvl2pPr algn="ctr">
              <a:defRPr sz="1800" b="1" i="0">
                <a:solidFill>
                  <a:srgbClr val="FFFFFF"/>
                </a:solidFill>
                <a:latin typeface="Aptos"/>
                <a:ea typeface="Aptos"/>
                <a:cs typeface="Aptos"/>
              </a:defRPr>
            </a:lvl2pPr>
            <a:lvl3pPr algn="ctr">
              <a:defRPr sz="1800" b="1" i="0">
                <a:solidFill>
                  <a:srgbClr val="FFFFFF"/>
                </a:solidFill>
                <a:latin typeface="Aptos"/>
                <a:ea typeface="Aptos"/>
                <a:cs typeface="Aptos"/>
              </a:defRPr>
            </a:lvl3pPr>
            <a:lvl4pPr algn="ctr">
              <a:defRPr sz="1800" b="1" i="0">
                <a:solidFill>
                  <a:srgbClr val="FFFFFF"/>
                </a:solidFill>
                <a:latin typeface="Aptos"/>
                <a:ea typeface="Aptos"/>
                <a:cs typeface="Aptos"/>
              </a:defRPr>
            </a:lvl4pPr>
            <a:lvl5pPr algn="ctr">
              <a:defRPr sz="1800" b="1" i="0">
                <a:solidFill>
                  <a:srgbClr val="FFFFFF"/>
                </a:solidFill>
                <a:latin typeface="Aptos"/>
                <a:ea typeface="Aptos"/>
                <a:cs typeface="Aptos"/>
              </a:defRPr>
            </a:lvl5pPr>
            <a:lvl6pPr algn="ctr">
              <a:defRPr sz="1800" b="1" i="0">
                <a:solidFill>
                  <a:srgbClr val="FFFFFF"/>
                </a:solidFill>
                <a:latin typeface="Aptos"/>
                <a:ea typeface="Aptos"/>
                <a:cs typeface="Aptos"/>
              </a:defRPr>
            </a:lvl6pPr>
            <a:lvl7pPr algn="ctr">
              <a:defRPr sz="1800" b="1" i="0">
                <a:solidFill>
                  <a:srgbClr val="FFFFFF"/>
                </a:solidFill>
                <a:latin typeface="Aptos"/>
                <a:ea typeface="Aptos"/>
                <a:cs typeface="Aptos"/>
              </a:defRPr>
            </a:lvl7pPr>
            <a:lvl8pPr algn="ctr">
              <a:defRPr sz="1800" b="1" i="0">
                <a:solidFill>
                  <a:srgbClr val="FFFFFF"/>
                </a:solidFill>
                <a:latin typeface="Aptos"/>
                <a:ea typeface="Aptos"/>
                <a:cs typeface="Aptos"/>
              </a:defRPr>
            </a:lvl8pPr>
            <a:lvl9pPr algn="ctr">
              <a:defRPr sz="1800" b="1" i="0">
                <a:solidFill>
                  <a:srgbClr val="FFFFFF"/>
                </a:solidFill>
                <a:latin typeface="Aptos"/>
                <a:ea typeface="Aptos"/>
                <a:cs typeface="Aptos"/>
              </a:defRPr>
            </a:lvl9pPr>
          </a:lstStyle>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3</a:t>
            </a:r>
          </a:p>
        </p:txBody>
      </p:sp>
      <p:sp>
        <p:nvSpPr>
          <p:cNvPr id="16" name="cycle-title-2">
            <a:extLst xmlns:a="http://schemas.openxmlformats.org/drawingml/2006/main">
              <a:ext uri="{FF2B5EF4-FFF2-40B4-BE49-F238E27FC236}">
                <a16:creationId xmlns:a16="http://schemas.microsoft.com/office/drawing/2014/main" id="{D9CB5646-0536-4299-9232-098E32F75998}"/>
              </a:ext>
            </a:extLst>
          </p:cNvPr>
          <p:cNvSpPr>
            <a:spLocks xmlns:a="http://schemas.openxmlformats.org/drawingml/2006/main" noGrp="1"/>
          </p:cNvSpPr>
          <p:nvPr/>
        </p:nvSpPr>
        <p:spPr>
          <a:xfrm xmlns:a="http://schemas.openxmlformats.org/drawingml/2006/main">
            <a:off x="6400800" y="33718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03366"/>
                </a:solidFill>
                <a:latin typeface="Aptos"/>
                <a:ea typeface="Aptos"/>
                <a:cs typeface="Aptos"/>
              </a:defRPr>
            </a:defPPr>
            <a:lvl1pPr algn="ctr">
              <a:defRPr sz="1275" b="1" i="0">
                <a:solidFill>
                  <a:srgbClr val="003366"/>
                </a:solidFill>
                <a:latin typeface="Aptos"/>
                <a:ea typeface="Aptos"/>
                <a:cs typeface="Aptos"/>
              </a:defRPr>
            </a:lvl1pPr>
            <a:lvl2pPr algn="ctr">
              <a:defRPr sz="1275" b="1" i="0">
                <a:solidFill>
                  <a:srgbClr val="003366"/>
                </a:solidFill>
                <a:latin typeface="Aptos"/>
                <a:ea typeface="Aptos"/>
                <a:cs typeface="Aptos"/>
              </a:defRPr>
            </a:lvl2pPr>
            <a:lvl3pPr algn="ctr">
              <a:defRPr sz="1275" b="1" i="0">
                <a:solidFill>
                  <a:srgbClr val="003366"/>
                </a:solidFill>
                <a:latin typeface="Aptos"/>
                <a:ea typeface="Aptos"/>
                <a:cs typeface="Aptos"/>
              </a:defRPr>
            </a:lvl3pPr>
            <a:lvl4pPr algn="ctr">
              <a:defRPr sz="1275" b="1" i="0">
                <a:solidFill>
                  <a:srgbClr val="003366"/>
                </a:solidFill>
                <a:latin typeface="Aptos"/>
                <a:ea typeface="Aptos"/>
                <a:cs typeface="Aptos"/>
              </a:defRPr>
            </a:lvl4pPr>
            <a:lvl5pPr algn="ctr">
              <a:defRPr sz="1275" b="1" i="0">
                <a:solidFill>
                  <a:srgbClr val="003366"/>
                </a:solidFill>
                <a:latin typeface="Aptos"/>
                <a:ea typeface="Aptos"/>
                <a:cs typeface="Aptos"/>
              </a:defRPr>
            </a:lvl5pPr>
            <a:lvl6pPr algn="ctr">
              <a:defRPr sz="1275" b="1" i="0">
                <a:solidFill>
                  <a:srgbClr val="003366"/>
                </a:solidFill>
                <a:latin typeface="Aptos"/>
                <a:ea typeface="Aptos"/>
                <a:cs typeface="Aptos"/>
              </a:defRPr>
            </a:lvl6pPr>
            <a:lvl7pPr algn="ctr">
              <a:defRPr sz="1275" b="1" i="0">
                <a:solidFill>
                  <a:srgbClr val="003366"/>
                </a:solidFill>
                <a:latin typeface="Aptos"/>
                <a:ea typeface="Aptos"/>
                <a:cs typeface="Aptos"/>
              </a:defRPr>
            </a:lvl7pPr>
            <a:lvl8pPr algn="ctr">
              <a:defRPr sz="1275" b="1" i="0">
                <a:solidFill>
                  <a:srgbClr val="003366"/>
                </a:solidFill>
                <a:latin typeface="Aptos"/>
                <a:ea typeface="Aptos"/>
                <a:cs typeface="Aptos"/>
              </a:defRPr>
            </a:lvl8pPr>
            <a:lvl9pPr algn="ctr">
              <a:defRPr sz="1275" b="1" i="0">
                <a:solidFill>
                  <a:srgbClr val="003366"/>
                </a:solidFill>
                <a:latin typeface="Aptos"/>
                <a:ea typeface="Aptos"/>
                <a:cs typeface="Aptos"/>
              </a:defRPr>
            </a:lvl9pPr>
          </a:lstStyle>
          <a:p xmlns:a="http://schemas.openxmlformats.org/drawingml/2006/main">
            <a:pPr algn="ctr">
              <a:defRPr sz="1275" b="1" i="0">
                <a:solidFill>
                  <a:srgbClr val="003366"/>
                </a:solidFill>
                <a:latin typeface="Aptos"/>
                <a:ea typeface="Aptos"/>
                <a:cs typeface="Aptos"/>
              </a:defRPr>
            </a:pPr>
            <a:r>
              <a:rPr sz="1275" b="1" i="0">
                <a:solidFill>
                  <a:srgbClr val="003366"/>
                </a:solidFill>
                <a:latin typeface="Aptos"/>
                <a:ea typeface="Aptos"/>
                <a:cs typeface="Aptos"/>
              </a:rPr>
              <a:t>MEJORA</a:t>
            </a:r>
          </a:p>
        </p:txBody>
      </p:sp>
      <p:sp>
        <p:nvSpPr>
          <p:cNvPr id="17" name="cycle-copy-2">
            <a:extLst xmlns:a="http://schemas.openxmlformats.org/drawingml/2006/main">
              <a:ext uri="{FF2B5EF4-FFF2-40B4-BE49-F238E27FC236}">
                <a16:creationId xmlns:a16="http://schemas.microsoft.com/office/drawing/2014/main" id="{2BBCF6EC-432A-4487-94C3-078E1DEAB630}"/>
              </a:ext>
            </a:extLst>
          </p:cNvPr>
          <p:cNvSpPr>
            <a:spLocks xmlns:a="http://schemas.openxmlformats.org/drawingml/2006/main" noGrp="1"/>
          </p:cNvSpPr>
          <p:nvPr/>
        </p:nvSpPr>
        <p:spPr>
          <a:xfrm xmlns:a="http://schemas.openxmlformats.org/drawingml/2006/main">
            <a:off x="6400800" y="3771900"/>
            <a:ext cx="2133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Un cambio específico</a:t>
            </a:r>
          </a:p>
        </p:txBody>
      </p:sp>
      <p:sp>
        <p:nvSpPr>
          <p:cNvPr id="18" name="cycle-link-2">
            <a:extLst xmlns:a="http://schemas.openxmlformats.org/drawingml/2006/main">
              <a:ext uri="{FF2B5EF4-FFF2-40B4-BE49-F238E27FC236}">
                <a16:creationId xmlns:a16="http://schemas.microsoft.com/office/drawing/2014/main" id="{A085E28E-E838-4C33-95D6-42EDC3D3EF78}"/>
              </a:ext>
            </a:extLst>
          </p:cNvPr>
          <p:cNvSpPr>
            <a:spLocks xmlns:a="http://schemas.openxmlformats.org/drawingml/2006/main" noGrp="1"/>
          </p:cNvSpPr>
          <p:nvPr/>
        </p:nvSpPr>
        <p:spPr>
          <a:xfrm xmlns:a="http://schemas.openxmlformats.org/drawingml/2006/main">
            <a:off x="7867650" y="2724150"/>
            <a:ext cx="14097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19" name="cycle-circle-3">
            <a:extLst xmlns:a="http://schemas.openxmlformats.org/drawingml/2006/main">
              <a:ext uri="{FF2B5EF4-FFF2-40B4-BE49-F238E27FC236}">
                <a16:creationId xmlns:a16="http://schemas.microsoft.com/office/drawing/2014/main" id="{0D1749D0-1F30-48E7-9341-3CE88624CE2E}"/>
              </a:ext>
            </a:extLst>
          </p:cNvPr>
          <p:cNvSpPr>
            <a:spLocks xmlns:a="http://schemas.openxmlformats.org/drawingml/2006/main" noGrp="1"/>
          </p:cNvSpPr>
          <p:nvPr/>
        </p:nvSpPr>
        <p:spPr>
          <a:xfrm xmlns:a="http://schemas.openxmlformats.org/drawingml/2006/main">
            <a:off x="9944100" y="2343150"/>
            <a:ext cx="800100" cy="80010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20" name="cycle-number-3">
            <a:extLst xmlns:a="http://schemas.openxmlformats.org/drawingml/2006/main">
              <a:ext uri="{FF2B5EF4-FFF2-40B4-BE49-F238E27FC236}">
                <a16:creationId xmlns:a16="http://schemas.microsoft.com/office/drawing/2014/main" id="{46AAB2BC-8E71-46E7-A757-FE873EC2AD2F}"/>
              </a:ext>
            </a:extLst>
          </p:cNvPr>
          <p:cNvSpPr>
            <a:spLocks xmlns:a="http://schemas.openxmlformats.org/drawingml/2006/main" noGrp="1"/>
          </p:cNvSpPr>
          <p:nvPr/>
        </p:nvSpPr>
        <p:spPr>
          <a:xfrm xmlns:a="http://schemas.openxmlformats.org/drawingml/2006/main">
            <a:off x="9944100" y="2514600"/>
            <a:ext cx="80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ptos"/>
                <a:ea typeface="Aptos"/>
                <a:cs typeface="Aptos"/>
              </a:defRPr>
            </a:defPPr>
            <a:lvl1pPr algn="ctr">
              <a:defRPr sz="1800" b="1" i="0">
                <a:solidFill>
                  <a:srgbClr val="FFFFFF"/>
                </a:solidFill>
                <a:latin typeface="Aptos"/>
                <a:ea typeface="Aptos"/>
                <a:cs typeface="Aptos"/>
              </a:defRPr>
            </a:lvl1pPr>
            <a:lvl2pPr algn="ctr">
              <a:defRPr sz="1800" b="1" i="0">
                <a:solidFill>
                  <a:srgbClr val="FFFFFF"/>
                </a:solidFill>
                <a:latin typeface="Aptos"/>
                <a:ea typeface="Aptos"/>
                <a:cs typeface="Aptos"/>
              </a:defRPr>
            </a:lvl2pPr>
            <a:lvl3pPr algn="ctr">
              <a:defRPr sz="1800" b="1" i="0">
                <a:solidFill>
                  <a:srgbClr val="FFFFFF"/>
                </a:solidFill>
                <a:latin typeface="Aptos"/>
                <a:ea typeface="Aptos"/>
                <a:cs typeface="Aptos"/>
              </a:defRPr>
            </a:lvl3pPr>
            <a:lvl4pPr algn="ctr">
              <a:defRPr sz="1800" b="1" i="0">
                <a:solidFill>
                  <a:srgbClr val="FFFFFF"/>
                </a:solidFill>
                <a:latin typeface="Aptos"/>
                <a:ea typeface="Aptos"/>
                <a:cs typeface="Aptos"/>
              </a:defRPr>
            </a:lvl4pPr>
            <a:lvl5pPr algn="ctr">
              <a:defRPr sz="1800" b="1" i="0">
                <a:solidFill>
                  <a:srgbClr val="FFFFFF"/>
                </a:solidFill>
                <a:latin typeface="Aptos"/>
                <a:ea typeface="Aptos"/>
                <a:cs typeface="Aptos"/>
              </a:defRPr>
            </a:lvl5pPr>
            <a:lvl6pPr algn="ctr">
              <a:defRPr sz="1800" b="1" i="0">
                <a:solidFill>
                  <a:srgbClr val="FFFFFF"/>
                </a:solidFill>
                <a:latin typeface="Aptos"/>
                <a:ea typeface="Aptos"/>
                <a:cs typeface="Aptos"/>
              </a:defRPr>
            </a:lvl6pPr>
            <a:lvl7pPr algn="ctr">
              <a:defRPr sz="1800" b="1" i="0">
                <a:solidFill>
                  <a:srgbClr val="FFFFFF"/>
                </a:solidFill>
                <a:latin typeface="Aptos"/>
                <a:ea typeface="Aptos"/>
                <a:cs typeface="Aptos"/>
              </a:defRPr>
            </a:lvl7pPr>
            <a:lvl8pPr algn="ctr">
              <a:defRPr sz="1800" b="1" i="0">
                <a:solidFill>
                  <a:srgbClr val="FFFFFF"/>
                </a:solidFill>
                <a:latin typeface="Aptos"/>
                <a:ea typeface="Aptos"/>
                <a:cs typeface="Aptos"/>
              </a:defRPr>
            </a:lvl8pPr>
            <a:lvl9pPr algn="ctr">
              <a:defRPr sz="1800" b="1" i="0">
                <a:solidFill>
                  <a:srgbClr val="FFFFFF"/>
                </a:solidFill>
                <a:latin typeface="Aptos"/>
                <a:ea typeface="Aptos"/>
                <a:cs typeface="Aptos"/>
              </a:defRPr>
            </a:lvl9pPr>
          </a:lstStyle>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4</a:t>
            </a:r>
          </a:p>
        </p:txBody>
      </p:sp>
      <p:sp>
        <p:nvSpPr>
          <p:cNvPr id="21" name="cycle-title-3">
            <a:extLst xmlns:a="http://schemas.openxmlformats.org/drawingml/2006/main">
              <a:ext uri="{FF2B5EF4-FFF2-40B4-BE49-F238E27FC236}">
                <a16:creationId xmlns:a16="http://schemas.microsoft.com/office/drawing/2014/main" id="{3EE8E576-95BE-4AAB-9F55-E3E1C94E60F5}"/>
              </a:ext>
            </a:extLst>
          </p:cNvPr>
          <p:cNvSpPr>
            <a:spLocks xmlns:a="http://schemas.openxmlformats.org/drawingml/2006/main" noGrp="1"/>
          </p:cNvSpPr>
          <p:nvPr/>
        </p:nvSpPr>
        <p:spPr>
          <a:xfrm xmlns:a="http://schemas.openxmlformats.org/drawingml/2006/main">
            <a:off x="9277350" y="33718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03366"/>
                </a:solidFill>
                <a:latin typeface="Aptos"/>
                <a:ea typeface="Aptos"/>
                <a:cs typeface="Aptos"/>
              </a:defRPr>
            </a:defPPr>
            <a:lvl1pPr algn="ctr">
              <a:defRPr sz="1275" b="1" i="0">
                <a:solidFill>
                  <a:srgbClr val="003366"/>
                </a:solidFill>
                <a:latin typeface="Aptos"/>
                <a:ea typeface="Aptos"/>
                <a:cs typeface="Aptos"/>
              </a:defRPr>
            </a:lvl1pPr>
            <a:lvl2pPr algn="ctr">
              <a:defRPr sz="1275" b="1" i="0">
                <a:solidFill>
                  <a:srgbClr val="003366"/>
                </a:solidFill>
                <a:latin typeface="Aptos"/>
                <a:ea typeface="Aptos"/>
                <a:cs typeface="Aptos"/>
              </a:defRPr>
            </a:lvl2pPr>
            <a:lvl3pPr algn="ctr">
              <a:defRPr sz="1275" b="1" i="0">
                <a:solidFill>
                  <a:srgbClr val="003366"/>
                </a:solidFill>
                <a:latin typeface="Aptos"/>
                <a:ea typeface="Aptos"/>
                <a:cs typeface="Aptos"/>
              </a:defRPr>
            </a:lvl3pPr>
            <a:lvl4pPr algn="ctr">
              <a:defRPr sz="1275" b="1" i="0">
                <a:solidFill>
                  <a:srgbClr val="003366"/>
                </a:solidFill>
                <a:latin typeface="Aptos"/>
                <a:ea typeface="Aptos"/>
                <a:cs typeface="Aptos"/>
              </a:defRPr>
            </a:lvl4pPr>
            <a:lvl5pPr algn="ctr">
              <a:defRPr sz="1275" b="1" i="0">
                <a:solidFill>
                  <a:srgbClr val="003366"/>
                </a:solidFill>
                <a:latin typeface="Aptos"/>
                <a:ea typeface="Aptos"/>
                <a:cs typeface="Aptos"/>
              </a:defRPr>
            </a:lvl5pPr>
            <a:lvl6pPr algn="ctr">
              <a:defRPr sz="1275" b="1" i="0">
                <a:solidFill>
                  <a:srgbClr val="003366"/>
                </a:solidFill>
                <a:latin typeface="Aptos"/>
                <a:ea typeface="Aptos"/>
                <a:cs typeface="Aptos"/>
              </a:defRPr>
            </a:lvl6pPr>
            <a:lvl7pPr algn="ctr">
              <a:defRPr sz="1275" b="1" i="0">
                <a:solidFill>
                  <a:srgbClr val="003366"/>
                </a:solidFill>
                <a:latin typeface="Aptos"/>
                <a:ea typeface="Aptos"/>
                <a:cs typeface="Aptos"/>
              </a:defRPr>
            </a:lvl7pPr>
            <a:lvl8pPr algn="ctr">
              <a:defRPr sz="1275" b="1" i="0">
                <a:solidFill>
                  <a:srgbClr val="003366"/>
                </a:solidFill>
                <a:latin typeface="Aptos"/>
                <a:ea typeface="Aptos"/>
                <a:cs typeface="Aptos"/>
              </a:defRPr>
            </a:lvl8pPr>
            <a:lvl9pPr algn="ctr">
              <a:defRPr sz="1275" b="1" i="0">
                <a:solidFill>
                  <a:srgbClr val="003366"/>
                </a:solidFill>
                <a:latin typeface="Aptos"/>
                <a:ea typeface="Aptos"/>
                <a:cs typeface="Aptos"/>
              </a:defRPr>
            </a:lvl9pPr>
          </a:lstStyle>
          <a:p xmlns:a="http://schemas.openxmlformats.org/drawingml/2006/main">
            <a:pPr algn="ctr">
              <a:defRPr sz="1275" b="1" i="0">
                <a:solidFill>
                  <a:srgbClr val="003366"/>
                </a:solidFill>
                <a:latin typeface="Aptos"/>
                <a:ea typeface="Aptos"/>
                <a:cs typeface="Aptos"/>
              </a:defRPr>
            </a:pPr>
            <a:r>
              <a:rPr sz="1275" b="1" i="0">
                <a:solidFill>
                  <a:srgbClr val="003366"/>
                </a:solidFill>
                <a:latin typeface="Aptos"/>
                <a:ea typeface="Aptos"/>
                <a:cs typeface="Aptos"/>
              </a:rPr>
              <a:t>PROMPT FINAL</a:t>
            </a:r>
          </a:p>
        </p:txBody>
      </p:sp>
      <p:sp>
        <p:nvSpPr>
          <p:cNvPr id="22" name="cycle-copy-3">
            <a:extLst xmlns:a="http://schemas.openxmlformats.org/drawingml/2006/main">
              <a:ext uri="{FF2B5EF4-FFF2-40B4-BE49-F238E27FC236}">
                <a16:creationId xmlns:a16="http://schemas.microsoft.com/office/drawing/2014/main" id="{D140CAFF-3247-4466-A45E-343E45DC48E5}"/>
              </a:ext>
            </a:extLst>
          </p:cNvPr>
          <p:cNvSpPr>
            <a:spLocks xmlns:a="http://schemas.openxmlformats.org/drawingml/2006/main" noGrp="1"/>
          </p:cNvSpPr>
          <p:nvPr/>
        </p:nvSpPr>
        <p:spPr>
          <a:xfrm xmlns:a="http://schemas.openxmlformats.org/drawingml/2006/main">
            <a:off x="9277350" y="3771900"/>
            <a:ext cx="2133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Versión corregida y probada</a:t>
            </a:r>
          </a:p>
        </p:txBody>
      </p:sp>
      <p:sp>
        <p:nvSpPr>
          <p:cNvPr id="23" name="example-improvement">
            <a:extLst xmlns:a="http://schemas.openxmlformats.org/drawingml/2006/main">
              <a:ext uri="{FF2B5EF4-FFF2-40B4-BE49-F238E27FC236}">
                <a16:creationId xmlns:a16="http://schemas.microsoft.com/office/drawing/2014/main" id="{7E0E148E-7905-4DF7-B1B5-985D5C1C9BCF}"/>
              </a:ext>
            </a:extLst>
          </p:cNvPr>
          <p:cNvSpPr>
            <a:spLocks xmlns:a="http://schemas.openxmlformats.org/drawingml/2006/main" noGrp="1"/>
          </p:cNvSpPr>
          <p:nvPr/>
        </p:nvSpPr>
        <p:spPr>
          <a:xfrm xmlns:a="http://schemas.openxmlformats.org/drawingml/2006/main">
            <a:off x="1714500" y="4762500"/>
            <a:ext cx="8763000" cy="838200"/>
          </a:xfrm>
          <a:prstGeom xmlns:a="http://schemas.openxmlformats.org/drawingml/2006/main" prst="roundRect">
            <a:avLst>
              <a:gd name="adj" fmla="val 9091"/>
            </a:avLst>
          </a:prstGeom>
          <a:solidFill xmlns:a="http://schemas.openxmlformats.org/drawingml/2006/main">
            <a:srgbClr val="F5F9FB"/>
          </a:solidFill>
          <a:ln xmlns:a="http://schemas.openxmlformats.org/drawingml/2006/main" w="19050">
            <a:solidFill>
              <a:srgbClr val="EAF4F8"/>
            </a:solidFill>
            <a:prstDash val="solid"/>
          </a:ln>
        </p:spPr>
      </p:sp>
      <p:sp>
        <p:nvSpPr>
          <p:cNvPr id="24" name="example-improvement-copy">
            <a:extLst xmlns:a="http://schemas.openxmlformats.org/drawingml/2006/main">
              <a:ext uri="{FF2B5EF4-FFF2-40B4-BE49-F238E27FC236}">
                <a16:creationId xmlns:a16="http://schemas.microsoft.com/office/drawing/2014/main" id="{2AC19A0C-4038-4804-9725-395EEAA3EB7B}"/>
              </a:ext>
            </a:extLst>
          </p:cNvPr>
          <p:cNvSpPr>
            <a:spLocks xmlns:a="http://schemas.openxmlformats.org/drawingml/2006/main" noGrp="1"/>
          </p:cNvSpPr>
          <p:nvPr/>
        </p:nvSpPr>
        <p:spPr>
          <a:xfrm xmlns:a="http://schemas.openxmlformats.org/drawingml/2006/main">
            <a:off x="2019300" y="5010150"/>
            <a:ext cx="8153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03366"/>
                </a:solidFill>
                <a:latin typeface="Aptos"/>
                <a:ea typeface="Aptos"/>
                <a:cs typeface="Aptos"/>
              </a:defRPr>
            </a:defPPr>
            <a:lvl1pPr algn="ctr">
              <a:defRPr sz="1350" b="1" i="0">
                <a:solidFill>
                  <a:srgbClr val="003366"/>
                </a:solidFill>
                <a:latin typeface="Aptos"/>
                <a:ea typeface="Aptos"/>
                <a:cs typeface="Aptos"/>
              </a:defRPr>
            </a:lvl1pPr>
            <a:lvl2pPr algn="ctr">
              <a:defRPr sz="1350" b="1" i="0">
                <a:solidFill>
                  <a:srgbClr val="003366"/>
                </a:solidFill>
                <a:latin typeface="Aptos"/>
                <a:ea typeface="Aptos"/>
                <a:cs typeface="Aptos"/>
              </a:defRPr>
            </a:lvl2pPr>
            <a:lvl3pPr algn="ctr">
              <a:defRPr sz="1350" b="1" i="0">
                <a:solidFill>
                  <a:srgbClr val="003366"/>
                </a:solidFill>
                <a:latin typeface="Aptos"/>
                <a:ea typeface="Aptos"/>
                <a:cs typeface="Aptos"/>
              </a:defRPr>
            </a:lvl3pPr>
            <a:lvl4pPr algn="ctr">
              <a:defRPr sz="1350" b="1" i="0">
                <a:solidFill>
                  <a:srgbClr val="003366"/>
                </a:solidFill>
                <a:latin typeface="Aptos"/>
                <a:ea typeface="Aptos"/>
                <a:cs typeface="Aptos"/>
              </a:defRPr>
            </a:lvl4pPr>
            <a:lvl5pPr algn="ctr">
              <a:defRPr sz="1350" b="1" i="0">
                <a:solidFill>
                  <a:srgbClr val="003366"/>
                </a:solidFill>
                <a:latin typeface="Aptos"/>
                <a:ea typeface="Aptos"/>
                <a:cs typeface="Aptos"/>
              </a:defRPr>
            </a:lvl5pPr>
            <a:lvl6pPr algn="ctr">
              <a:defRPr sz="1350" b="1" i="0">
                <a:solidFill>
                  <a:srgbClr val="003366"/>
                </a:solidFill>
                <a:latin typeface="Aptos"/>
                <a:ea typeface="Aptos"/>
                <a:cs typeface="Aptos"/>
              </a:defRPr>
            </a:lvl6pPr>
            <a:lvl7pPr algn="ctr">
              <a:defRPr sz="1350" b="1" i="0">
                <a:solidFill>
                  <a:srgbClr val="003366"/>
                </a:solidFill>
                <a:latin typeface="Aptos"/>
                <a:ea typeface="Aptos"/>
                <a:cs typeface="Aptos"/>
              </a:defRPr>
            </a:lvl7pPr>
            <a:lvl8pPr algn="ctr">
              <a:defRPr sz="1350" b="1" i="0">
                <a:solidFill>
                  <a:srgbClr val="003366"/>
                </a:solidFill>
                <a:latin typeface="Aptos"/>
                <a:ea typeface="Aptos"/>
                <a:cs typeface="Aptos"/>
              </a:defRPr>
            </a:lvl8pPr>
            <a:lvl9pPr algn="ctr">
              <a:defRPr sz="1350" b="1" i="0">
                <a:solidFill>
                  <a:srgbClr val="003366"/>
                </a:solidFill>
                <a:latin typeface="Aptos"/>
                <a:ea typeface="Aptos"/>
                <a:cs typeface="Aptos"/>
              </a:defRPr>
            </a:lvl9pPr>
          </a:lstStyle>
          <a:p xmlns:a="http://schemas.openxmlformats.org/drawingml/2006/main">
            <a:pPr algn="ctr">
              <a:defRPr sz="1350" b="1" i="0">
                <a:solidFill>
                  <a:srgbClr val="003366"/>
                </a:solidFill>
                <a:latin typeface="Aptos"/>
                <a:ea typeface="Aptos"/>
                <a:cs typeface="Aptos"/>
              </a:defRPr>
            </a:pPr>
            <a:r>
              <a:rPr sz="1350" b="1" i="0">
                <a:solidFill>
                  <a:srgbClr val="003366"/>
                </a:solidFill>
                <a:latin typeface="Aptos"/>
                <a:ea typeface="Aptos"/>
                <a:cs typeface="Aptos"/>
              </a:rPr>
              <a:t>MEJORA TRAZABLE  ·  “Limitar a 120 palabras”  ·  “Pedir tres columnas exactas”  ·  “No proponer descuentos”</a:t>
            </a:r>
          </a:p>
        </p:txBody>
      </p:sp>
      <p:sp>
        <p:nvSpPr>
          <p:cNvPr id="25" name="brand-6">
            <a:extLst xmlns:a="http://schemas.openxmlformats.org/drawingml/2006/main">
              <a:ext uri="{FF2B5EF4-FFF2-40B4-BE49-F238E27FC236}">
                <a16:creationId xmlns:a16="http://schemas.microsoft.com/office/drawing/2014/main" id="{6DAFDB60-8CCD-42CC-9E62-B40850CF86F4}"/>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26" name="page-6">
            <a:extLst xmlns:a="http://schemas.openxmlformats.org/drawingml/2006/main">
              <a:ext uri="{FF2B5EF4-FFF2-40B4-BE49-F238E27FC236}">
                <a16:creationId xmlns:a16="http://schemas.microsoft.com/office/drawing/2014/main" id="{ED3BBC2D-1102-4E39-88F0-ACCFB42485D8}"/>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06</a:t>
            </a:r>
          </a:p>
        </p:txBody>
      </p:sp>
    </p:spTree>
    <p:extLst>
      <p:ext uri="{BB962C8B-B14F-4D97-AF65-F5344CB8AC3E}">
        <p14:creationId xmlns:p14="http://schemas.microsoft.com/office/powerpoint/2010/main" val="181689288"/>
      </p:ext>
    </p:extLst>
  </p:cSld>
</p:sld>
</file>

<file path=ppt/slides/slide7.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37" name="title-7">
            <a:extLst xmlns:a="http://schemas.openxmlformats.org/drawingml/2006/main">
              <a:ext uri="{FF2B5EF4-FFF2-40B4-BE49-F238E27FC236}">
                <a16:creationId xmlns:a16="http://schemas.microsoft.com/office/drawing/2014/main" id="{98C362AD-725D-48F9-AD90-0479CAD41069}"/>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Cinco controles antes de reutilizar</a:t>
            </a:r>
          </a:p>
        </p:txBody>
      </p:sp>
      <p:sp>
        <p:nvSpPr>
          <p:cNvPr id="2" name="title-rule-7">
            <a:extLst xmlns:a="http://schemas.openxmlformats.org/drawingml/2006/main">
              <a:ext uri="{FF2B5EF4-FFF2-40B4-BE49-F238E27FC236}">
                <a16:creationId xmlns:a16="http://schemas.microsoft.com/office/drawing/2014/main" id="{4A223E12-9871-452F-9E3B-5022E7E4CC2E}"/>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7">
            <a:extLst xmlns:a="http://schemas.openxmlformats.org/drawingml/2006/main">
              <a:ext uri="{FF2B5EF4-FFF2-40B4-BE49-F238E27FC236}">
                <a16:creationId xmlns:a16="http://schemas.microsoft.com/office/drawing/2014/main" id="{0D18330E-93B4-43A7-A94B-A84E68AD0577}"/>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Responde Sí, No o No aplica. Un “No” indica que el prompt todavía necesita ajustes.</a:t>
            </a:r>
          </a:p>
        </p:txBody>
      </p:sp>
      <p:sp>
        <p:nvSpPr>
          <p:cNvPr id="4" name="control-circle-0">
            <a:extLst xmlns:a="http://schemas.openxmlformats.org/drawingml/2006/main">
              <a:ext uri="{FF2B5EF4-FFF2-40B4-BE49-F238E27FC236}">
                <a16:creationId xmlns:a16="http://schemas.microsoft.com/office/drawing/2014/main" id="{5545DE06-9ACB-4698-AD44-D0D7E67D54ED}"/>
              </a:ext>
            </a:extLst>
          </p:cNvPr>
          <p:cNvSpPr>
            <a:spLocks xmlns:a="http://schemas.openxmlformats.org/drawingml/2006/main" noGrp="1"/>
          </p:cNvSpPr>
          <p:nvPr/>
        </p:nvSpPr>
        <p:spPr>
          <a:xfrm xmlns:a="http://schemas.openxmlformats.org/drawingml/2006/main">
            <a:off x="895350" y="2133600"/>
            <a:ext cx="419100" cy="41910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5" name="control-number-0">
            <a:extLst xmlns:a="http://schemas.openxmlformats.org/drawingml/2006/main">
              <a:ext uri="{FF2B5EF4-FFF2-40B4-BE49-F238E27FC236}">
                <a16:creationId xmlns:a16="http://schemas.microsoft.com/office/drawing/2014/main" id="{088689F7-6160-4528-92FF-A5508377C1E1}"/>
              </a:ext>
            </a:extLst>
          </p:cNvPr>
          <p:cNvSpPr>
            <a:spLocks xmlns:a="http://schemas.openxmlformats.org/drawingml/2006/main" noGrp="1"/>
          </p:cNvSpPr>
          <p:nvPr/>
        </p:nvSpPr>
        <p:spPr>
          <a:xfrm xmlns:a="http://schemas.openxmlformats.org/drawingml/2006/main">
            <a:off x="895350" y="22002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ptos"/>
                <a:ea typeface="Aptos"/>
                <a:cs typeface="Aptos"/>
              </a:defRPr>
            </a:defPPr>
            <a:lvl1pPr algn="ctr">
              <a:defRPr sz="1350" b="1" i="0">
                <a:solidFill>
                  <a:srgbClr val="FFFFFF"/>
                </a:solidFill>
                <a:latin typeface="Aptos"/>
                <a:ea typeface="Aptos"/>
                <a:cs typeface="Aptos"/>
              </a:defRPr>
            </a:lvl1pPr>
            <a:lvl2pPr algn="ctr">
              <a:defRPr sz="1350" b="1" i="0">
                <a:solidFill>
                  <a:srgbClr val="FFFFFF"/>
                </a:solidFill>
                <a:latin typeface="Aptos"/>
                <a:ea typeface="Aptos"/>
                <a:cs typeface="Aptos"/>
              </a:defRPr>
            </a:lvl2pPr>
            <a:lvl3pPr algn="ctr">
              <a:defRPr sz="1350" b="1" i="0">
                <a:solidFill>
                  <a:srgbClr val="FFFFFF"/>
                </a:solidFill>
                <a:latin typeface="Aptos"/>
                <a:ea typeface="Aptos"/>
                <a:cs typeface="Aptos"/>
              </a:defRPr>
            </a:lvl3pPr>
            <a:lvl4pPr algn="ctr">
              <a:defRPr sz="1350" b="1" i="0">
                <a:solidFill>
                  <a:srgbClr val="FFFFFF"/>
                </a:solidFill>
                <a:latin typeface="Aptos"/>
                <a:ea typeface="Aptos"/>
                <a:cs typeface="Aptos"/>
              </a:defRPr>
            </a:lvl4pPr>
            <a:lvl5pPr algn="ctr">
              <a:defRPr sz="1350" b="1" i="0">
                <a:solidFill>
                  <a:srgbClr val="FFFFFF"/>
                </a:solidFill>
                <a:latin typeface="Aptos"/>
                <a:ea typeface="Aptos"/>
                <a:cs typeface="Aptos"/>
              </a:defRPr>
            </a:lvl5pPr>
            <a:lvl6pPr algn="ctr">
              <a:defRPr sz="1350" b="1" i="0">
                <a:solidFill>
                  <a:srgbClr val="FFFFFF"/>
                </a:solidFill>
                <a:latin typeface="Aptos"/>
                <a:ea typeface="Aptos"/>
                <a:cs typeface="Aptos"/>
              </a:defRPr>
            </a:lvl6pPr>
            <a:lvl7pPr algn="ctr">
              <a:defRPr sz="1350" b="1" i="0">
                <a:solidFill>
                  <a:srgbClr val="FFFFFF"/>
                </a:solidFill>
                <a:latin typeface="Aptos"/>
                <a:ea typeface="Aptos"/>
                <a:cs typeface="Aptos"/>
              </a:defRPr>
            </a:lvl7pPr>
            <a:lvl8pPr algn="ctr">
              <a:defRPr sz="1350" b="1" i="0">
                <a:solidFill>
                  <a:srgbClr val="FFFFFF"/>
                </a:solidFill>
                <a:latin typeface="Aptos"/>
                <a:ea typeface="Aptos"/>
                <a:cs typeface="Aptos"/>
              </a:defRPr>
            </a:lvl8pPr>
            <a:lvl9pPr algn="ctr">
              <a:defRPr sz="1350" b="1" i="0">
                <a:solidFill>
                  <a:srgbClr val="FFFFFF"/>
                </a:solidFill>
                <a:latin typeface="Aptos"/>
                <a:ea typeface="Aptos"/>
                <a:cs typeface="Aptos"/>
              </a:defRPr>
            </a:lvl9pPr>
          </a:lstStyle>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1</a:t>
            </a:r>
          </a:p>
        </p:txBody>
      </p:sp>
      <p:sp>
        <p:nvSpPr>
          <p:cNvPr id="6" name="control-card-0">
            <a:extLst xmlns:a="http://schemas.openxmlformats.org/drawingml/2006/main">
              <a:ext uri="{FF2B5EF4-FFF2-40B4-BE49-F238E27FC236}">
                <a16:creationId xmlns:a16="http://schemas.microsoft.com/office/drawing/2014/main" id="{C5585D96-19E2-4C04-860E-C3DF1B10B366}"/>
              </a:ext>
            </a:extLst>
          </p:cNvPr>
          <p:cNvSpPr>
            <a:spLocks xmlns:a="http://schemas.openxmlformats.org/drawingml/2006/main" noGrp="1"/>
          </p:cNvSpPr>
          <p:nvPr/>
        </p:nvSpPr>
        <p:spPr>
          <a:xfrm xmlns:a="http://schemas.openxmlformats.org/drawingml/2006/main">
            <a:off x="1504950" y="2095500"/>
            <a:ext cx="74676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EAF4F8"/>
            </a:solidFill>
            <a:prstDash val="solid"/>
          </a:ln>
        </p:spPr>
      </p:sp>
      <p:sp>
        <p:nvSpPr>
          <p:cNvPr id="7" name="control-label-0">
            <a:extLst xmlns:a="http://schemas.openxmlformats.org/drawingml/2006/main">
              <a:ext uri="{FF2B5EF4-FFF2-40B4-BE49-F238E27FC236}">
                <a16:creationId xmlns:a16="http://schemas.microsoft.com/office/drawing/2014/main" id="{BFCDBC2C-EAD1-4BA5-8786-9D8B233E5D18}"/>
              </a:ext>
            </a:extLst>
          </p:cNvPr>
          <p:cNvSpPr>
            <a:spLocks xmlns:a="http://schemas.openxmlformats.org/drawingml/2006/main" noGrp="1"/>
          </p:cNvSpPr>
          <p:nvPr/>
        </p:nvSpPr>
        <p:spPr>
          <a:xfrm xmlns:a="http://schemas.openxmlformats.org/drawingml/2006/main">
            <a:off x="1752600" y="2219325"/>
            <a:ext cx="6972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17324D"/>
                </a:solidFill>
                <a:latin typeface="Aptos"/>
                <a:ea typeface="Aptos"/>
                <a:cs typeface="Aptos"/>
              </a:defRPr>
            </a:defPPr>
            <a:lvl1pPr algn="l">
              <a:defRPr sz="1350" b="1" i="0">
                <a:solidFill>
                  <a:srgbClr val="17324D"/>
                </a:solidFill>
                <a:latin typeface="Aptos"/>
                <a:ea typeface="Aptos"/>
                <a:cs typeface="Aptos"/>
              </a:defRPr>
            </a:lvl1pPr>
            <a:lvl2pPr algn="l">
              <a:defRPr sz="1350" b="1" i="0">
                <a:solidFill>
                  <a:srgbClr val="17324D"/>
                </a:solidFill>
                <a:latin typeface="Aptos"/>
                <a:ea typeface="Aptos"/>
                <a:cs typeface="Aptos"/>
              </a:defRPr>
            </a:lvl2pPr>
            <a:lvl3pPr algn="l">
              <a:defRPr sz="1350" b="1" i="0">
                <a:solidFill>
                  <a:srgbClr val="17324D"/>
                </a:solidFill>
                <a:latin typeface="Aptos"/>
                <a:ea typeface="Aptos"/>
                <a:cs typeface="Aptos"/>
              </a:defRPr>
            </a:lvl3pPr>
            <a:lvl4pPr algn="l">
              <a:defRPr sz="1350" b="1" i="0">
                <a:solidFill>
                  <a:srgbClr val="17324D"/>
                </a:solidFill>
                <a:latin typeface="Aptos"/>
                <a:ea typeface="Aptos"/>
                <a:cs typeface="Aptos"/>
              </a:defRPr>
            </a:lvl4pPr>
            <a:lvl5pPr algn="l">
              <a:defRPr sz="1350" b="1" i="0">
                <a:solidFill>
                  <a:srgbClr val="17324D"/>
                </a:solidFill>
                <a:latin typeface="Aptos"/>
                <a:ea typeface="Aptos"/>
                <a:cs typeface="Aptos"/>
              </a:defRPr>
            </a:lvl5pPr>
            <a:lvl6pPr algn="l">
              <a:defRPr sz="1350" b="1" i="0">
                <a:solidFill>
                  <a:srgbClr val="17324D"/>
                </a:solidFill>
                <a:latin typeface="Aptos"/>
                <a:ea typeface="Aptos"/>
                <a:cs typeface="Aptos"/>
              </a:defRPr>
            </a:lvl6pPr>
            <a:lvl7pPr algn="l">
              <a:defRPr sz="1350" b="1" i="0">
                <a:solidFill>
                  <a:srgbClr val="17324D"/>
                </a:solidFill>
                <a:latin typeface="Aptos"/>
                <a:ea typeface="Aptos"/>
                <a:cs typeface="Aptos"/>
              </a:defRPr>
            </a:lvl7pPr>
            <a:lvl8pPr algn="l">
              <a:defRPr sz="1350" b="1" i="0">
                <a:solidFill>
                  <a:srgbClr val="17324D"/>
                </a:solidFill>
                <a:latin typeface="Aptos"/>
                <a:ea typeface="Aptos"/>
                <a:cs typeface="Aptos"/>
              </a:defRPr>
            </a:lvl8pPr>
            <a:lvl9pPr algn="l">
              <a:defRPr sz="1350" b="1" i="0">
                <a:solidFill>
                  <a:srgbClr val="17324D"/>
                </a:solidFill>
                <a:latin typeface="Aptos"/>
                <a:ea typeface="Aptos"/>
                <a:cs typeface="Aptos"/>
              </a:defRPr>
            </a:lvl9pPr>
          </a:lstStyle>
          <a:p xmlns:a="http://schemas.openxmlformats.org/drawingml/2006/main">
            <a:pPr algn="l">
              <a:defRPr sz="1350" b="1" i="0">
                <a:solidFill>
                  <a:srgbClr val="17324D"/>
                </a:solidFill>
                <a:latin typeface="Aptos"/>
                <a:ea typeface="Aptos"/>
                <a:cs typeface="Aptos"/>
              </a:defRPr>
            </a:pPr>
            <a:r>
              <a:rPr sz="1350" b="1" i="0">
                <a:solidFill>
                  <a:srgbClr val="17324D"/>
                </a:solidFill>
                <a:latin typeface="Aptos"/>
                <a:ea typeface="Aptos"/>
                <a:cs typeface="Aptos"/>
              </a:rPr>
              <a:t>¿El objetivo está claro?</a:t>
            </a:r>
          </a:p>
        </p:txBody>
      </p:sp>
      <p:sp>
        <p:nvSpPr>
          <p:cNvPr id="8" name="control-answer-0-box">
            <a:extLst xmlns:a="http://schemas.openxmlformats.org/drawingml/2006/main">
              <a:ext uri="{FF2B5EF4-FFF2-40B4-BE49-F238E27FC236}">
                <a16:creationId xmlns:a16="http://schemas.microsoft.com/office/drawing/2014/main" id="{1B42C9DC-18D7-4A8A-8AF1-F8559DE017D4}"/>
              </a:ext>
            </a:extLst>
          </p:cNvPr>
          <p:cNvSpPr>
            <a:spLocks xmlns:a="http://schemas.openxmlformats.org/drawingml/2006/main" noGrp="1"/>
          </p:cNvSpPr>
          <p:nvPr/>
        </p:nvSpPr>
        <p:spPr>
          <a:xfrm xmlns:a="http://schemas.openxmlformats.org/drawingml/2006/main">
            <a:off x="9315450" y="2152650"/>
            <a:ext cx="2076450" cy="361950"/>
          </a:xfrm>
          <a:prstGeom xmlns:a="http://schemas.openxmlformats.org/drawingml/2006/main" prst="roundRect">
            <a:avLst>
              <a:gd name="adj" fmla="val 21053"/>
            </a:avLst>
          </a:prstGeom>
          <a:solidFill xmlns:a="http://schemas.openxmlformats.org/drawingml/2006/main">
            <a:srgbClr val="003366"/>
          </a:solidFill>
          <a:ln xmlns:a="http://schemas.openxmlformats.org/drawingml/2006/main" w="0">
            <a:noFill/>
            <a:prstDash val="solid"/>
          </a:ln>
        </p:spPr>
      </p:sp>
      <p:sp>
        <p:nvSpPr>
          <p:cNvPr id="9" name="control-answer-0-text">
            <a:extLst xmlns:a="http://schemas.openxmlformats.org/drawingml/2006/main">
              <a:ext uri="{FF2B5EF4-FFF2-40B4-BE49-F238E27FC236}">
                <a16:creationId xmlns:a16="http://schemas.microsoft.com/office/drawing/2014/main" id="{D6410E4B-6446-4799-B918-4180853C7119}"/>
              </a:ext>
            </a:extLst>
          </p:cNvPr>
          <p:cNvSpPr>
            <a:spLocks xmlns:a="http://schemas.openxmlformats.org/drawingml/2006/main" noGrp="1"/>
          </p:cNvSpPr>
          <p:nvPr/>
        </p:nvSpPr>
        <p:spPr>
          <a:xfrm xmlns:a="http://schemas.openxmlformats.org/drawingml/2006/main">
            <a:off x="9429750" y="221932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SÍ  ·  NO  ·  NO APLICA</a:t>
            </a:r>
          </a:p>
        </p:txBody>
      </p:sp>
      <p:sp>
        <p:nvSpPr>
          <p:cNvPr id="10" name="control-circle-1">
            <a:extLst xmlns:a="http://schemas.openxmlformats.org/drawingml/2006/main">
              <a:ext uri="{FF2B5EF4-FFF2-40B4-BE49-F238E27FC236}">
                <a16:creationId xmlns:a16="http://schemas.microsoft.com/office/drawing/2014/main" id="{8006C09B-1F5C-4F3D-90DD-6AA878DD7C54}"/>
              </a:ext>
            </a:extLst>
          </p:cNvPr>
          <p:cNvSpPr>
            <a:spLocks xmlns:a="http://schemas.openxmlformats.org/drawingml/2006/main" noGrp="1"/>
          </p:cNvSpPr>
          <p:nvPr/>
        </p:nvSpPr>
        <p:spPr>
          <a:xfrm xmlns:a="http://schemas.openxmlformats.org/drawingml/2006/main">
            <a:off x="895350" y="2819400"/>
            <a:ext cx="419100" cy="41910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1" name="control-number-1">
            <a:extLst xmlns:a="http://schemas.openxmlformats.org/drawingml/2006/main">
              <a:ext uri="{FF2B5EF4-FFF2-40B4-BE49-F238E27FC236}">
                <a16:creationId xmlns:a16="http://schemas.microsoft.com/office/drawing/2014/main" id="{532EC9CA-E185-4815-9B81-9FED17FA765B}"/>
              </a:ext>
            </a:extLst>
          </p:cNvPr>
          <p:cNvSpPr>
            <a:spLocks xmlns:a="http://schemas.openxmlformats.org/drawingml/2006/main" noGrp="1"/>
          </p:cNvSpPr>
          <p:nvPr/>
        </p:nvSpPr>
        <p:spPr>
          <a:xfrm xmlns:a="http://schemas.openxmlformats.org/drawingml/2006/main">
            <a:off x="895350" y="28860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ptos"/>
                <a:ea typeface="Aptos"/>
                <a:cs typeface="Aptos"/>
              </a:defRPr>
            </a:defPPr>
            <a:lvl1pPr algn="ctr">
              <a:defRPr sz="1350" b="1" i="0">
                <a:solidFill>
                  <a:srgbClr val="FFFFFF"/>
                </a:solidFill>
                <a:latin typeface="Aptos"/>
                <a:ea typeface="Aptos"/>
                <a:cs typeface="Aptos"/>
              </a:defRPr>
            </a:lvl1pPr>
            <a:lvl2pPr algn="ctr">
              <a:defRPr sz="1350" b="1" i="0">
                <a:solidFill>
                  <a:srgbClr val="FFFFFF"/>
                </a:solidFill>
                <a:latin typeface="Aptos"/>
                <a:ea typeface="Aptos"/>
                <a:cs typeface="Aptos"/>
              </a:defRPr>
            </a:lvl2pPr>
            <a:lvl3pPr algn="ctr">
              <a:defRPr sz="1350" b="1" i="0">
                <a:solidFill>
                  <a:srgbClr val="FFFFFF"/>
                </a:solidFill>
                <a:latin typeface="Aptos"/>
                <a:ea typeface="Aptos"/>
                <a:cs typeface="Aptos"/>
              </a:defRPr>
            </a:lvl3pPr>
            <a:lvl4pPr algn="ctr">
              <a:defRPr sz="1350" b="1" i="0">
                <a:solidFill>
                  <a:srgbClr val="FFFFFF"/>
                </a:solidFill>
                <a:latin typeface="Aptos"/>
                <a:ea typeface="Aptos"/>
                <a:cs typeface="Aptos"/>
              </a:defRPr>
            </a:lvl4pPr>
            <a:lvl5pPr algn="ctr">
              <a:defRPr sz="1350" b="1" i="0">
                <a:solidFill>
                  <a:srgbClr val="FFFFFF"/>
                </a:solidFill>
                <a:latin typeface="Aptos"/>
                <a:ea typeface="Aptos"/>
                <a:cs typeface="Aptos"/>
              </a:defRPr>
            </a:lvl5pPr>
            <a:lvl6pPr algn="ctr">
              <a:defRPr sz="1350" b="1" i="0">
                <a:solidFill>
                  <a:srgbClr val="FFFFFF"/>
                </a:solidFill>
                <a:latin typeface="Aptos"/>
                <a:ea typeface="Aptos"/>
                <a:cs typeface="Aptos"/>
              </a:defRPr>
            </a:lvl6pPr>
            <a:lvl7pPr algn="ctr">
              <a:defRPr sz="1350" b="1" i="0">
                <a:solidFill>
                  <a:srgbClr val="FFFFFF"/>
                </a:solidFill>
                <a:latin typeface="Aptos"/>
                <a:ea typeface="Aptos"/>
                <a:cs typeface="Aptos"/>
              </a:defRPr>
            </a:lvl7pPr>
            <a:lvl8pPr algn="ctr">
              <a:defRPr sz="1350" b="1" i="0">
                <a:solidFill>
                  <a:srgbClr val="FFFFFF"/>
                </a:solidFill>
                <a:latin typeface="Aptos"/>
                <a:ea typeface="Aptos"/>
                <a:cs typeface="Aptos"/>
              </a:defRPr>
            </a:lvl8pPr>
            <a:lvl9pPr algn="ctr">
              <a:defRPr sz="1350" b="1" i="0">
                <a:solidFill>
                  <a:srgbClr val="FFFFFF"/>
                </a:solidFill>
                <a:latin typeface="Aptos"/>
                <a:ea typeface="Aptos"/>
                <a:cs typeface="Aptos"/>
              </a:defRPr>
            </a:lvl9pPr>
          </a:lstStyle>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2</a:t>
            </a:r>
          </a:p>
        </p:txBody>
      </p:sp>
      <p:sp>
        <p:nvSpPr>
          <p:cNvPr id="12" name="control-card-1">
            <a:extLst xmlns:a="http://schemas.openxmlformats.org/drawingml/2006/main">
              <a:ext uri="{FF2B5EF4-FFF2-40B4-BE49-F238E27FC236}">
                <a16:creationId xmlns:a16="http://schemas.microsoft.com/office/drawing/2014/main" id="{CBF8D270-B8CB-4F09-81B2-3BF3BA52B324}"/>
              </a:ext>
            </a:extLst>
          </p:cNvPr>
          <p:cNvSpPr>
            <a:spLocks xmlns:a="http://schemas.openxmlformats.org/drawingml/2006/main" noGrp="1"/>
          </p:cNvSpPr>
          <p:nvPr/>
        </p:nvSpPr>
        <p:spPr>
          <a:xfrm xmlns:a="http://schemas.openxmlformats.org/drawingml/2006/main">
            <a:off x="1504950" y="2781300"/>
            <a:ext cx="74676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EAF4F8"/>
            </a:solidFill>
            <a:prstDash val="solid"/>
          </a:ln>
        </p:spPr>
      </p:sp>
      <p:sp>
        <p:nvSpPr>
          <p:cNvPr id="13" name="control-label-1">
            <a:extLst xmlns:a="http://schemas.openxmlformats.org/drawingml/2006/main">
              <a:ext uri="{FF2B5EF4-FFF2-40B4-BE49-F238E27FC236}">
                <a16:creationId xmlns:a16="http://schemas.microsoft.com/office/drawing/2014/main" id="{50F59346-5465-4751-BB05-257EC2F22A8C}"/>
              </a:ext>
            </a:extLst>
          </p:cNvPr>
          <p:cNvSpPr>
            <a:spLocks xmlns:a="http://schemas.openxmlformats.org/drawingml/2006/main" noGrp="1"/>
          </p:cNvSpPr>
          <p:nvPr/>
        </p:nvSpPr>
        <p:spPr>
          <a:xfrm xmlns:a="http://schemas.openxmlformats.org/drawingml/2006/main">
            <a:off x="1752600" y="2905125"/>
            <a:ext cx="6972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17324D"/>
                </a:solidFill>
                <a:latin typeface="Aptos"/>
                <a:ea typeface="Aptos"/>
                <a:cs typeface="Aptos"/>
              </a:defRPr>
            </a:defPPr>
            <a:lvl1pPr algn="l">
              <a:defRPr sz="1350" b="1" i="0">
                <a:solidFill>
                  <a:srgbClr val="17324D"/>
                </a:solidFill>
                <a:latin typeface="Aptos"/>
                <a:ea typeface="Aptos"/>
                <a:cs typeface="Aptos"/>
              </a:defRPr>
            </a:lvl1pPr>
            <a:lvl2pPr algn="l">
              <a:defRPr sz="1350" b="1" i="0">
                <a:solidFill>
                  <a:srgbClr val="17324D"/>
                </a:solidFill>
                <a:latin typeface="Aptos"/>
                <a:ea typeface="Aptos"/>
                <a:cs typeface="Aptos"/>
              </a:defRPr>
            </a:lvl2pPr>
            <a:lvl3pPr algn="l">
              <a:defRPr sz="1350" b="1" i="0">
                <a:solidFill>
                  <a:srgbClr val="17324D"/>
                </a:solidFill>
                <a:latin typeface="Aptos"/>
                <a:ea typeface="Aptos"/>
                <a:cs typeface="Aptos"/>
              </a:defRPr>
            </a:lvl3pPr>
            <a:lvl4pPr algn="l">
              <a:defRPr sz="1350" b="1" i="0">
                <a:solidFill>
                  <a:srgbClr val="17324D"/>
                </a:solidFill>
                <a:latin typeface="Aptos"/>
                <a:ea typeface="Aptos"/>
                <a:cs typeface="Aptos"/>
              </a:defRPr>
            </a:lvl4pPr>
            <a:lvl5pPr algn="l">
              <a:defRPr sz="1350" b="1" i="0">
                <a:solidFill>
                  <a:srgbClr val="17324D"/>
                </a:solidFill>
                <a:latin typeface="Aptos"/>
                <a:ea typeface="Aptos"/>
                <a:cs typeface="Aptos"/>
              </a:defRPr>
            </a:lvl5pPr>
            <a:lvl6pPr algn="l">
              <a:defRPr sz="1350" b="1" i="0">
                <a:solidFill>
                  <a:srgbClr val="17324D"/>
                </a:solidFill>
                <a:latin typeface="Aptos"/>
                <a:ea typeface="Aptos"/>
                <a:cs typeface="Aptos"/>
              </a:defRPr>
            </a:lvl6pPr>
            <a:lvl7pPr algn="l">
              <a:defRPr sz="1350" b="1" i="0">
                <a:solidFill>
                  <a:srgbClr val="17324D"/>
                </a:solidFill>
                <a:latin typeface="Aptos"/>
                <a:ea typeface="Aptos"/>
                <a:cs typeface="Aptos"/>
              </a:defRPr>
            </a:lvl7pPr>
            <a:lvl8pPr algn="l">
              <a:defRPr sz="1350" b="1" i="0">
                <a:solidFill>
                  <a:srgbClr val="17324D"/>
                </a:solidFill>
                <a:latin typeface="Aptos"/>
                <a:ea typeface="Aptos"/>
                <a:cs typeface="Aptos"/>
              </a:defRPr>
            </a:lvl8pPr>
            <a:lvl9pPr algn="l">
              <a:defRPr sz="1350" b="1" i="0">
                <a:solidFill>
                  <a:srgbClr val="17324D"/>
                </a:solidFill>
                <a:latin typeface="Aptos"/>
                <a:ea typeface="Aptos"/>
                <a:cs typeface="Aptos"/>
              </a:defRPr>
            </a:lvl9pPr>
          </a:lstStyle>
          <a:p xmlns:a="http://schemas.openxmlformats.org/drawingml/2006/main">
            <a:pPr algn="l">
              <a:defRPr sz="1350" b="1" i="0">
                <a:solidFill>
                  <a:srgbClr val="17324D"/>
                </a:solidFill>
                <a:latin typeface="Aptos"/>
                <a:ea typeface="Aptos"/>
                <a:cs typeface="Aptos"/>
              </a:defRPr>
            </a:pPr>
            <a:r>
              <a:rPr sz="1350" b="1" i="0">
                <a:solidFill>
                  <a:srgbClr val="17324D"/>
                </a:solidFill>
                <a:latin typeface="Aptos"/>
                <a:ea typeface="Aptos"/>
                <a:cs typeface="Aptos"/>
              </a:rPr>
              <a:t>¿Se excluyeron datos sensibles?</a:t>
            </a:r>
          </a:p>
        </p:txBody>
      </p:sp>
      <p:sp>
        <p:nvSpPr>
          <p:cNvPr id="14" name="control-answer-1-box">
            <a:extLst xmlns:a="http://schemas.openxmlformats.org/drawingml/2006/main">
              <a:ext uri="{FF2B5EF4-FFF2-40B4-BE49-F238E27FC236}">
                <a16:creationId xmlns:a16="http://schemas.microsoft.com/office/drawing/2014/main" id="{1F1A18E6-0A2E-424C-BCD7-C6ECC89938DC}"/>
              </a:ext>
            </a:extLst>
          </p:cNvPr>
          <p:cNvSpPr>
            <a:spLocks xmlns:a="http://schemas.openxmlformats.org/drawingml/2006/main" noGrp="1"/>
          </p:cNvSpPr>
          <p:nvPr/>
        </p:nvSpPr>
        <p:spPr>
          <a:xfrm xmlns:a="http://schemas.openxmlformats.org/drawingml/2006/main">
            <a:off x="9315450" y="2838450"/>
            <a:ext cx="2076450" cy="361950"/>
          </a:xfrm>
          <a:prstGeom xmlns:a="http://schemas.openxmlformats.org/drawingml/2006/main" prst="roundRect">
            <a:avLst>
              <a:gd name="adj" fmla="val 21053"/>
            </a:avLst>
          </a:prstGeom>
          <a:solidFill xmlns:a="http://schemas.openxmlformats.org/drawingml/2006/main">
            <a:srgbClr val="003366"/>
          </a:solidFill>
          <a:ln xmlns:a="http://schemas.openxmlformats.org/drawingml/2006/main" w="0">
            <a:noFill/>
            <a:prstDash val="solid"/>
          </a:ln>
        </p:spPr>
      </p:sp>
      <p:sp>
        <p:nvSpPr>
          <p:cNvPr id="15" name="control-answer-1-text">
            <a:extLst xmlns:a="http://schemas.openxmlformats.org/drawingml/2006/main">
              <a:ext uri="{FF2B5EF4-FFF2-40B4-BE49-F238E27FC236}">
                <a16:creationId xmlns:a16="http://schemas.microsoft.com/office/drawing/2014/main" id="{FC4EFB2E-CE8B-4DF7-82F1-6BE90EFFC7D6}"/>
              </a:ext>
            </a:extLst>
          </p:cNvPr>
          <p:cNvSpPr>
            <a:spLocks xmlns:a="http://schemas.openxmlformats.org/drawingml/2006/main" noGrp="1"/>
          </p:cNvSpPr>
          <p:nvPr/>
        </p:nvSpPr>
        <p:spPr>
          <a:xfrm xmlns:a="http://schemas.openxmlformats.org/drawingml/2006/main">
            <a:off x="9429750" y="290512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SÍ  ·  NO  ·  NO APLICA</a:t>
            </a:r>
          </a:p>
        </p:txBody>
      </p:sp>
      <p:sp>
        <p:nvSpPr>
          <p:cNvPr id="16" name="control-circle-2">
            <a:extLst xmlns:a="http://schemas.openxmlformats.org/drawingml/2006/main">
              <a:ext uri="{FF2B5EF4-FFF2-40B4-BE49-F238E27FC236}">
                <a16:creationId xmlns:a16="http://schemas.microsoft.com/office/drawing/2014/main" id="{BD3BA9B6-CC6C-4EF5-8DCF-54BF87F81341}"/>
              </a:ext>
            </a:extLst>
          </p:cNvPr>
          <p:cNvSpPr>
            <a:spLocks xmlns:a="http://schemas.openxmlformats.org/drawingml/2006/main" noGrp="1"/>
          </p:cNvSpPr>
          <p:nvPr/>
        </p:nvSpPr>
        <p:spPr>
          <a:xfrm xmlns:a="http://schemas.openxmlformats.org/drawingml/2006/main">
            <a:off x="895350" y="3505200"/>
            <a:ext cx="419100" cy="41910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7" name="control-number-2">
            <a:extLst xmlns:a="http://schemas.openxmlformats.org/drawingml/2006/main">
              <a:ext uri="{FF2B5EF4-FFF2-40B4-BE49-F238E27FC236}">
                <a16:creationId xmlns:a16="http://schemas.microsoft.com/office/drawing/2014/main" id="{B2F4D2B3-D195-4340-BDFC-1E54300BFE6B}"/>
              </a:ext>
            </a:extLst>
          </p:cNvPr>
          <p:cNvSpPr>
            <a:spLocks xmlns:a="http://schemas.openxmlformats.org/drawingml/2006/main" noGrp="1"/>
          </p:cNvSpPr>
          <p:nvPr/>
        </p:nvSpPr>
        <p:spPr>
          <a:xfrm xmlns:a="http://schemas.openxmlformats.org/drawingml/2006/main">
            <a:off x="895350" y="3571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ptos"/>
                <a:ea typeface="Aptos"/>
                <a:cs typeface="Aptos"/>
              </a:defRPr>
            </a:defPPr>
            <a:lvl1pPr algn="ctr">
              <a:defRPr sz="1350" b="1" i="0">
                <a:solidFill>
                  <a:srgbClr val="FFFFFF"/>
                </a:solidFill>
                <a:latin typeface="Aptos"/>
                <a:ea typeface="Aptos"/>
                <a:cs typeface="Aptos"/>
              </a:defRPr>
            </a:lvl1pPr>
            <a:lvl2pPr algn="ctr">
              <a:defRPr sz="1350" b="1" i="0">
                <a:solidFill>
                  <a:srgbClr val="FFFFFF"/>
                </a:solidFill>
                <a:latin typeface="Aptos"/>
                <a:ea typeface="Aptos"/>
                <a:cs typeface="Aptos"/>
              </a:defRPr>
            </a:lvl2pPr>
            <a:lvl3pPr algn="ctr">
              <a:defRPr sz="1350" b="1" i="0">
                <a:solidFill>
                  <a:srgbClr val="FFFFFF"/>
                </a:solidFill>
                <a:latin typeface="Aptos"/>
                <a:ea typeface="Aptos"/>
                <a:cs typeface="Aptos"/>
              </a:defRPr>
            </a:lvl3pPr>
            <a:lvl4pPr algn="ctr">
              <a:defRPr sz="1350" b="1" i="0">
                <a:solidFill>
                  <a:srgbClr val="FFFFFF"/>
                </a:solidFill>
                <a:latin typeface="Aptos"/>
                <a:ea typeface="Aptos"/>
                <a:cs typeface="Aptos"/>
              </a:defRPr>
            </a:lvl4pPr>
            <a:lvl5pPr algn="ctr">
              <a:defRPr sz="1350" b="1" i="0">
                <a:solidFill>
                  <a:srgbClr val="FFFFFF"/>
                </a:solidFill>
                <a:latin typeface="Aptos"/>
                <a:ea typeface="Aptos"/>
                <a:cs typeface="Aptos"/>
              </a:defRPr>
            </a:lvl5pPr>
            <a:lvl6pPr algn="ctr">
              <a:defRPr sz="1350" b="1" i="0">
                <a:solidFill>
                  <a:srgbClr val="FFFFFF"/>
                </a:solidFill>
                <a:latin typeface="Aptos"/>
                <a:ea typeface="Aptos"/>
                <a:cs typeface="Aptos"/>
              </a:defRPr>
            </a:lvl6pPr>
            <a:lvl7pPr algn="ctr">
              <a:defRPr sz="1350" b="1" i="0">
                <a:solidFill>
                  <a:srgbClr val="FFFFFF"/>
                </a:solidFill>
                <a:latin typeface="Aptos"/>
                <a:ea typeface="Aptos"/>
                <a:cs typeface="Aptos"/>
              </a:defRPr>
            </a:lvl7pPr>
            <a:lvl8pPr algn="ctr">
              <a:defRPr sz="1350" b="1" i="0">
                <a:solidFill>
                  <a:srgbClr val="FFFFFF"/>
                </a:solidFill>
                <a:latin typeface="Aptos"/>
                <a:ea typeface="Aptos"/>
                <a:cs typeface="Aptos"/>
              </a:defRPr>
            </a:lvl8pPr>
            <a:lvl9pPr algn="ctr">
              <a:defRPr sz="1350" b="1" i="0">
                <a:solidFill>
                  <a:srgbClr val="FFFFFF"/>
                </a:solidFill>
                <a:latin typeface="Aptos"/>
                <a:ea typeface="Aptos"/>
                <a:cs typeface="Aptos"/>
              </a:defRPr>
            </a:lvl9pPr>
          </a:lstStyle>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3</a:t>
            </a:r>
          </a:p>
        </p:txBody>
      </p:sp>
      <p:sp>
        <p:nvSpPr>
          <p:cNvPr id="18" name="control-card-2">
            <a:extLst xmlns:a="http://schemas.openxmlformats.org/drawingml/2006/main">
              <a:ext uri="{FF2B5EF4-FFF2-40B4-BE49-F238E27FC236}">
                <a16:creationId xmlns:a16="http://schemas.microsoft.com/office/drawing/2014/main" id="{0FBA61D7-33C3-497C-85D0-4351BA70C3F1}"/>
              </a:ext>
            </a:extLst>
          </p:cNvPr>
          <p:cNvSpPr>
            <a:spLocks xmlns:a="http://schemas.openxmlformats.org/drawingml/2006/main" noGrp="1"/>
          </p:cNvSpPr>
          <p:nvPr/>
        </p:nvSpPr>
        <p:spPr>
          <a:xfrm xmlns:a="http://schemas.openxmlformats.org/drawingml/2006/main">
            <a:off x="1504950" y="3467100"/>
            <a:ext cx="74676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EAF4F8"/>
            </a:solidFill>
            <a:prstDash val="solid"/>
          </a:ln>
        </p:spPr>
      </p:sp>
      <p:sp>
        <p:nvSpPr>
          <p:cNvPr id="19" name="control-label-2">
            <a:extLst xmlns:a="http://schemas.openxmlformats.org/drawingml/2006/main">
              <a:ext uri="{FF2B5EF4-FFF2-40B4-BE49-F238E27FC236}">
                <a16:creationId xmlns:a16="http://schemas.microsoft.com/office/drawing/2014/main" id="{D60F2C64-85D4-407C-A9E3-91C88C2B5F32}"/>
              </a:ext>
            </a:extLst>
          </p:cNvPr>
          <p:cNvSpPr>
            <a:spLocks xmlns:a="http://schemas.openxmlformats.org/drawingml/2006/main" noGrp="1"/>
          </p:cNvSpPr>
          <p:nvPr/>
        </p:nvSpPr>
        <p:spPr>
          <a:xfrm xmlns:a="http://schemas.openxmlformats.org/drawingml/2006/main">
            <a:off x="1752600" y="3590925"/>
            <a:ext cx="6972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17324D"/>
                </a:solidFill>
                <a:latin typeface="Aptos"/>
                <a:ea typeface="Aptos"/>
                <a:cs typeface="Aptos"/>
              </a:defRPr>
            </a:defPPr>
            <a:lvl1pPr algn="l">
              <a:defRPr sz="1350" b="1" i="0">
                <a:solidFill>
                  <a:srgbClr val="17324D"/>
                </a:solidFill>
                <a:latin typeface="Aptos"/>
                <a:ea typeface="Aptos"/>
                <a:cs typeface="Aptos"/>
              </a:defRPr>
            </a:lvl1pPr>
            <a:lvl2pPr algn="l">
              <a:defRPr sz="1350" b="1" i="0">
                <a:solidFill>
                  <a:srgbClr val="17324D"/>
                </a:solidFill>
                <a:latin typeface="Aptos"/>
                <a:ea typeface="Aptos"/>
                <a:cs typeface="Aptos"/>
              </a:defRPr>
            </a:lvl2pPr>
            <a:lvl3pPr algn="l">
              <a:defRPr sz="1350" b="1" i="0">
                <a:solidFill>
                  <a:srgbClr val="17324D"/>
                </a:solidFill>
                <a:latin typeface="Aptos"/>
                <a:ea typeface="Aptos"/>
                <a:cs typeface="Aptos"/>
              </a:defRPr>
            </a:lvl3pPr>
            <a:lvl4pPr algn="l">
              <a:defRPr sz="1350" b="1" i="0">
                <a:solidFill>
                  <a:srgbClr val="17324D"/>
                </a:solidFill>
                <a:latin typeface="Aptos"/>
                <a:ea typeface="Aptos"/>
                <a:cs typeface="Aptos"/>
              </a:defRPr>
            </a:lvl4pPr>
            <a:lvl5pPr algn="l">
              <a:defRPr sz="1350" b="1" i="0">
                <a:solidFill>
                  <a:srgbClr val="17324D"/>
                </a:solidFill>
                <a:latin typeface="Aptos"/>
                <a:ea typeface="Aptos"/>
                <a:cs typeface="Aptos"/>
              </a:defRPr>
            </a:lvl5pPr>
            <a:lvl6pPr algn="l">
              <a:defRPr sz="1350" b="1" i="0">
                <a:solidFill>
                  <a:srgbClr val="17324D"/>
                </a:solidFill>
                <a:latin typeface="Aptos"/>
                <a:ea typeface="Aptos"/>
                <a:cs typeface="Aptos"/>
              </a:defRPr>
            </a:lvl6pPr>
            <a:lvl7pPr algn="l">
              <a:defRPr sz="1350" b="1" i="0">
                <a:solidFill>
                  <a:srgbClr val="17324D"/>
                </a:solidFill>
                <a:latin typeface="Aptos"/>
                <a:ea typeface="Aptos"/>
                <a:cs typeface="Aptos"/>
              </a:defRPr>
            </a:lvl7pPr>
            <a:lvl8pPr algn="l">
              <a:defRPr sz="1350" b="1" i="0">
                <a:solidFill>
                  <a:srgbClr val="17324D"/>
                </a:solidFill>
                <a:latin typeface="Aptos"/>
                <a:ea typeface="Aptos"/>
                <a:cs typeface="Aptos"/>
              </a:defRPr>
            </a:lvl8pPr>
            <a:lvl9pPr algn="l">
              <a:defRPr sz="1350" b="1" i="0">
                <a:solidFill>
                  <a:srgbClr val="17324D"/>
                </a:solidFill>
                <a:latin typeface="Aptos"/>
                <a:ea typeface="Aptos"/>
                <a:cs typeface="Aptos"/>
              </a:defRPr>
            </a:lvl9pPr>
          </a:lstStyle>
          <a:p xmlns:a="http://schemas.openxmlformats.org/drawingml/2006/main">
            <a:pPr algn="l">
              <a:defRPr sz="1350" b="1" i="0">
                <a:solidFill>
                  <a:srgbClr val="17324D"/>
                </a:solidFill>
                <a:latin typeface="Aptos"/>
                <a:ea typeface="Aptos"/>
                <a:cs typeface="Aptos"/>
              </a:defRPr>
            </a:pPr>
            <a:r>
              <a:rPr sz="1350" b="1" i="0">
                <a:solidFill>
                  <a:srgbClr val="17324D"/>
                </a:solidFill>
                <a:latin typeface="Aptos"/>
                <a:ea typeface="Aptos"/>
                <a:cs typeface="Aptos"/>
              </a:rPr>
              <a:t>¿El resultado contiene hechos verificables?</a:t>
            </a:r>
          </a:p>
        </p:txBody>
      </p:sp>
      <p:sp>
        <p:nvSpPr>
          <p:cNvPr id="20" name="control-answer-2-box">
            <a:extLst xmlns:a="http://schemas.openxmlformats.org/drawingml/2006/main">
              <a:ext uri="{FF2B5EF4-FFF2-40B4-BE49-F238E27FC236}">
                <a16:creationId xmlns:a16="http://schemas.microsoft.com/office/drawing/2014/main" id="{C3AE5DCD-2055-4587-8B14-639D0AB76C55}"/>
              </a:ext>
            </a:extLst>
          </p:cNvPr>
          <p:cNvSpPr>
            <a:spLocks xmlns:a="http://schemas.openxmlformats.org/drawingml/2006/main" noGrp="1"/>
          </p:cNvSpPr>
          <p:nvPr/>
        </p:nvSpPr>
        <p:spPr>
          <a:xfrm xmlns:a="http://schemas.openxmlformats.org/drawingml/2006/main">
            <a:off x="9315450" y="3524250"/>
            <a:ext cx="2076450" cy="361950"/>
          </a:xfrm>
          <a:prstGeom xmlns:a="http://schemas.openxmlformats.org/drawingml/2006/main" prst="roundRect">
            <a:avLst>
              <a:gd name="adj" fmla="val 21053"/>
            </a:avLst>
          </a:prstGeom>
          <a:solidFill xmlns:a="http://schemas.openxmlformats.org/drawingml/2006/main">
            <a:srgbClr val="003366"/>
          </a:solidFill>
          <a:ln xmlns:a="http://schemas.openxmlformats.org/drawingml/2006/main" w="0">
            <a:noFill/>
            <a:prstDash val="solid"/>
          </a:ln>
        </p:spPr>
      </p:sp>
      <p:sp>
        <p:nvSpPr>
          <p:cNvPr id="21" name="control-answer-2-text">
            <a:extLst xmlns:a="http://schemas.openxmlformats.org/drawingml/2006/main">
              <a:ext uri="{FF2B5EF4-FFF2-40B4-BE49-F238E27FC236}">
                <a16:creationId xmlns:a16="http://schemas.microsoft.com/office/drawing/2014/main" id="{C5FC064A-D45B-4F7D-99A1-C84906A294F5}"/>
              </a:ext>
            </a:extLst>
          </p:cNvPr>
          <p:cNvSpPr>
            <a:spLocks xmlns:a="http://schemas.openxmlformats.org/drawingml/2006/main" noGrp="1"/>
          </p:cNvSpPr>
          <p:nvPr/>
        </p:nvSpPr>
        <p:spPr>
          <a:xfrm xmlns:a="http://schemas.openxmlformats.org/drawingml/2006/main">
            <a:off x="9429750" y="359092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SÍ  ·  NO  ·  NO APLICA</a:t>
            </a:r>
          </a:p>
        </p:txBody>
      </p:sp>
      <p:sp>
        <p:nvSpPr>
          <p:cNvPr id="22" name="control-circle-3">
            <a:extLst xmlns:a="http://schemas.openxmlformats.org/drawingml/2006/main">
              <a:ext uri="{FF2B5EF4-FFF2-40B4-BE49-F238E27FC236}">
                <a16:creationId xmlns:a16="http://schemas.microsoft.com/office/drawing/2014/main" id="{C6B2F425-8698-4FEC-A538-E5316B1838DB}"/>
              </a:ext>
            </a:extLst>
          </p:cNvPr>
          <p:cNvSpPr>
            <a:spLocks xmlns:a="http://schemas.openxmlformats.org/drawingml/2006/main" noGrp="1"/>
          </p:cNvSpPr>
          <p:nvPr/>
        </p:nvSpPr>
        <p:spPr>
          <a:xfrm xmlns:a="http://schemas.openxmlformats.org/drawingml/2006/main">
            <a:off x="895350" y="4191000"/>
            <a:ext cx="419100" cy="41910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23" name="control-number-3">
            <a:extLst xmlns:a="http://schemas.openxmlformats.org/drawingml/2006/main">
              <a:ext uri="{FF2B5EF4-FFF2-40B4-BE49-F238E27FC236}">
                <a16:creationId xmlns:a16="http://schemas.microsoft.com/office/drawing/2014/main" id="{822626BC-6A23-4224-8CA8-046EB7AF37C4}"/>
              </a:ext>
            </a:extLst>
          </p:cNvPr>
          <p:cNvSpPr>
            <a:spLocks xmlns:a="http://schemas.openxmlformats.org/drawingml/2006/main" noGrp="1"/>
          </p:cNvSpPr>
          <p:nvPr/>
        </p:nvSpPr>
        <p:spPr>
          <a:xfrm xmlns:a="http://schemas.openxmlformats.org/drawingml/2006/main">
            <a:off x="895350" y="4257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ptos"/>
                <a:ea typeface="Aptos"/>
                <a:cs typeface="Aptos"/>
              </a:defRPr>
            </a:defPPr>
            <a:lvl1pPr algn="ctr">
              <a:defRPr sz="1350" b="1" i="0">
                <a:solidFill>
                  <a:srgbClr val="FFFFFF"/>
                </a:solidFill>
                <a:latin typeface="Aptos"/>
                <a:ea typeface="Aptos"/>
                <a:cs typeface="Aptos"/>
              </a:defRPr>
            </a:lvl1pPr>
            <a:lvl2pPr algn="ctr">
              <a:defRPr sz="1350" b="1" i="0">
                <a:solidFill>
                  <a:srgbClr val="FFFFFF"/>
                </a:solidFill>
                <a:latin typeface="Aptos"/>
                <a:ea typeface="Aptos"/>
                <a:cs typeface="Aptos"/>
              </a:defRPr>
            </a:lvl2pPr>
            <a:lvl3pPr algn="ctr">
              <a:defRPr sz="1350" b="1" i="0">
                <a:solidFill>
                  <a:srgbClr val="FFFFFF"/>
                </a:solidFill>
                <a:latin typeface="Aptos"/>
                <a:ea typeface="Aptos"/>
                <a:cs typeface="Aptos"/>
              </a:defRPr>
            </a:lvl3pPr>
            <a:lvl4pPr algn="ctr">
              <a:defRPr sz="1350" b="1" i="0">
                <a:solidFill>
                  <a:srgbClr val="FFFFFF"/>
                </a:solidFill>
                <a:latin typeface="Aptos"/>
                <a:ea typeface="Aptos"/>
                <a:cs typeface="Aptos"/>
              </a:defRPr>
            </a:lvl4pPr>
            <a:lvl5pPr algn="ctr">
              <a:defRPr sz="1350" b="1" i="0">
                <a:solidFill>
                  <a:srgbClr val="FFFFFF"/>
                </a:solidFill>
                <a:latin typeface="Aptos"/>
                <a:ea typeface="Aptos"/>
                <a:cs typeface="Aptos"/>
              </a:defRPr>
            </a:lvl5pPr>
            <a:lvl6pPr algn="ctr">
              <a:defRPr sz="1350" b="1" i="0">
                <a:solidFill>
                  <a:srgbClr val="FFFFFF"/>
                </a:solidFill>
                <a:latin typeface="Aptos"/>
                <a:ea typeface="Aptos"/>
                <a:cs typeface="Aptos"/>
              </a:defRPr>
            </a:lvl6pPr>
            <a:lvl7pPr algn="ctr">
              <a:defRPr sz="1350" b="1" i="0">
                <a:solidFill>
                  <a:srgbClr val="FFFFFF"/>
                </a:solidFill>
                <a:latin typeface="Aptos"/>
                <a:ea typeface="Aptos"/>
                <a:cs typeface="Aptos"/>
              </a:defRPr>
            </a:lvl7pPr>
            <a:lvl8pPr algn="ctr">
              <a:defRPr sz="1350" b="1" i="0">
                <a:solidFill>
                  <a:srgbClr val="FFFFFF"/>
                </a:solidFill>
                <a:latin typeface="Aptos"/>
                <a:ea typeface="Aptos"/>
                <a:cs typeface="Aptos"/>
              </a:defRPr>
            </a:lvl8pPr>
            <a:lvl9pPr algn="ctr">
              <a:defRPr sz="1350" b="1" i="0">
                <a:solidFill>
                  <a:srgbClr val="FFFFFF"/>
                </a:solidFill>
                <a:latin typeface="Aptos"/>
                <a:ea typeface="Aptos"/>
                <a:cs typeface="Aptos"/>
              </a:defRPr>
            </a:lvl9pPr>
          </a:lstStyle>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4</a:t>
            </a:r>
          </a:p>
        </p:txBody>
      </p:sp>
      <p:sp>
        <p:nvSpPr>
          <p:cNvPr id="24" name="control-card-3">
            <a:extLst xmlns:a="http://schemas.openxmlformats.org/drawingml/2006/main">
              <a:ext uri="{FF2B5EF4-FFF2-40B4-BE49-F238E27FC236}">
                <a16:creationId xmlns:a16="http://schemas.microsoft.com/office/drawing/2014/main" id="{B2D0AC24-557D-4CC4-8B57-420677DF72EB}"/>
              </a:ext>
            </a:extLst>
          </p:cNvPr>
          <p:cNvSpPr>
            <a:spLocks xmlns:a="http://schemas.openxmlformats.org/drawingml/2006/main" noGrp="1"/>
          </p:cNvSpPr>
          <p:nvPr/>
        </p:nvSpPr>
        <p:spPr>
          <a:xfrm xmlns:a="http://schemas.openxmlformats.org/drawingml/2006/main">
            <a:off x="1504950" y="4152900"/>
            <a:ext cx="74676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EAF4F8"/>
            </a:solidFill>
            <a:prstDash val="solid"/>
          </a:ln>
        </p:spPr>
      </p:sp>
      <p:sp>
        <p:nvSpPr>
          <p:cNvPr id="25" name="control-label-3">
            <a:extLst xmlns:a="http://schemas.openxmlformats.org/drawingml/2006/main">
              <a:ext uri="{FF2B5EF4-FFF2-40B4-BE49-F238E27FC236}">
                <a16:creationId xmlns:a16="http://schemas.microsoft.com/office/drawing/2014/main" id="{9F048A0A-2D2B-4362-871E-1A73DBE134C8}"/>
              </a:ext>
            </a:extLst>
          </p:cNvPr>
          <p:cNvSpPr>
            <a:spLocks xmlns:a="http://schemas.openxmlformats.org/drawingml/2006/main" noGrp="1"/>
          </p:cNvSpPr>
          <p:nvPr/>
        </p:nvSpPr>
        <p:spPr>
          <a:xfrm xmlns:a="http://schemas.openxmlformats.org/drawingml/2006/main">
            <a:off x="1752600" y="4276725"/>
            <a:ext cx="6972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17324D"/>
                </a:solidFill>
                <a:latin typeface="Aptos"/>
                <a:ea typeface="Aptos"/>
                <a:cs typeface="Aptos"/>
              </a:defRPr>
            </a:defPPr>
            <a:lvl1pPr algn="l">
              <a:defRPr sz="1350" b="1" i="0">
                <a:solidFill>
                  <a:srgbClr val="17324D"/>
                </a:solidFill>
                <a:latin typeface="Aptos"/>
                <a:ea typeface="Aptos"/>
                <a:cs typeface="Aptos"/>
              </a:defRPr>
            </a:lvl1pPr>
            <a:lvl2pPr algn="l">
              <a:defRPr sz="1350" b="1" i="0">
                <a:solidFill>
                  <a:srgbClr val="17324D"/>
                </a:solidFill>
                <a:latin typeface="Aptos"/>
                <a:ea typeface="Aptos"/>
                <a:cs typeface="Aptos"/>
              </a:defRPr>
            </a:lvl2pPr>
            <a:lvl3pPr algn="l">
              <a:defRPr sz="1350" b="1" i="0">
                <a:solidFill>
                  <a:srgbClr val="17324D"/>
                </a:solidFill>
                <a:latin typeface="Aptos"/>
                <a:ea typeface="Aptos"/>
                <a:cs typeface="Aptos"/>
              </a:defRPr>
            </a:lvl3pPr>
            <a:lvl4pPr algn="l">
              <a:defRPr sz="1350" b="1" i="0">
                <a:solidFill>
                  <a:srgbClr val="17324D"/>
                </a:solidFill>
                <a:latin typeface="Aptos"/>
                <a:ea typeface="Aptos"/>
                <a:cs typeface="Aptos"/>
              </a:defRPr>
            </a:lvl4pPr>
            <a:lvl5pPr algn="l">
              <a:defRPr sz="1350" b="1" i="0">
                <a:solidFill>
                  <a:srgbClr val="17324D"/>
                </a:solidFill>
                <a:latin typeface="Aptos"/>
                <a:ea typeface="Aptos"/>
                <a:cs typeface="Aptos"/>
              </a:defRPr>
            </a:lvl5pPr>
            <a:lvl6pPr algn="l">
              <a:defRPr sz="1350" b="1" i="0">
                <a:solidFill>
                  <a:srgbClr val="17324D"/>
                </a:solidFill>
                <a:latin typeface="Aptos"/>
                <a:ea typeface="Aptos"/>
                <a:cs typeface="Aptos"/>
              </a:defRPr>
            </a:lvl6pPr>
            <a:lvl7pPr algn="l">
              <a:defRPr sz="1350" b="1" i="0">
                <a:solidFill>
                  <a:srgbClr val="17324D"/>
                </a:solidFill>
                <a:latin typeface="Aptos"/>
                <a:ea typeface="Aptos"/>
                <a:cs typeface="Aptos"/>
              </a:defRPr>
            </a:lvl7pPr>
            <a:lvl8pPr algn="l">
              <a:defRPr sz="1350" b="1" i="0">
                <a:solidFill>
                  <a:srgbClr val="17324D"/>
                </a:solidFill>
                <a:latin typeface="Aptos"/>
                <a:ea typeface="Aptos"/>
                <a:cs typeface="Aptos"/>
              </a:defRPr>
            </a:lvl8pPr>
            <a:lvl9pPr algn="l">
              <a:defRPr sz="1350" b="1" i="0">
                <a:solidFill>
                  <a:srgbClr val="17324D"/>
                </a:solidFill>
                <a:latin typeface="Aptos"/>
                <a:ea typeface="Aptos"/>
                <a:cs typeface="Aptos"/>
              </a:defRPr>
            </a:lvl9pPr>
          </a:lstStyle>
          <a:p xmlns:a="http://schemas.openxmlformats.org/drawingml/2006/main">
            <a:pPr algn="l">
              <a:defRPr sz="1350" b="1" i="0">
                <a:solidFill>
                  <a:srgbClr val="17324D"/>
                </a:solidFill>
                <a:latin typeface="Aptos"/>
                <a:ea typeface="Aptos"/>
                <a:cs typeface="Aptos"/>
              </a:defRPr>
            </a:pPr>
            <a:r>
              <a:rPr sz="1350" b="1" i="0">
                <a:solidFill>
                  <a:srgbClr val="17324D"/>
                </a:solidFill>
                <a:latin typeface="Aptos"/>
                <a:ea typeface="Aptos"/>
                <a:cs typeface="Aptos"/>
              </a:rPr>
              <a:t>¿Una persona revisó tono y exactitud?</a:t>
            </a:r>
          </a:p>
        </p:txBody>
      </p:sp>
      <p:sp>
        <p:nvSpPr>
          <p:cNvPr id="26" name="control-answer-3-box">
            <a:extLst xmlns:a="http://schemas.openxmlformats.org/drawingml/2006/main">
              <a:ext uri="{FF2B5EF4-FFF2-40B4-BE49-F238E27FC236}">
                <a16:creationId xmlns:a16="http://schemas.microsoft.com/office/drawing/2014/main" id="{34133C36-C257-4178-BF90-51E969921E26}"/>
              </a:ext>
            </a:extLst>
          </p:cNvPr>
          <p:cNvSpPr>
            <a:spLocks xmlns:a="http://schemas.openxmlformats.org/drawingml/2006/main" noGrp="1"/>
          </p:cNvSpPr>
          <p:nvPr/>
        </p:nvSpPr>
        <p:spPr>
          <a:xfrm xmlns:a="http://schemas.openxmlformats.org/drawingml/2006/main">
            <a:off x="9315450" y="4210050"/>
            <a:ext cx="2076450" cy="361950"/>
          </a:xfrm>
          <a:prstGeom xmlns:a="http://schemas.openxmlformats.org/drawingml/2006/main" prst="roundRect">
            <a:avLst>
              <a:gd name="adj" fmla="val 21053"/>
            </a:avLst>
          </a:prstGeom>
          <a:solidFill xmlns:a="http://schemas.openxmlformats.org/drawingml/2006/main">
            <a:srgbClr val="003366"/>
          </a:solidFill>
          <a:ln xmlns:a="http://schemas.openxmlformats.org/drawingml/2006/main" w="0">
            <a:noFill/>
            <a:prstDash val="solid"/>
          </a:ln>
        </p:spPr>
      </p:sp>
      <p:sp>
        <p:nvSpPr>
          <p:cNvPr id="27" name="control-answer-3-text">
            <a:extLst xmlns:a="http://schemas.openxmlformats.org/drawingml/2006/main">
              <a:ext uri="{FF2B5EF4-FFF2-40B4-BE49-F238E27FC236}">
                <a16:creationId xmlns:a16="http://schemas.microsoft.com/office/drawing/2014/main" id="{F8B0C1E8-5801-4824-AD67-DA9017560C78}"/>
              </a:ext>
            </a:extLst>
          </p:cNvPr>
          <p:cNvSpPr>
            <a:spLocks xmlns:a="http://schemas.openxmlformats.org/drawingml/2006/main" noGrp="1"/>
          </p:cNvSpPr>
          <p:nvPr/>
        </p:nvSpPr>
        <p:spPr>
          <a:xfrm xmlns:a="http://schemas.openxmlformats.org/drawingml/2006/main">
            <a:off x="9429750" y="427672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SÍ  ·  NO  ·  NO APLICA</a:t>
            </a:r>
          </a:p>
        </p:txBody>
      </p:sp>
      <p:sp>
        <p:nvSpPr>
          <p:cNvPr id="28" name="control-circle-4">
            <a:extLst xmlns:a="http://schemas.openxmlformats.org/drawingml/2006/main">
              <a:ext uri="{FF2B5EF4-FFF2-40B4-BE49-F238E27FC236}">
                <a16:creationId xmlns:a16="http://schemas.microsoft.com/office/drawing/2014/main" id="{960B56CF-7814-49CB-8208-4B6A1147434F}"/>
              </a:ext>
            </a:extLst>
          </p:cNvPr>
          <p:cNvSpPr>
            <a:spLocks xmlns:a="http://schemas.openxmlformats.org/drawingml/2006/main" noGrp="1"/>
          </p:cNvSpPr>
          <p:nvPr/>
        </p:nvSpPr>
        <p:spPr>
          <a:xfrm xmlns:a="http://schemas.openxmlformats.org/drawingml/2006/main">
            <a:off x="895350" y="4876800"/>
            <a:ext cx="419100" cy="41910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29" name="control-number-4">
            <a:extLst xmlns:a="http://schemas.openxmlformats.org/drawingml/2006/main">
              <a:ext uri="{FF2B5EF4-FFF2-40B4-BE49-F238E27FC236}">
                <a16:creationId xmlns:a16="http://schemas.microsoft.com/office/drawing/2014/main" id="{C72ED473-AD54-4189-B1AD-10BD3CDC4DEF}"/>
              </a:ext>
            </a:extLst>
          </p:cNvPr>
          <p:cNvSpPr>
            <a:spLocks xmlns:a="http://schemas.openxmlformats.org/drawingml/2006/main" noGrp="1"/>
          </p:cNvSpPr>
          <p:nvPr/>
        </p:nvSpPr>
        <p:spPr>
          <a:xfrm xmlns:a="http://schemas.openxmlformats.org/drawingml/2006/main">
            <a:off x="895350" y="49434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ptos"/>
                <a:ea typeface="Aptos"/>
                <a:cs typeface="Aptos"/>
              </a:defRPr>
            </a:defPPr>
            <a:lvl1pPr algn="ctr">
              <a:defRPr sz="1350" b="1" i="0">
                <a:solidFill>
                  <a:srgbClr val="FFFFFF"/>
                </a:solidFill>
                <a:latin typeface="Aptos"/>
                <a:ea typeface="Aptos"/>
                <a:cs typeface="Aptos"/>
              </a:defRPr>
            </a:lvl1pPr>
            <a:lvl2pPr algn="ctr">
              <a:defRPr sz="1350" b="1" i="0">
                <a:solidFill>
                  <a:srgbClr val="FFFFFF"/>
                </a:solidFill>
                <a:latin typeface="Aptos"/>
                <a:ea typeface="Aptos"/>
                <a:cs typeface="Aptos"/>
              </a:defRPr>
            </a:lvl2pPr>
            <a:lvl3pPr algn="ctr">
              <a:defRPr sz="1350" b="1" i="0">
                <a:solidFill>
                  <a:srgbClr val="FFFFFF"/>
                </a:solidFill>
                <a:latin typeface="Aptos"/>
                <a:ea typeface="Aptos"/>
                <a:cs typeface="Aptos"/>
              </a:defRPr>
            </a:lvl3pPr>
            <a:lvl4pPr algn="ctr">
              <a:defRPr sz="1350" b="1" i="0">
                <a:solidFill>
                  <a:srgbClr val="FFFFFF"/>
                </a:solidFill>
                <a:latin typeface="Aptos"/>
                <a:ea typeface="Aptos"/>
                <a:cs typeface="Aptos"/>
              </a:defRPr>
            </a:lvl4pPr>
            <a:lvl5pPr algn="ctr">
              <a:defRPr sz="1350" b="1" i="0">
                <a:solidFill>
                  <a:srgbClr val="FFFFFF"/>
                </a:solidFill>
                <a:latin typeface="Aptos"/>
                <a:ea typeface="Aptos"/>
                <a:cs typeface="Aptos"/>
              </a:defRPr>
            </a:lvl5pPr>
            <a:lvl6pPr algn="ctr">
              <a:defRPr sz="1350" b="1" i="0">
                <a:solidFill>
                  <a:srgbClr val="FFFFFF"/>
                </a:solidFill>
                <a:latin typeface="Aptos"/>
                <a:ea typeface="Aptos"/>
                <a:cs typeface="Aptos"/>
              </a:defRPr>
            </a:lvl6pPr>
            <a:lvl7pPr algn="ctr">
              <a:defRPr sz="1350" b="1" i="0">
                <a:solidFill>
                  <a:srgbClr val="FFFFFF"/>
                </a:solidFill>
                <a:latin typeface="Aptos"/>
                <a:ea typeface="Aptos"/>
                <a:cs typeface="Aptos"/>
              </a:defRPr>
            </a:lvl7pPr>
            <a:lvl8pPr algn="ctr">
              <a:defRPr sz="1350" b="1" i="0">
                <a:solidFill>
                  <a:srgbClr val="FFFFFF"/>
                </a:solidFill>
                <a:latin typeface="Aptos"/>
                <a:ea typeface="Aptos"/>
                <a:cs typeface="Aptos"/>
              </a:defRPr>
            </a:lvl8pPr>
            <a:lvl9pPr algn="ctr">
              <a:defRPr sz="1350" b="1" i="0">
                <a:solidFill>
                  <a:srgbClr val="FFFFFF"/>
                </a:solidFill>
                <a:latin typeface="Aptos"/>
                <a:ea typeface="Aptos"/>
                <a:cs typeface="Aptos"/>
              </a:defRPr>
            </a:lvl9pPr>
          </a:lstStyle>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5</a:t>
            </a:r>
          </a:p>
        </p:txBody>
      </p:sp>
      <p:sp>
        <p:nvSpPr>
          <p:cNvPr id="30" name="control-card-4">
            <a:extLst xmlns:a="http://schemas.openxmlformats.org/drawingml/2006/main">
              <a:ext uri="{FF2B5EF4-FFF2-40B4-BE49-F238E27FC236}">
                <a16:creationId xmlns:a16="http://schemas.microsoft.com/office/drawing/2014/main" id="{EC9A25E9-C5B2-49B8-B1EC-22488F407872}"/>
              </a:ext>
            </a:extLst>
          </p:cNvPr>
          <p:cNvSpPr>
            <a:spLocks xmlns:a="http://schemas.openxmlformats.org/drawingml/2006/main" noGrp="1"/>
          </p:cNvSpPr>
          <p:nvPr/>
        </p:nvSpPr>
        <p:spPr>
          <a:xfrm xmlns:a="http://schemas.openxmlformats.org/drawingml/2006/main">
            <a:off x="1504950" y="4838700"/>
            <a:ext cx="74676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EAF4F8"/>
            </a:solidFill>
            <a:prstDash val="solid"/>
          </a:ln>
        </p:spPr>
      </p:sp>
      <p:sp>
        <p:nvSpPr>
          <p:cNvPr id="31" name="control-label-4">
            <a:extLst xmlns:a="http://schemas.openxmlformats.org/drawingml/2006/main">
              <a:ext uri="{FF2B5EF4-FFF2-40B4-BE49-F238E27FC236}">
                <a16:creationId xmlns:a16="http://schemas.microsoft.com/office/drawing/2014/main" id="{FF573941-006E-4352-A7C4-BCC04D930219}"/>
              </a:ext>
            </a:extLst>
          </p:cNvPr>
          <p:cNvSpPr>
            <a:spLocks xmlns:a="http://schemas.openxmlformats.org/drawingml/2006/main" noGrp="1"/>
          </p:cNvSpPr>
          <p:nvPr/>
        </p:nvSpPr>
        <p:spPr>
          <a:xfrm xmlns:a="http://schemas.openxmlformats.org/drawingml/2006/main">
            <a:off x="1752600" y="4962525"/>
            <a:ext cx="6972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17324D"/>
                </a:solidFill>
                <a:latin typeface="Aptos"/>
                <a:ea typeface="Aptos"/>
                <a:cs typeface="Aptos"/>
              </a:defRPr>
            </a:defPPr>
            <a:lvl1pPr algn="l">
              <a:defRPr sz="1350" b="1" i="0">
                <a:solidFill>
                  <a:srgbClr val="17324D"/>
                </a:solidFill>
                <a:latin typeface="Aptos"/>
                <a:ea typeface="Aptos"/>
                <a:cs typeface="Aptos"/>
              </a:defRPr>
            </a:lvl1pPr>
            <a:lvl2pPr algn="l">
              <a:defRPr sz="1350" b="1" i="0">
                <a:solidFill>
                  <a:srgbClr val="17324D"/>
                </a:solidFill>
                <a:latin typeface="Aptos"/>
                <a:ea typeface="Aptos"/>
                <a:cs typeface="Aptos"/>
              </a:defRPr>
            </a:lvl2pPr>
            <a:lvl3pPr algn="l">
              <a:defRPr sz="1350" b="1" i="0">
                <a:solidFill>
                  <a:srgbClr val="17324D"/>
                </a:solidFill>
                <a:latin typeface="Aptos"/>
                <a:ea typeface="Aptos"/>
                <a:cs typeface="Aptos"/>
              </a:defRPr>
            </a:lvl3pPr>
            <a:lvl4pPr algn="l">
              <a:defRPr sz="1350" b="1" i="0">
                <a:solidFill>
                  <a:srgbClr val="17324D"/>
                </a:solidFill>
                <a:latin typeface="Aptos"/>
                <a:ea typeface="Aptos"/>
                <a:cs typeface="Aptos"/>
              </a:defRPr>
            </a:lvl4pPr>
            <a:lvl5pPr algn="l">
              <a:defRPr sz="1350" b="1" i="0">
                <a:solidFill>
                  <a:srgbClr val="17324D"/>
                </a:solidFill>
                <a:latin typeface="Aptos"/>
                <a:ea typeface="Aptos"/>
                <a:cs typeface="Aptos"/>
              </a:defRPr>
            </a:lvl5pPr>
            <a:lvl6pPr algn="l">
              <a:defRPr sz="1350" b="1" i="0">
                <a:solidFill>
                  <a:srgbClr val="17324D"/>
                </a:solidFill>
                <a:latin typeface="Aptos"/>
                <a:ea typeface="Aptos"/>
                <a:cs typeface="Aptos"/>
              </a:defRPr>
            </a:lvl6pPr>
            <a:lvl7pPr algn="l">
              <a:defRPr sz="1350" b="1" i="0">
                <a:solidFill>
                  <a:srgbClr val="17324D"/>
                </a:solidFill>
                <a:latin typeface="Aptos"/>
                <a:ea typeface="Aptos"/>
                <a:cs typeface="Aptos"/>
              </a:defRPr>
            </a:lvl7pPr>
            <a:lvl8pPr algn="l">
              <a:defRPr sz="1350" b="1" i="0">
                <a:solidFill>
                  <a:srgbClr val="17324D"/>
                </a:solidFill>
                <a:latin typeface="Aptos"/>
                <a:ea typeface="Aptos"/>
                <a:cs typeface="Aptos"/>
              </a:defRPr>
            </a:lvl8pPr>
            <a:lvl9pPr algn="l">
              <a:defRPr sz="1350" b="1" i="0">
                <a:solidFill>
                  <a:srgbClr val="17324D"/>
                </a:solidFill>
                <a:latin typeface="Aptos"/>
                <a:ea typeface="Aptos"/>
                <a:cs typeface="Aptos"/>
              </a:defRPr>
            </a:lvl9pPr>
          </a:lstStyle>
          <a:p xmlns:a="http://schemas.openxmlformats.org/drawingml/2006/main">
            <a:pPr algn="l">
              <a:defRPr sz="1350" b="1" i="0">
                <a:solidFill>
                  <a:srgbClr val="17324D"/>
                </a:solidFill>
                <a:latin typeface="Aptos"/>
                <a:ea typeface="Aptos"/>
                <a:cs typeface="Aptos"/>
              </a:defRPr>
            </a:pPr>
            <a:r>
              <a:rPr sz="1350" b="1" i="0">
                <a:solidFill>
                  <a:srgbClr val="17324D"/>
                </a:solidFill>
                <a:latin typeface="Aptos"/>
                <a:ea typeface="Aptos"/>
                <a:cs typeface="Aptos"/>
              </a:rPr>
              <a:t>¿Puede reutilizarse sin riesgo?</a:t>
            </a:r>
          </a:p>
        </p:txBody>
      </p:sp>
      <p:sp>
        <p:nvSpPr>
          <p:cNvPr id="32" name="control-answer-4-box">
            <a:extLst xmlns:a="http://schemas.openxmlformats.org/drawingml/2006/main">
              <a:ext uri="{FF2B5EF4-FFF2-40B4-BE49-F238E27FC236}">
                <a16:creationId xmlns:a16="http://schemas.microsoft.com/office/drawing/2014/main" id="{DBF2C19B-724E-4EB0-A5D9-1F740D8760C8}"/>
              </a:ext>
            </a:extLst>
          </p:cNvPr>
          <p:cNvSpPr>
            <a:spLocks xmlns:a="http://schemas.openxmlformats.org/drawingml/2006/main" noGrp="1"/>
          </p:cNvSpPr>
          <p:nvPr/>
        </p:nvSpPr>
        <p:spPr>
          <a:xfrm xmlns:a="http://schemas.openxmlformats.org/drawingml/2006/main">
            <a:off x="9315450" y="4895850"/>
            <a:ext cx="2076450" cy="361950"/>
          </a:xfrm>
          <a:prstGeom xmlns:a="http://schemas.openxmlformats.org/drawingml/2006/main" prst="roundRect">
            <a:avLst>
              <a:gd name="adj" fmla="val 21053"/>
            </a:avLst>
          </a:prstGeom>
          <a:solidFill xmlns:a="http://schemas.openxmlformats.org/drawingml/2006/main">
            <a:srgbClr val="003366"/>
          </a:solidFill>
          <a:ln xmlns:a="http://schemas.openxmlformats.org/drawingml/2006/main" w="0">
            <a:noFill/>
            <a:prstDash val="solid"/>
          </a:ln>
        </p:spPr>
      </p:sp>
      <p:sp>
        <p:nvSpPr>
          <p:cNvPr id="33" name="control-answer-4-text">
            <a:extLst xmlns:a="http://schemas.openxmlformats.org/drawingml/2006/main">
              <a:ext uri="{FF2B5EF4-FFF2-40B4-BE49-F238E27FC236}">
                <a16:creationId xmlns:a16="http://schemas.microsoft.com/office/drawing/2014/main" id="{5DE9FA66-5F67-4A26-895D-DDDE68FC487B}"/>
              </a:ext>
            </a:extLst>
          </p:cNvPr>
          <p:cNvSpPr>
            <a:spLocks xmlns:a="http://schemas.openxmlformats.org/drawingml/2006/main" noGrp="1"/>
          </p:cNvSpPr>
          <p:nvPr/>
        </p:nvSpPr>
        <p:spPr>
          <a:xfrm xmlns:a="http://schemas.openxmlformats.org/drawingml/2006/main">
            <a:off x="9429750" y="496252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SÍ  ·  NO  ·  NO APLICA</a:t>
            </a:r>
          </a:p>
        </p:txBody>
      </p:sp>
      <p:sp>
        <p:nvSpPr>
          <p:cNvPr id="34" name="control-warning">
            <a:extLst xmlns:a="http://schemas.openxmlformats.org/drawingml/2006/main">
              <a:ext uri="{FF2B5EF4-FFF2-40B4-BE49-F238E27FC236}">
                <a16:creationId xmlns:a16="http://schemas.microsoft.com/office/drawing/2014/main" id="{161AAEE6-505A-492C-A741-D3EFAE0A1CDB}"/>
              </a:ext>
            </a:extLst>
          </p:cNvPr>
          <p:cNvSpPr>
            <a:spLocks xmlns:a="http://schemas.openxmlformats.org/drawingml/2006/main" noGrp="1"/>
          </p:cNvSpPr>
          <p:nvPr/>
        </p:nvSpPr>
        <p:spPr>
          <a:xfrm xmlns:a="http://schemas.openxmlformats.org/drawingml/2006/main">
            <a:off x="1123950" y="5753100"/>
            <a:ext cx="994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A94A4A"/>
                </a:solidFill>
                <a:latin typeface="Aptos"/>
                <a:ea typeface="Aptos"/>
                <a:cs typeface="Aptos"/>
              </a:defRPr>
            </a:defPPr>
            <a:lvl1pPr algn="ctr">
              <a:defRPr sz="1275" b="1" i="0">
                <a:solidFill>
                  <a:srgbClr val="A94A4A"/>
                </a:solidFill>
                <a:latin typeface="Aptos"/>
                <a:ea typeface="Aptos"/>
                <a:cs typeface="Aptos"/>
              </a:defRPr>
            </a:lvl1pPr>
            <a:lvl2pPr algn="ctr">
              <a:defRPr sz="1275" b="1" i="0">
                <a:solidFill>
                  <a:srgbClr val="A94A4A"/>
                </a:solidFill>
                <a:latin typeface="Aptos"/>
                <a:ea typeface="Aptos"/>
                <a:cs typeface="Aptos"/>
              </a:defRPr>
            </a:lvl2pPr>
            <a:lvl3pPr algn="ctr">
              <a:defRPr sz="1275" b="1" i="0">
                <a:solidFill>
                  <a:srgbClr val="A94A4A"/>
                </a:solidFill>
                <a:latin typeface="Aptos"/>
                <a:ea typeface="Aptos"/>
                <a:cs typeface="Aptos"/>
              </a:defRPr>
            </a:lvl3pPr>
            <a:lvl4pPr algn="ctr">
              <a:defRPr sz="1275" b="1" i="0">
                <a:solidFill>
                  <a:srgbClr val="A94A4A"/>
                </a:solidFill>
                <a:latin typeface="Aptos"/>
                <a:ea typeface="Aptos"/>
                <a:cs typeface="Aptos"/>
              </a:defRPr>
            </a:lvl4pPr>
            <a:lvl5pPr algn="ctr">
              <a:defRPr sz="1275" b="1" i="0">
                <a:solidFill>
                  <a:srgbClr val="A94A4A"/>
                </a:solidFill>
                <a:latin typeface="Aptos"/>
                <a:ea typeface="Aptos"/>
                <a:cs typeface="Aptos"/>
              </a:defRPr>
            </a:lvl5pPr>
            <a:lvl6pPr algn="ctr">
              <a:defRPr sz="1275" b="1" i="0">
                <a:solidFill>
                  <a:srgbClr val="A94A4A"/>
                </a:solidFill>
                <a:latin typeface="Aptos"/>
                <a:ea typeface="Aptos"/>
                <a:cs typeface="Aptos"/>
              </a:defRPr>
            </a:lvl6pPr>
            <a:lvl7pPr algn="ctr">
              <a:defRPr sz="1275" b="1" i="0">
                <a:solidFill>
                  <a:srgbClr val="A94A4A"/>
                </a:solidFill>
                <a:latin typeface="Aptos"/>
                <a:ea typeface="Aptos"/>
                <a:cs typeface="Aptos"/>
              </a:defRPr>
            </a:lvl7pPr>
            <a:lvl8pPr algn="ctr">
              <a:defRPr sz="1275" b="1" i="0">
                <a:solidFill>
                  <a:srgbClr val="A94A4A"/>
                </a:solidFill>
                <a:latin typeface="Aptos"/>
                <a:ea typeface="Aptos"/>
                <a:cs typeface="Aptos"/>
              </a:defRPr>
            </a:lvl8pPr>
            <a:lvl9pPr algn="ctr">
              <a:defRPr sz="1275" b="1" i="0">
                <a:solidFill>
                  <a:srgbClr val="A94A4A"/>
                </a:solidFill>
                <a:latin typeface="Aptos"/>
                <a:ea typeface="Aptos"/>
                <a:cs typeface="Aptos"/>
              </a:defRPr>
            </a:lvl9pPr>
          </a:lstStyle>
          <a:p xmlns:a="http://schemas.openxmlformats.org/drawingml/2006/main">
            <a:pPr algn="ctr">
              <a:defRPr sz="1275" b="1" i="0">
                <a:solidFill>
                  <a:srgbClr val="A94A4A"/>
                </a:solidFill>
                <a:latin typeface="Aptos"/>
                <a:ea typeface="Aptos"/>
                <a:cs typeface="Aptos"/>
              </a:defRPr>
            </a:pPr>
            <a:r>
              <a:rPr sz="1275" b="1" i="0">
                <a:solidFill>
                  <a:srgbClr val="A94A4A"/>
                </a:solidFill>
                <a:latin typeface="Aptos"/>
                <a:ea typeface="Aptos"/>
                <a:cs typeface="Aptos"/>
              </a:rPr>
              <a:t>Precios, compromisos, pagos, personas o decisiones sensibles requieren autorización antes de cualquier uso externo.</a:t>
            </a:r>
          </a:p>
        </p:txBody>
      </p:sp>
      <p:sp>
        <p:nvSpPr>
          <p:cNvPr id="35" name="brand-7">
            <a:extLst xmlns:a="http://schemas.openxmlformats.org/drawingml/2006/main">
              <a:ext uri="{FF2B5EF4-FFF2-40B4-BE49-F238E27FC236}">
                <a16:creationId xmlns:a16="http://schemas.microsoft.com/office/drawing/2014/main" id="{13B03EF3-F440-4354-9C7E-3A0970850B13}"/>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36" name="page-7">
            <a:extLst xmlns:a="http://schemas.openxmlformats.org/drawingml/2006/main">
              <a:ext uri="{FF2B5EF4-FFF2-40B4-BE49-F238E27FC236}">
                <a16:creationId xmlns:a16="http://schemas.microsoft.com/office/drawing/2014/main" id="{2B0BDE98-ABEA-414F-A262-F55537FB1597}"/>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07</a:t>
            </a:r>
          </a:p>
        </p:txBody>
      </p:sp>
    </p:spTree>
    <p:extLst>
      <p:ext uri="{BB962C8B-B14F-4D97-AF65-F5344CB8AC3E}">
        <p14:creationId xmlns:p14="http://schemas.microsoft.com/office/powerpoint/2010/main" val="1724707268"/>
      </p:ext>
    </p:extLst>
  </p:cSld>
</p:sld>
</file>

<file path=ppt/slides/slide8.xml><?xml version="1.0" encoding="utf-8"?>
<p:sld xmlns:p="http://schemas.openxmlformats.org/presentationml/2006/main">
  <p:cSld>
    <p:bg>
      <p:bgPr>
        <a:solidFill xmlns:a="http://schemas.openxmlformats.org/drawingml/2006/main">
          <a:srgbClr val="003366"/>
        </a:solidFill>
      </p:bgPr>
    </p:bg>
    <p:spTree>
      <p:nvGrpSpPr>
        <p:cNvPr id="1" name=""/>
        <p:cNvGrpSpPr/>
        <p:nvPr/>
      </p:nvGrpSpPr>
      <p:grpSpPr>
        <a:xfrm xmlns:a="http://schemas.openxmlformats.org/drawingml/2006/main"/>
      </p:grpSpPr>
      <p:sp>
        <p:nvSpPr>
          <p:cNvPr id="31" name="close-kicker">
            <a:extLst xmlns:a="http://schemas.openxmlformats.org/drawingml/2006/main">
              <a:ext uri="{FF2B5EF4-FFF2-40B4-BE49-F238E27FC236}">
                <a16:creationId xmlns:a16="http://schemas.microsoft.com/office/drawing/2014/main" id="{C5B28B2D-C337-4D75-95D5-4D5946D363F1}"/>
              </a:ext>
            </a:extLst>
          </p:cNvPr>
          <p:cNvSpPr>
            <a:spLocks xmlns:a="http://schemas.openxmlformats.org/drawingml/2006/main" noGrp="1"/>
          </p:cNvSpPr>
          <p:nvPr/>
        </p:nvSpPr>
        <p:spPr>
          <a:xfrm xmlns:a="http://schemas.openxmlformats.org/drawingml/2006/main">
            <a:off x="781050" y="6286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19A7CE"/>
                </a:solidFill>
                <a:latin typeface="Aptos"/>
                <a:ea typeface="Aptos"/>
                <a:cs typeface="Aptos"/>
              </a:defRPr>
            </a:defPPr>
            <a:lvl1pPr algn="l">
              <a:defRPr sz="1125" b="1" i="0">
                <a:solidFill>
                  <a:srgbClr val="19A7CE"/>
                </a:solidFill>
                <a:latin typeface="Aptos"/>
                <a:ea typeface="Aptos"/>
                <a:cs typeface="Aptos"/>
              </a:defRPr>
            </a:lvl1pPr>
            <a:lvl2pPr algn="l">
              <a:defRPr sz="1125" b="1" i="0">
                <a:solidFill>
                  <a:srgbClr val="19A7CE"/>
                </a:solidFill>
                <a:latin typeface="Aptos"/>
                <a:ea typeface="Aptos"/>
                <a:cs typeface="Aptos"/>
              </a:defRPr>
            </a:lvl2pPr>
            <a:lvl3pPr algn="l">
              <a:defRPr sz="1125" b="1" i="0">
                <a:solidFill>
                  <a:srgbClr val="19A7CE"/>
                </a:solidFill>
                <a:latin typeface="Aptos"/>
                <a:ea typeface="Aptos"/>
                <a:cs typeface="Aptos"/>
              </a:defRPr>
            </a:lvl3pPr>
            <a:lvl4pPr algn="l">
              <a:defRPr sz="1125" b="1" i="0">
                <a:solidFill>
                  <a:srgbClr val="19A7CE"/>
                </a:solidFill>
                <a:latin typeface="Aptos"/>
                <a:ea typeface="Aptos"/>
                <a:cs typeface="Aptos"/>
              </a:defRPr>
            </a:lvl4pPr>
            <a:lvl5pPr algn="l">
              <a:defRPr sz="1125" b="1" i="0">
                <a:solidFill>
                  <a:srgbClr val="19A7CE"/>
                </a:solidFill>
                <a:latin typeface="Aptos"/>
                <a:ea typeface="Aptos"/>
                <a:cs typeface="Aptos"/>
              </a:defRPr>
            </a:lvl5pPr>
            <a:lvl6pPr algn="l">
              <a:defRPr sz="1125" b="1" i="0">
                <a:solidFill>
                  <a:srgbClr val="19A7CE"/>
                </a:solidFill>
                <a:latin typeface="Aptos"/>
                <a:ea typeface="Aptos"/>
                <a:cs typeface="Aptos"/>
              </a:defRPr>
            </a:lvl6pPr>
            <a:lvl7pPr algn="l">
              <a:defRPr sz="1125" b="1" i="0">
                <a:solidFill>
                  <a:srgbClr val="19A7CE"/>
                </a:solidFill>
                <a:latin typeface="Aptos"/>
                <a:ea typeface="Aptos"/>
                <a:cs typeface="Aptos"/>
              </a:defRPr>
            </a:lvl7pPr>
            <a:lvl8pPr algn="l">
              <a:defRPr sz="1125" b="1" i="0">
                <a:solidFill>
                  <a:srgbClr val="19A7CE"/>
                </a:solidFill>
                <a:latin typeface="Aptos"/>
                <a:ea typeface="Aptos"/>
                <a:cs typeface="Aptos"/>
              </a:defRPr>
            </a:lvl8pPr>
            <a:lvl9pPr algn="l">
              <a:defRPr sz="1125" b="1" i="0">
                <a:solidFill>
                  <a:srgbClr val="19A7CE"/>
                </a:solidFill>
                <a:latin typeface="Aptos"/>
                <a:ea typeface="Aptos"/>
                <a:cs typeface="Aptos"/>
              </a:defRPr>
            </a:lvl9pPr>
          </a:lstStyle>
          <a:p xmlns:a="http://schemas.openxmlformats.org/drawingml/2006/main">
            <a:pPr algn="l">
              <a:defRPr sz="1125" b="1" i="0">
                <a:solidFill>
                  <a:srgbClr val="19A7CE"/>
                </a:solidFill>
                <a:latin typeface="Aptos"/>
                <a:ea typeface="Aptos"/>
                <a:cs typeface="Aptos"/>
              </a:defRPr>
            </a:pPr>
            <a:r>
              <a:rPr sz="1125" b="1" i="0">
                <a:solidFill>
                  <a:srgbClr val="19A7CE"/>
                </a:solidFill>
                <a:latin typeface="Aptos"/>
                <a:ea typeface="Aptos"/>
                <a:cs typeface="Aptos"/>
              </a:rPr>
              <a:t>EVIDENCIA DEL PASO 3</a:t>
            </a:r>
          </a:p>
        </p:txBody>
      </p:sp>
      <p:sp>
        <p:nvSpPr>
          <p:cNvPr id="2" name="close-title">
            <a:extLst xmlns:a="http://schemas.openxmlformats.org/drawingml/2006/main">
              <a:ext uri="{FF2B5EF4-FFF2-40B4-BE49-F238E27FC236}">
                <a16:creationId xmlns:a16="http://schemas.microsoft.com/office/drawing/2014/main" id="{A4332228-692C-41D7-848A-176A87E7CB47}"/>
              </a:ext>
            </a:extLst>
          </p:cNvPr>
          <p:cNvSpPr>
            <a:spLocks xmlns:a="http://schemas.openxmlformats.org/drawingml/2006/main" noGrp="1"/>
          </p:cNvSpPr>
          <p:nvPr/>
        </p:nvSpPr>
        <p:spPr>
          <a:xfrm xmlns:a="http://schemas.openxmlformats.org/drawingml/2006/main">
            <a:off x="781050" y="1104900"/>
            <a:ext cx="7620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FFFFFF"/>
                </a:solidFill>
                <a:latin typeface="Aptos"/>
                <a:ea typeface="Aptos"/>
                <a:cs typeface="Aptos"/>
              </a:defRPr>
            </a:defPPr>
            <a:lvl1pPr algn="l">
              <a:defRPr sz="3150" b="1" i="0">
                <a:solidFill>
                  <a:srgbClr val="FFFFFF"/>
                </a:solidFill>
                <a:latin typeface="Aptos"/>
                <a:ea typeface="Aptos"/>
                <a:cs typeface="Aptos"/>
              </a:defRPr>
            </a:lvl1pPr>
            <a:lvl2pPr algn="l">
              <a:defRPr sz="3150" b="1" i="0">
                <a:solidFill>
                  <a:srgbClr val="FFFFFF"/>
                </a:solidFill>
                <a:latin typeface="Aptos"/>
                <a:ea typeface="Aptos"/>
                <a:cs typeface="Aptos"/>
              </a:defRPr>
            </a:lvl2pPr>
            <a:lvl3pPr algn="l">
              <a:defRPr sz="3150" b="1" i="0">
                <a:solidFill>
                  <a:srgbClr val="FFFFFF"/>
                </a:solidFill>
                <a:latin typeface="Aptos"/>
                <a:ea typeface="Aptos"/>
                <a:cs typeface="Aptos"/>
              </a:defRPr>
            </a:lvl3pPr>
            <a:lvl4pPr algn="l">
              <a:defRPr sz="3150" b="1" i="0">
                <a:solidFill>
                  <a:srgbClr val="FFFFFF"/>
                </a:solidFill>
                <a:latin typeface="Aptos"/>
                <a:ea typeface="Aptos"/>
                <a:cs typeface="Aptos"/>
              </a:defRPr>
            </a:lvl4pPr>
            <a:lvl5pPr algn="l">
              <a:defRPr sz="3150" b="1" i="0">
                <a:solidFill>
                  <a:srgbClr val="FFFFFF"/>
                </a:solidFill>
                <a:latin typeface="Aptos"/>
                <a:ea typeface="Aptos"/>
                <a:cs typeface="Aptos"/>
              </a:defRPr>
            </a:lvl5pPr>
            <a:lvl6pPr algn="l">
              <a:defRPr sz="3150" b="1" i="0">
                <a:solidFill>
                  <a:srgbClr val="FFFFFF"/>
                </a:solidFill>
                <a:latin typeface="Aptos"/>
                <a:ea typeface="Aptos"/>
                <a:cs typeface="Aptos"/>
              </a:defRPr>
            </a:lvl6pPr>
            <a:lvl7pPr algn="l">
              <a:defRPr sz="3150" b="1" i="0">
                <a:solidFill>
                  <a:srgbClr val="FFFFFF"/>
                </a:solidFill>
                <a:latin typeface="Aptos"/>
                <a:ea typeface="Aptos"/>
                <a:cs typeface="Aptos"/>
              </a:defRPr>
            </a:lvl7pPr>
            <a:lvl8pPr algn="l">
              <a:defRPr sz="3150" b="1" i="0">
                <a:solidFill>
                  <a:srgbClr val="FFFFFF"/>
                </a:solidFill>
                <a:latin typeface="Aptos"/>
                <a:ea typeface="Aptos"/>
                <a:cs typeface="Aptos"/>
              </a:defRPr>
            </a:lvl8pPr>
            <a:lvl9pPr algn="l">
              <a:defRPr sz="3150" b="1" i="0">
                <a:solidFill>
                  <a:srgbClr val="FFFFFF"/>
                </a:solidFill>
                <a:latin typeface="Aptos"/>
                <a:ea typeface="Aptos"/>
                <a:cs typeface="Aptos"/>
              </a:defRPr>
            </a:lvl9pPr>
          </a:lstStyle>
          <a:p xmlns:a="http://schemas.openxmlformats.org/drawingml/2006/main">
            <a:pPr algn="l">
              <a:defRPr sz="3150" b="1" i="0">
                <a:solidFill>
                  <a:srgbClr val="FFFFFF"/>
                </a:solidFill>
                <a:latin typeface="Aptos"/>
                <a:ea typeface="Aptos"/>
                <a:cs typeface="Aptos"/>
              </a:defRPr>
            </a:pPr>
            <a:r>
              <a:rPr sz="3150" b="1" i="0">
                <a:solidFill>
                  <a:srgbClr val="FFFFFF"/>
                </a:solidFill>
                <a:latin typeface="Aptos"/>
                <a:ea typeface="Aptos"/>
                <a:cs typeface="Aptos"/>
              </a:rPr>
              <a:t>Prompts listos para revisión</a:t>
            </a:r>
          </a:p>
        </p:txBody>
      </p:sp>
      <p:sp>
        <p:nvSpPr>
          <p:cNvPr id="3" name="close-check-circle-0">
            <a:extLst xmlns:a="http://schemas.openxmlformats.org/drawingml/2006/main">
              <a:ext uri="{FF2B5EF4-FFF2-40B4-BE49-F238E27FC236}">
                <a16:creationId xmlns:a16="http://schemas.microsoft.com/office/drawing/2014/main" id="{7334D0A7-90C0-4D26-8867-7253DBF4CB2A}"/>
              </a:ext>
            </a:extLst>
          </p:cNvPr>
          <p:cNvSpPr>
            <a:spLocks xmlns:a="http://schemas.openxmlformats.org/drawingml/2006/main" noGrp="1"/>
          </p:cNvSpPr>
          <p:nvPr/>
        </p:nvSpPr>
        <p:spPr>
          <a:xfrm xmlns:a="http://schemas.openxmlformats.org/drawingml/2006/main">
            <a:off x="800100" y="203835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4" name="close-check-0">
            <a:extLst xmlns:a="http://schemas.openxmlformats.org/drawingml/2006/main">
              <a:ext uri="{FF2B5EF4-FFF2-40B4-BE49-F238E27FC236}">
                <a16:creationId xmlns:a16="http://schemas.microsoft.com/office/drawing/2014/main" id="{A04A794C-3186-4EFD-83E1-6C1540059BA4}"/>
              </a:ext>
            </a:extLst>
          </p:cNvPr>
          <p:cNvSpPr>
            <a:spLocks xmlns:a="http://schemas.openxmlformats.org/drawingml/2006/main" noGrp="1"/>
          </p:cNvSpPr>
          <p:nvPr/>
        </p:nvSpPr>
        <p:spPr>
          <a:xfrm xmlns:a="http://schemas.openxmlformats.org/drawingml/2006/main">
            <a:off x="800100" y="20859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5" name="close-check-label-0">
            <a:extLst xmlns:a="http://schemas.openxmlformats.org/drawingml/2006/main">
              <a:ext uri="{FF2B5EF4-FFF2-40B4-BE49-F238E27FC236}">
                <a16:creationId xmlns:a16="http://schemas.microsoft.com/office/drawing/2014/main" id="{89C026D7-9F7D-4F94-973C-3F8012E1C17D}"/>
              </a:ext>
            </a:extLst>
          </p:cNvPr>
          <p:cNvSpPr>
            <a:spLocks xmlns:a="http://schemas.openxmlformats.org/drawingml/2006/main" noGrp="1"/>
          </p:cNvSpPr>
          <p:nvPr/>
        </p:nvSpPr>
        <p:spPr>
          <a:xfrm xmlns:a="http://schemas.openxmlformats.org/drawingml/2006/main">
            <a:off x="1371600" y="20764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Cinco casos ficticios</a:t>
            </a:r>
          </a:p>
        </p:txBody>
      </p:sp>
      <p:sp>
        <p:nvSpPr>
          <p:cNvPr id="6" name="close-check-circle-1">
            <a:extLst xmlns:a="http://schemas.openxmlformats.org/drawingml/2006/main">
              <a:ext uri="{FF2B5EF4-FFF2-40B4-BE49-F238E27FC236}">
                <a16:creationId xmlns:a16="http://schemas.microsoft.com/office/drawing/2014/main" id="{61CBE36A-628E-4C61-9DB5-A28B04F0016E}"/>
              </a:ext>
            </a:extLst>
          </p:cNvPr>
          <p:cNvSpPr>
            <a:spLocks xmlns:a="http://schemas.openxmlformats.org/drawingml/2006/main" noGrp="1"/>
          </p:cNvSpPr>
          <p:nvPr/>
        </p:nvSpPr>
        <p:spPr>
          <a:xfrm xmlns:a="http://schemas.openxmlformats.org/drawingml/2006/main">
            <a:off x="800100" y="28194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7" name="close-check-1">
            <a:extLst xmlns:a="http://schemas.openxmlformats.org/drawingml/2006/main">
              <a:ext uri="{FF2B5EF4-FFF2-40B4-BE49-F238E27FC236}">
                <a16:creationId xmlns:a16="http://schemas.microsoft.com/office/drawing/2014/main" id="{DB474E60-0CF0-461E-AB79-311B350964A6}"/>
              </a:ext>
            </a:extLst>
          </p:cNvPr>
          <p:cNvSpPr>
            <a:spLocks xmlns:a="http://schemas.openxmlformats.org/drawingml/2006/main" noGrp="1"/>
          </p:cNvSpPr>
          <p:nvPr/>
        </p:nvSpPr>
        <p:spPr>
          <a:xfrm xmlns:a="http://schemas.openxmlformats.org/drawingml/2006/main">
            <a:off x="800100" y="28670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8" name="close-check-label-1">
            <a:extLst xmlns:a="http://schemas.openxmlformats.org/drawingml/2006/main">
              <a:ext uri="{FF2B5EF4-FFF2-40B4-BE49-F238E27FC236}">
                <a16:creationId xmlns:a16="http://schemas.microsoft.com/office/drawing/2014/main" id="{568DEB93-7372-4B28-AE22-6B2EDE1B19FA}"/>
              </a:ext>
            </a:extLst>
          </p:cNvPr>
          <p:cNvSpPr>
            <a:spLocks xmlns:a="http://schemas.openxmlformats.org/drawingml/2006/main" noGrp="1"/>
          </p:cNvSpPr>
          <p:nvPr/>
        </p:nvSpPr>
        <p:spPr>
          <a:xfrm xmlns:a="http://schemas.openxmlformats.org/drawingml/2006/main">
            <a:off x="1371600" y="28575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Ocho campos completos</a:t>
            </a:r>
          </a:p>
        </p:txBody>
      </p:sp>
      <p:sp>
        <p:nvSpPr>
          <p:cNvPr id="9" name="close-check-circle-2">
            <a:extLst xmlns:a="http://schemas.openxmlformats.org/drawingml/2006/main">
              <a:ext uri="{FF2B5EF4-FFF2-40B4-BE49-F238E27FC236}">
                <a16:creationId xmlns:a16="http://schemas.microsoft.com/office/drawing/2014/main" id="{45CE7F37-8811-48FD-872D-83FF1F613B43}"/>
              </a:ext>
            </a:extLst>
          </p:cNvPr>
          <p:cNvSpPr>
            <a:spLocks xmlns:a="http://schemas.openxmlformats.org/drawingml/2006/main" noGrp="1"/>
          </p:cNvSpPr>
          <p:nvPr/>
        </p:nvSpPr>
        <p:spPr>
          <a:xfrm xmlns:a="http://schemas.openxmlformats.org/drawingml/2006/main">
            <a:off x="800100" y="360045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0" name="close-check-2">
            <a:extLst xmlns:a="http://schemas.openxmlformats.org/drawingml/2006/main">
              <a:ext uri="{FF2B5EF4-FFF2-40B4-BE49-F238E27FC236}">
                <a16:creationId xmlns:a16="http://schemas.microsoft.com/office/drawing/2014/main" id="{3568E438-67E7-445B-8CC8-D067E4EF5E35}"/>
              </a:ext>
            </a:extLst>
          </p:cNvPr>
          <p:cNvSpPr>
            <a:spLocks xmlns:a="http://schemas.openxmlformats.org/drawingml/2006/main" noGrp="1"/>
          </p:cNvSpPr>
          <p:nvPr/>
        </p:nvSpPr>
        <p:spPr>
          <a:xfrm xmlns:a="http://schemas.openxmlformats.org/drawingml/2006/main">
            <a:off x="800100" y="36480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11" name="close-check-label-2">
            <a:extLst xmlns:a="http://schemas.openxmlformats.org/drawingml/2006/main">
              <a:ext uri="{FF2B5EF4-FFF2-40B4-BE49-F238E27FC236}">
                <a16:creationId xmlns:a16="http://schemas.microsoft.com/office/drawing/2014/main" id="{6F0369B2-9E6D-405C-910C-63454B6BC152}"/>
              </a:ext>
            </a:extLst>
          </p:cNvPr>
          <p:cNvSpPr>
            <a:spLocks xmlns:a="http://schemas.openxmlformats.org/drawingml/2006/main" noGrp="1"/>
          </p:cNvSpPr>
          <p:nvPr/>
        </p:nvSpPr>
        <p:spPr>
          <a:xfrm xmlns:a="http://schemas.openxmlformats.org/drawingml/2006/main">
            <a:off x="1371600" y="36385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Cinco Prompt v1 con seis piezas</a:t>
            </a:r>
          </a:p>
        </p:txBody>
      </p:sp>
      <p:sp>
        <p:nvSpPr>
          <p:cNvPr id="12" name="close-check-circle-3">
            <a:extLst xmlns:a="http://schemas.openxmlformats.org/drawingml/2006/main">
              <a:ext uri="{FF2B5EF4-FFF2-40B4-BE49-F238E27FC236}">
                <a16:creationId xmlns:a16="http://schemas.microsoft.com/office/drawing/2014/main" id="{08FDF248-6C2F-4066-9B81-239E09635139}"/>
              </a:ext>
            </a:extLst>
          </p:cNvPr>
          <p:cNvSpPr>
            <a:spLocks xmlns:a="http://schemas.openxmlformats.org/drawingml/2006/main" noGrp="1"/>
          </p:cNvSpPr>
          <p:nvPr/>
        </p:nvSpPr>
        <p:spPr>
          <a:xfrm xmlns:a="http://schemas.openxmlformats.org/drawingml/2006/main">
            <a:off x="800100" y="43815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3" name="close-check-3">
            <a:extLst xmlns:a="http://schemas.openxmlformats.org/drawingml/2006/main">
              <a:ext uri="{FF2B5EF4-FFF2-40B4-BE49-F238E27FC236}">
                <a16:creationId xmlns:a16="http://schemas.microsoft.com/office/drawing/2014/main" id="{562E5AD6-6BAC-4CB7-935F-A8DF2ECB33BE}"/>
              </a:ext>
            </a:extLst>
          </p:cNvPr>
          <p:cNvSpPr>
            <a:spLocks xmlns:a="http://schemas.openxmlformats.org/drawingml/2006/main" noGrp="1"/>
          </p:cNvSpPr>
          <p:nvPr/>
        </p:nvSpPr>
        <p:spPr>
          <a:xfrm xmlns:a="http://schemas.openxmlformats.org/drawingml/2006/main">
            <a:off x="800100" y="4429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14" name="close-check-label-3">
            <a:extLst xmlns:a="http://schemas.openxmlformats.org/drawingml/2006/main">
              <a:ext uri="{FF2B5EF4-FFF2-40B4-BE49-F238E27FC236}">
                <a16:creationId xmlns:a16="http://schemas.microsoft.com/office/drawing/2014/main" id="{3C938077-FCF0-4A62-A3DF-563AE913822E}"/>
              </a:ext>
            </a:extLst>
          </p:cNvPr>
          <p:cNvSpPr>
            <a:spLocks xmlns:a="http://schemas.openxmlformats.org/drawingml/2006/main" noGrp="1"/>
          </p:cNvSpPr>
          <p:nvPr/>
        </p:nvSpPr>
        <p:spPr>
          <a:xfrm xmlns:a="http://schemas.openxmlformats.org/drawingml/2006/main">
            <a:off x="1371600" y="44196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Cinco resultados observados</a:t>
            </a:r>
          </a:p>
        </p:txBody>
      </p:sp>
      <p:sp>
        <p:nvSpPr>
          <p:cNvPr id="15" name="close-check-circle-4">
            <a:extLst xmlns:a="http://schemas.openxmlformats.org/drawingml/2006/main">
              <a:ext uri="{FF2B5EF4-FFF2-40B4-BE49-F238E27FC236}">
                <a16:creationId xmlns:a16="http://schemas.microsoft.com/office/drawing/2014/main" id="{70256CE9-55B0-44D1-936A-F78F8DA5BF66}"/>
              </a:ext>
            </a:extLst>
          </p:cNvPr>
          <p:cNvSpPr>
            <a:spLocks xmlns:a="http://schemas.openxmlformats.org/drawingml/2006/main" noGrp="1"/>
          </p:cNvSpPr>
          <p:nvPr/>
        </p:nvSpPr>
        <p:spPr>
          <a:xfrm xmlns:a="http://schemas.openxmlformats.org/drawingml/2006/main">
            <a:off x="6324600" y="203835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6" name="close-check-4">
            <a:extLst xmlns:a="http://schemas.openxmlformats.org/drawingml/2006/main">
              <a:ext uri="{FF2B5EF4-FFF2-40B4-BE49-F238E27FC236}">
                <a16:creationId xmlns:a16="http://schemas.microsoft.com/office/drawing/2014/main" id="{83C65E1E-9220-404C-B71D-C3506E4936D4}"/>
              </a:ext>
            </a:extLst>
          </p:cNvPr>
          <p:cNvSpPr>
            <a:spLocks xmlns:a="http://schemas.openxmlformats.org/drawingml/2006/main" noGrp="1"/>
          </p:cNvSpPr>
          <p:nvPr/>
        </p:nvSpPr>
        <p:spPr>
          <a:xfrm xmlns:a="http://schemas.openxmlformats.org/drawingml/2006/main">
            <a:off x="6324600" y="20859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17" name="close-check-label-4">
            <a:extLst xmlns:a="http://schemas.openxmlformats.org/drawingml/2006/main">
              <a:ext uri="{FF2B5EF4-FFF2-40B4-BE49-F238E27FC236}">
                <a16:creationId xmlns:a16="http://schemas.microsoft.com/office/drawing/2014/main" id="{D65247F6-211D-403E-BEB4-9352ED0F1DFB}"/>
              </a:ext>
            </a:extLst>
          </p:cNvPr>
          <p:cNvSpPr>
            <a:spLocks xmlns:a="http://schemas.openxmlformats.org/drawingml/2006/main" noGrp="1"/>
          </p:cNvSpPr>
          <p:nvPr/>
        </p:nvSpPr>
        <p:spPr>
          <a:xfrm xmlns:a="http://schemas.openxmlformats.org/drawingml/2006/main">
            <a:off x="6896100" y="20764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Una mejora trazable por caso</a:t>
            </a:r>
          </a:p>
        </p:txBody>
      </p:sp>
      <p:sp>
        <p:nvSpPr>
          <p:cNvPr id="18" name="close-check-circle-5">
            <a:extLst xmlns:a="http://schemas.openxmlformats.org/drawingml/2006/main">
              <a:ext uri="{FF2B5EF4-FFF2-40B4-BE49-F238E27FC236}">
                <a16:creationId xmlns:a16="http://schemas.microsoft.com/office/drawing/2014/main" id="{60AFB641-5F1D-45B3-83A4-33EEC8D697BC}"/>
              </a:ext>
            </a:extLst>
          </p:cNvPr>
          <p:cNvSpPr>
            <a:spLocks xmlns:a="http://schemas.openxmlformats.org/drawingml/2006/main" noGrp="1"/>
          </p:cNvSpPr>
          <p:nvPr/>
        </p:nvSpPr>
        <p:spPr>
          <a:xfrm xmlns:a="http://schemas.openxmlformats.org/drawingml/2006/main">
            <a:off x="6324600" y="28194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9" name="close-check-5">
            <a:extLst xmlns:a="http://schemas.openxmlformats.org/drawingml/2006/main">
              <a:ext uri="{FF2B5EF4-FFF2-40B4-BE49-F238E27FC236}">
                <a16:creationId xmlns:a16="http://schemas.microsoft.com/office/drawing/2014/main" id="{97D8FFCB-68CD-4BC5-8F75-2495F4D4294E}"/>
              </a:ext>
            </a:extLst>
          </p:cNvPr>
          <p:cNvSpPr>
            <a:spLocks xmlns:a="http://schemas.openxmlformats.org/drawingml/2006/main" noGrp="1"/>
          </p:cNvSpPr>
          <p:nvPr/>
        </p:nvSpPr>
        <p:spPr>
          <a:xfrm xmlns:a="http://schemas.openxmlformats.org/drawingml/2006/main">
            <a:off x="6324600" y="28670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20" name="close-check-label-5">
            <a:extLst xmlns:a="http://schemas.openxmlformats.org/drawingml/2006/main">
              <a:ext uri="{FF2B5EF4-FFF2-40B4-BE49-F238E27FC236}">
                <a16:creationId xmlns:a16="http://schemas.microsoft.com/office/drawing/2014/main" id="{A8F997A8-CB87-44A6-9A5B-4D7DEAEA1EBA}"/>
              </a:ext>
            </a:extLst>
          </p:cNvPr>
          <p:cNvSpPr>
            <a:spLocks xmlns:a="http://schemas.openxmlformats.org/drawingml/2006/main" noGrp="1"/>
          </p:cNvSpPr>
          <p:nvPr/>
        </p:nvSpPr>
        <p:spPr>
          <a:xfrm xmlns:a="http://schemas.openxmlformats.org/drawingml/2006/main">
            <a:off x="6896100" y="28575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Cinco prompts finales probados</a:t>
            </a:r>
          </a:p>
        </p:txBody>
      </p:sp>
      <p:sp>
        <p:nvSpPr>
          <p:cNvPr id="21" name="close-check-circle-6">
            <a:extLst xmlns:a="http://schemas.openxmlformats.org/drawingml/2006/main">
              <a:ext uri="{FF2B5EF4-FFF2-40B4-BE49-F238E27FC236}">
                <a16:creationId xmlns:a16="http://schemas.microsoft.com/office/drawing/2014/main" id="{82500700-1F09-47C2-9775-3A853B1C4036}"/>
              </a:ext>
            </a:extLst>
          </p:cNvPr>
          <p:cNvSpPr>
            <a:spLocks xmlns:a="http://schemas.openxmlformats.org/drawingml/2006/main" noGrp="1"/>
          </p:cNvSpPr>
          <p:nvPr/>
        </p:nvSpPr>
        <p:spPr>
          <a:xfrm xmlns:a="http://schemas.openxmlformats.org/drawingml/2006/main">
            <a:off x="6324600" y="360045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22" name="close-check-6">
            <a:extLst xmlns:a="http://schemas.openxmlformats.org/drawingml/2006/main">
              <a:ext uri="{FF2B5EF4-FFF2-40B4-BE49-F238E27FC236}">
                <a16:creationId xmlns:a16="http://schemas.microsoft.com/office/drawing/2014/main" id="{52D67262-2181-4E5A-A4B3-A097EC66D23E}"/>
              </a:ext>
            </a:extLst>
          </p:cNvPr>
          <p:cNvSpPr>
            <a:spLocks xmlns:a="http://schemas.openxmlformats.org/drawingml/2006/main" noGrp="1"/>
          </p:cNvSpPr>
          <p:nvPr/>
        </p:nvSpPr>
        <p:spPr>
          <a:xfrm xmlns:a="http://schemas.openxmlformats.org/drawingml/2006/main">
            <a:off x="6324600" y="36480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23" name="close-check-label-6">
            <a:extLst xmlns:a="http://schemas.openxmlformats.org/drawingml/2006/main">
              <a:ext uri="{FF2B5EF4-FFF2-40B4-BE49-F238E27FC236}">
                <a16:creationId xmlns:a16="http://schemas.microsoft.com/office/drawing/2014/main" id="{50A9123A-E8B5-4B0E-A827-D9B56294CF14}"/>
              </a:ext>
            </a:extLst>
          </p:cNvPr>
          <p:cNvSpPr>
            <a:spLocks xmlns:a="http://schemas.openxmlformats.org/drawingml/2006/main" noGrp="1"/>
          </p:cNvSpPr>
          <p:nvPr/>
        </p:nvSpPr>
        <p:spPr>
          <a:xfrm xmlns:a="http://schemas.openxmlformats.org/drawingml/2006/main">
            <a:off x="6896100" y="36385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Cinco controles respondidos</a:t>
            </a:r>
          </a:p>
        </p:txBody>
      </p:sp>
      <p:sp>
        <p:nvSpPr>
          <p:cNvPr id="24" name="close-check-circle-7">
            <a:extLst xmlns:a="http://schemas.openxmlformats.org/drawingml/2006/main">
              <a:ext uri="{FF2B5EF4-FFF2-40B4-BE49-F238E27FC236}">
                <a16:creationId xmlns:a16="http://schemas.microsoft.com/office/drawing/2014/main" id="{55BBFB35-F7BA-4A55-8312-78191B10890B}"/>
              </a:ext>
            </a:extLst>
          </p:cNvPr>
          <p:cNvSpPr>
            <a:spLocks xmlns:a="http://schemas.openxmlformats.org/drawingml/2006/main" noGrp="1"/>
          </p:cNvSpPr>
          <p:nvPr/>
        </p:nvSpPr>
        <p:spPr>
          <a:xfrm xmlns:a="http://schemas.openxmlformats.org/drawingml/2006/main">
            <a:off x="6324600" y="4381500"/>
            <a:ext cx="400050" cy="40005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25" name="close-check-7">
            <a:extLst xmlns:a="http://schemas.openxmlformats.org/drawingml/2006/main">
              <a:ext uri="{FF2B5EF4-FFF2-40B4-BE49-F238E27FC236}">
                <a16:creationId xmlns:a16="http://schemas.microsoft.com/office/drawing/2014/main" id="{39A76387-D7E5-4021-94B0-22D02FFA1730}"/>
              </a:ext>
            </a:extLst>
          </p:cNvPr>
          <p:cNvSpPr>
            <a:spLocks xmlns:a="http://schemas.openxmlformats.org/drawingml/2006/main" noGrp="1"/>
          </p:cNvSpPr>
          <p:nvPr/>
        </p:nvSpPr>
        <p:spPr>
          <a:xfrm xmlns:a="http://schemas.openxmlformats.org/drawingml/2006/main">
            <a:off x="6324600" y="4429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26" name="close-check-label-7">
            <a:extLst xmlns:a="http://schemas.openxmlformats.org/drawingml/2006/main">
              <a:ext uri="{FF2B5EF4-FFF2-40B4-BE49-F238E27FC236}">
                <a16:creationId xmlns:a16="http://schemas.microsoft.com/office/drawing/2014/main" id="{526A51B1-43AE-4F39-A5CB-575379139556}"/>
              </a:ext>
            </a:extLst>
          </p:cNvPr>
          <p:cNvSpPr>
            <a:spLocks xmlns:a="http://schemas.openxmlformats.org/drawingml/2006/main" noGrp="1"/>
          </p:cNvSpPr>
          <p:nvPr/>
        </p:nvSpPr>
        <p:spPr>
          <a:xfrm xmlns:a="http://schemas.openxmlformats.org/drawingml/2006/main">
            <a:off x="6896100" y="44196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Sin datos reales ni credenciales</a:t>
            </a:r>
          </a:p>
        </p:txBody>
      </p:sp>
      <p:sp>
        <p:nvSpPr>
          <p:cNvPr id="27" name="close-rule">
            <a:extLst xmlns:a="http://schemas.openxmlformats.org/drawingml/2006/main">
              <a:ext uri="{FF2B5EF4-FFF2-40B4-BE49-F238E27FC236}">
                <a16:creationId xmlns:a16="http://schemas.microsoft.com/office/drawing/2014/main" id="{759676F4-94FD-44B0-A565-666B593B3D2E}"/>
              </a:ext>
            </a:extLst>
          </p:cNvPr>
          <p:cNvSpPr>
            <a:spLocks xmlns:a="http://schemas.openxmlformats.org/drawingml/2006/main" noGrp="1"/>
          </p:cNvSpPr>
          <p:nvPr/>
        </p:nvSpPr>
        <p:spPr>
          <a:xfrm xmlns:a="http://schemas.openxmlformats.org/drawingml/2006/main">
            <a:off x="800100" y="5505450"/>
            <a:ext cx="10591800" cy="28575"/>
          </a:xfrm>
          <a:prstGeom xmlns:a="http://schemas.openxmlformats.org/drawingml/2006/main" prst="rect">
            <a:avLst/>
          </a:prstGeom>
          <a:solidFill xmlns:a="http://schemas.openxmlformats.org/drawingml/2006/main">
            <a:srgbClr val="0878A8"/>
          </a:solidFill>
          <a:ln xmlns:a="http://schemas.openxmlformats.org/drawingml/2006/main" w="0">
            <a:noFill/>
            <a:prstDash val="solid"/>
          </a:ln>
        </p:spPr>
      </p:sp>
      <p:sp>
        <p:nvSpPr>
          <p:cNvPr id="28" name="close-next">
            <a:extLst xmlns:a="http://schemas.openxmlformats.org/drawingml/2006/main">
              <a:ext uri="{FF2B5EF4-FFF2-40B4-BE49-F238E27FC236}">
                <a16:creationId xmlns:a16="http://schemas.microsoft.com/office/drawing/2014/main" id="{DD350B4C-880A-4D47-8491-292869957EE7}"/>
              </a:ext>
            </a:extLst>
          </p:cNvPr>
          <p:cNvSpPr>
            <a:spLocks xmlns:a="http://schemas.openxmlformats.org/drawingml/2006/main" noGrp="1"/>
          </p:cNvSpPr>
          <p:nvPr/>
        </p:nvSpPr>
        <p:spPr>
          <a:xfrm xmlns:a="http://schemas.openxmlformats.org/drawingml/2006/main">
            <a:off x="800100" y="5772150"/>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EAF4F8"/>
                </a:solidFill>
                <a:latin typeface="Aptos"/>
                <a:ea typeface="Aptos"/>
                <a:cs typeface="Aptos"/>
              </a:defRPr>
            </a:defPPr>
            <a:lvl1pPr algn="l">
              <a:defRPr sz="1575" b="1" i="0">
                <a:solidFill>
                  <a:srgbClr val="EAF4F8"/>
                </a:solidFill>
                <a:latin typeface="Aptos"/>
                <a:ea typeface="Aptos"/>
                <a:cs typeface="Aptos"/>
              </a:defRPr>
            </a:lvl1pPr>
            <a:lvl2pPr algn="l">
              <a:defRPr sz="1575" b="1" i="0">
                <a:solidFill>
                  <a:srgbClr val="EAF4F8"/>
                </a:solidFill>
                <a:latin typeface="Aptos"/>
                <a:ea typeface="Aptos"/>
                <a:cs typeface="Aptos"/>
              </a:defRPr>
            </a:lvl2pPr>
            <a:lvl3pPr algn="l">
              <a:defRPr sz="1575" b="1" i="0">
                <a:solidFill>
                  <a:srgbClr val="EAF4F8"/>
                </a:solidFill>
                <a:latin typeface="Aptos"/>
                <a:ea typeface="Aptos"/>
                <a:cs typeface="Aptos"/>
              </a:defRPr>
            </a:lvl3pPr>
            <a:lvl4pPr algn="l">
              <a:defRPr sz="1575" b="1" i="0">
                <a:solidFill>
                  <a:srgbClr val="EAF4F8"/>
                </a:solidFill>
                <a:latin typeface="Aptos"/>
                <a:ea typeface="Aptos"/>
                <a:cs typeface="Aptos"/>
              </a:defRPr>
            </a:lvl4pPr>
            <a:lvl5pPr algn="l">
              <a:defRPr sz="1575" b="1" i="0">
                <a:solidFill>
                  <a:srgbClr val="EAF4F8"/>
                </a:solidFill>
                <a:latin typeface="Aptos"/>
                <a:ea typeface="Aptos"/>
                <a:cs typeface="Aptos"/>
              </a:defRPr>
            </a:lvl5pPr>
            <a:lvl6pPr algn="l">
              <a:defRPr sz="1575" b="1" i="0">
                <a:solidFill>
                  <a:srgbClr val="EAF4F8"/>
                </a:solidFill>
                <a:latin typeface="Aptos"/>
                <a:ea typeface="Aptos"/>
                <a:cs typeface="Aptos"/>
              </a:defRPr>
            </a:lvl6pPr>
            <a:lvl7pPr algn="l">
              <a:defRPr sz="1575" b="1" i="0">
                <a:solidFill>
                  <a:srgbClr val="EAF4F8"/>
                </a:solidFill>
                <a:latin typeface="Aptos"/>
                <a:ea typeface="Aptos"/>
                <a:cs typeface="Aptos"/>
              </a:defRPr>
            </a:lvl7pPr>
            <a:lvl8pPr algn="l">
              <a:defRPr sz="1575" b="1" i="0">
                <a:solidFill>
                  <a:srgbClr val="EAF4F8"/>
                </a:solidFill>
                <a:latin typeface="Aptos"/>
                <a:ea typeface="Aptos"/>
                <a:cs typeface="Aptos"/>
              </a:defRPr>
            </a:lvl8pPr>
            <a:lvl9pPr algn="l">
              <a:defRPr sz="1575" b="1" i="0">
                <a:solidFill>
                  <a:srgbClr val="EAF4F8"/>
                </a:solidFill>
                <a:latin typeface="Aptos"/>
                <a:ea typeface="Aptos"/>
                <a:cs typeface="Aptos"/>
              </a:defRPr>
            </a:lvl9pPr>
          </a:lstStyle>
          <a:p xmlns:a="http://schemas.openxmlformats.org/drawingml/2006/main">
            <a:pPr algn="l">
              <a:defRPr sz="1575" b="1" i="0">
                <a:solidFill>
                  <a:srgbClr val="EAF4F8"/>
                </a:solidFill>
                <a:latin typeface="Aptos"/>
                <a:ea typeface="Aptos"/>
                <a:cs typeface="Aptos"/>
              </a:defRPr>
            </a:pPr>
            <a:r>
              <a:rPr sz="1575" b="1" i="0">
                <a:solidFill>
                  <a:srgbClr val="EAF4F8"/>
                </a:solidFill>
                <a:latin typeface="Aptos"/>
                <a:ea typeface="Aptos"/>
                <a:cs typeface="Aptos"/>
              </a:rPr>
              <a:t>Siguiente: Paso 4  ·  n8n esencial sin API</a:t>
            </a:r>
          </a:p>
        </p:txBody>
      </p:sp>
      <p:sp>
        <p:nvSpPr>
          <p:cNvPr id="29" name="close-brand">
            <a:extLst xmlns:a="http://schemas.openxmlformats.org/drawingml/2006/main">
              <a:ext uri="{FF2B5EF4-FFF2-40B4-BE49-F238E27FC236}">
                <a16:creationId xmlns:a16="http://schemas.microsoft.com/office/drawing/2014/main" id="{B21026F1-DAC5-4870-B9E4-2C19CFE18E0F}"/>
              </a:ext>
            </a:extLst>
          </p:cNvPr>
          <p:cNvSpPr>
            <a:spLocks xmlns:a="http://schemas.openxmlformats.org/drawingml/2006/main" noGrp="1"/>
          </p:cNvSpPr>
          <p:nvPr/>
        </p:nvSpPr>
        <p:spPr>
          <a:xfrm xmlns:a="http://schemas.openxmlformats.org/drawingml/2006/main">
            <a:off x="800100" y="63436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FFFF"/>
                </a:solidFill>
                <a:latin typeface="Aptos"/>
                <a:ea typeface="Aptos"/>
                <a:cs typeface="Aptos"/>
              </a:defRPr>
            </a:defPPr>
            <a:lvl1pPr algn="l">
              <a:defRPr sz="1050" b="1" i="0">
                <a:solidFill>
                  <a:srgbClr val="FFFFFF"/>
                </a:solidFill>
                <a:latin typeface="Aptos"/>
                <a:ea typeface="Aptos"/>
                <a:cs typeface="Aptos"/>
              </a:defRPr>
            </a:lvl1pPr>
            <a:lvl2pPr algn="l">
              <a:defRPr sz="1050" b="1" i="0">
                <a:solidFill>
                  <a:srgbClr val="FFFFFF"/>
                </a:solidFill>
                <a:latin typeface="Aptos"/>
                <a:ea typeface="Aptos"/>
                <a:cs typeface="Aptos"/>
              </a:defRPr>
            </a:lvl2pPr>
            <a:lvl3pPr algn="l">
              <a:defRPr sz="1050" b="1" i="0">
                <a:solidFill>
                  <a:srgbClr val="FFFFFF"/>
                </a:solidFill>
                <a:latin typeface="Aptos"/>
                <a:ea typeface="Aptos"/>
                <a:cs typeface="Aptos"/>
              </a:defRPr>
            </a:lvl3pPr>
            <a:lvl4pPr algn="l">
              <a:defRPr sz="1050" b="1" i="0">
                <a:solidFill>
                  <a:srgbClr val="FFFFFF"/>
                </a:solidFill>
                <a:latin typeface="Aptos"/>
                <a:ea typeface="Aptos"/>
                <a:cs typeface="Aptos"/>
              </a:defRPr>
            </a:lvl4pPr>
            <a:lvl5pPr algn="l">
              <a:defRPr sz="1050" b="1" i="0">
                <a:solidFill>
                  <a:srgbClr val="FFFFFF"/>
                </a:solidFill>
                <a:latin typeface="Aptos"/>
                <a:ea typeface="Aptos"/>
                <a:cs typeface="Aptos"/>
              </a:defRPr>
            </a:lvl5pPr>
            <a:lvl6pPr algn="l">
              <a:defRPr sz="1050" b="1" i="0">
                <a:solidFill>
                  <a:srgbClr val="FFFFFF"/>
                </a:solidFill>
                <a:latin typeface="Aptos"/>
                <a:ea typeface="Aptos"/>
                <a:cs typeface="Aptos"/>
              </a:defRPr>
            </a:lvl6pPr>
            <a:lvl7pPr algn="l">
              <a:defRPr sz="1050" b="1" i="0">
                <a:solidFill>
                  <a:srgbClr val="FFFFFF"/>
                </a:solidFill>
                <a:latin typeface="Aptos"/>
                <a:ea typeface="Aptos"/>
                <a:cs typeface="Aptos"/>
              </a:defRPr>
            </a:lvl7pPr>
            <a:lvl8pPr algn="l">
              <a:defRPr sz="1050" b="1" i="0">
                <a:solidFill>
                  <a:srgbClr val="FFFFFF"/>
                </a:solidFill>
                <a:latin typeface="Aptos"/>
                <a:ea typeface="Aptos"/>
                <a:cs typeface="Aptos"/>
              </a:defRPr>
            </a:lvl8pPr>
            <a:lvl9pPr algn="l">
              <a:defRPr sz="1050" b="1" i="0">
                <a:solidFill>
                  <a:srgbClr val="FFFFFF"/>
                </a:solidFill>
                <a:latin typeface="Aptos"/>
                <a:ea typeface="Aptos"/>
                <a:cs typeface="Aptos"/>
              </a:defRPr>
            </a:lvl9pPr>
          </a:lstStyle>
          <a:p xmlns:a="http://schemas.openxmlformats.org/drawingml/2006/main">
            <a:pPr algn="l">
              <a:defRPr sz="1050" b="1" i="0">
                <a:solidFill>
                  <a:srgbClr val="FFFFFF"/>
                </a:solidFill>
                <a:latin typeface="Aptos"/>
                <a:ea typeface="Aptos"/>
                <a:cs typeface="Aptos"/>
              </a:defRPr>
            </a:pPr>
            <a:r>
              <a:rPr sz="1050" b="1" i="0">
                <a:solidFill>
                  <a:srgbClr val="FFFFFF"/>
                </a:solidFill>
                <a:latin typeface="Aptos"/>
                <a:ea typeface="Aptos"/>
                <a:cs typeface="Aptos"/>
              </a:rPr>
              <a:t>LANGUAGE CENTER CHILE</a:t>
            </a:r>
          </a:p>
        </p:txBody>
      </p:sp>
      <p:sp>
        <p:nvSpPr>
          <p:cNvPr id="30" name="close-page">
            <a:extLst xmlns:a="http://schemas.openxmlformats.org/drawingml/2006/main">
              <a:ext uri="{FF2B5EF4-FFF2-40B4-BE49-F238E27FC236}">
                <a16:creationId xmlns:a16="http://schemas.microsoft.com/office/drawing/2014/main" id="{AA453325-66DE-459E-87B2-918266690188}"/>
              </a:ext>
            </a:extLst>
          </p:cNvPr>
          <p:cNvSpPr>
            <a:spLocks xmlns:a="http://schemas.openxmlformats.org/drawingml/2006/main" noGrp="1"/>
          </p:cNvSpPr>
          <p:nvPr/>
        </p:nvSpPr>
        <p:spPr>
          <a:xfrm xmlns:a="http://schemas.openxmlformats.org/drawingml/2006/main">
            <a:off x="11049000" y="63246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i="0">
                <a:solidFill>
                  <a:srgbClr val="FFFFFF"/>
                </a:solidFill>
                <a:latin typeface="Aptos"/>
                <a:ea typeface="Aptos"/>
                <a:cs typeface="Aptos"/>
              </a:defRPr>
            </a:defPPr>
            <a:lvl1pPr algn="r">
              <a:defRPr sz="1050" b="1" i="0">
                <a:solidFill>
                  <a:srgbClr val="FFFFFF"/>
                </a:solidFill>
                <a:latin typeface="Aptos"/>
                <a:ea typeface="Aptos"/>
                <a:cs typeface="Aptos"/>
              </a:defRPr>
            </a:lvl1pPr>
            <a:lvl2pPr algn="r">
              <a:defRPr sz="1050" b="1" i="0">
                <a:solidFill>
                  <a:srgbClr val="FFFFFF"/>
                </a:solidFill>
                <a:latin typeface="Aptos"/>
                <a:ea typeface="Aptos"/>
                <a:cs typeface="Aptos"/>
              </a:defRPr>
            </a:lvl2pPr>
            <a:lvl3pPr algn="r">
              <a:defRPr sz="1050" b="1" i="0">
                <a:solidFill>
                  <a:srgbClr val="FFFFFF"/>
                </a:solidFill>
                <a:latin typeface="Aptos"/>
                <a:ea typeface="Aptos"/>
                <a:cs typeface="Aptos"/>
              </a:defRPr>
            </a:lvl3pPr>
            <a:lvl4pPr algn="r">
              <a:defRPr sz="1050" b="1" i="0">
                <a:solidFill>
                  <a:srgbClr val="FFFFFF"/>
                </a:solidFill>
                <a:latin typeface="Aptos"/>
                <a:ea typeface="Aptos"/>
                <a:cs typeface="Aptos"/>
              </a:defRPr>
            </a:lvl4pPr>
            <a:lvl5pPr algn="r">
              <a:defRPr sz="1050" b="1" i="0">
                <a:solidFill>
                  <a:srgbClr val="FFFFFF"/>
                </a:solidFill>
                <a:latin typeface="Aptos"/>
                <a:ea typeface="Aptos"/>
                <a:cs typeface="Aptos"/>
              </a:defRPr>
            </a:lvl5pPr>
            <a:lvl6pPr algn="r">
              <a:defRPr sz="1050" b="1" i="0">
                <a:solidFill>
                  <a:srgbClr val="FFFFFF"/>
                </a:solidFill>
                <a:latin typeface="Aptos"/>
                <a:ea typeface="Aptos"/>
                <a:cs typeface="Aptos"/>
              </a:defRPr>
            </a:lvl6pPr>
            <a:lvl7pPr algn="r">
              <a:defRPr sz="1050" b="1" i="0">
                <a:solidFill>
                  <a:srgbClr val="FFFFFF"/>
                </a:solidFill>
                <a:latin typeface="Aptos"/>
                <a:ea typeface="Aptos"/>
                <a:cs typeface="Aptos"/>
              </a:defRPr>
            </a:lvl7pPr>
            <a:lvl8pPr algn="r">
              <a:defRPr sz="1050" b="1" i="0">
                <a:solidFill>
                  <a:srgbClr val="FFFFFF"/>
                </a:solidFill>
                <a:latin typeface="Aptos"/>
                <a:ea typeface="Aptos"/>
                <a:cs typeface="Aptos"/>
              </a:defRPr>
            </a:lvl8pPr>
            <a:lvl9pPr algn="r">
              <a:defRPr sz="1050" b="1" i="0">
                <a:solidFill>
                  <a:srgbClr val="FFFFFF"/>
                </a:solidFill>
                <a:latin typeface="Aptos"/>
                <a:ea typeface="Aptos"/>
                <a:cs typeface="Aptos"/>
              </a:defRPr>
            </a:lvl9pPr>
          </a:lstStyle>
          <a:p xmlns:a="http://schemas.openxmlformats.org/drawingml/2006/main">
            <a:pPr algn="r">
              <a:defRPr sz="1050" b="1" i="0">
                <a:solidFill>
                  <a:srgbClr val="FFFFFF"/>
                </a:solidFill>
                <a:latin typeface="Aptos"/>
                <a:ea typeface="Aptos"/>
                <a:cs typeface="Aptos"/>
              </a:defRPr>
            </a:pPr>
            <a:r>
              <a:rPr sz="1050" b="1" i="0">
                <a:solidFill>
                  <a:srgbClr val="FFFFFF"/>
                </a:solidFill>
                <a:latin typeface="Aptos"/>
                <a:ea typeface="Aptos"/>
                <a:cs typeface="Aptos"/>
              </a:rPr>
              <a:t>08</a:t>
            </a:r>
          </a:p>
        </p:txBody>
      </p:sp>
    </p:spTree>
    <p:extLst>
      <p:ext uri="{BB962C8B-B14F-4D97-AF65-F5344CB8AC3E}">
        <p14:creationId xmlns:p14="http://schemas.microsoft.com/office/powerpoint/2010/main" val="946981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2026-10-29T04:54:21.5320000Z</dcterms:created>
  <dcterms:modified xsi:type="dcterms:W3CDTF">2026-10-29T04:54:21.5320000Z</dcterms:modified>
</coreProperties>
</file>