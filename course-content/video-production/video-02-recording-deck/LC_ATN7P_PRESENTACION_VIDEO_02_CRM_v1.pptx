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c59c143fcba407b" /><Relationship Type="http://schemas.openxmlformats.org/officeDocument/2006/relationships/extended-properties" Target="/docProps/app.xml" Id="R2e717bbdf533477b" /><Relationship Type="http://schemas.openxmlformats.org/officeDocument/2006/relationships/officeDocument" Target="/ppt/presentation.xml" Id="R1197d65d57514d82" /></Relationships>
</file>

<file path=ppt/presentation.xml><?xml version="1.0" encoding="utf-8"?>
<p:presentation xmlns:p="http://schemas.openxmlformats.org/presentationml/2006/main">
  <p:sldMasterIdLst>
    <p:sldMasterId xmlns:r="http://schemas.openxmlformats.org/officeDocument/2006/relationships" id="2147483648" r:id="R881e46c01e924161"/>
  </p:sldMasterIdLst>
  <p:notesMasterIdLst>
    <p:notesMasterId xmlns:r="http://schemas.openxmlformats.org/officeDocument/2006/relationships" r:id="R4c023e07a22246b5"/>
  </p:notesMasterIdLst>
  <p:sldIdLst>
    <p:sldId xmlns:r="http://schemas.openxmlformats.org/officeDocument/2006/relationships" id="256" r:id="Rc83c2257b8cc46ad"/>
    <p:sldId xmlns:r="http://schemas.openxmlformats.org/officeDocument/2006/relationships" id="257" r:id="R518f4f66bc024208"/>
    <p:sldId xmlns:r="http://schemas.openxmlformats.org/officeDocument/2006/relationships" id="258" r:id="R214d3c2e54504985"/>
    <p:sldId xmlns:r="http://schemas.openxmlformats.org/officeDocument/2006/relationships" id="259" r:id="R49db3689ba6f46ea"/>
    <p:sldId xmlns:r="http://schemas.openxmlformats.org/officeDocument/2006/relationships" id="260" r:id="R0c33040f22874862"/>
    <p:sldId xmlns:r="http://schemas.openxmlformats.org/officeDocument/2006/relationships" id="261" r:id="R2b168e0f302143bd"/>
    <p:sldId xmlns:r="http://schemas.openxmlformats.org/officeDocument/2006/relationships" id="262" r:id="Rf0426ca9e341499b"/>
    <p:sldId xmlns:r="http://schemas.openxmlformats.org/officeDocument/2006/relationships" id="263" r:id="R3f2fffc3e67040c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5e51f55f24a40c0" /><Relationship Type="http://schemas.openxmlformats.org/officeDocument/2006/relationships/slideMaster" Target="/ppt/slideMasters/slideMaster1.xml" Id="R881e46c01e924161" /><Relationship Type="http://schemas.openxmlformats.org/officeDocument/2006/relationships/notesMaster" Target="/ppt/notesMasters/notesMaster1.xml" Id="R4c023e07a22246b5" /><Relationship Type="http://schemas.openxmlformats.org/officeDocument/2006/relationships/presProps" Target="/ppt/presProps.xml" Id="R3968af8a65ac4fbd" /><Relationship Type="http://schemas.openxmlformats.org/officeDocument/2006/relationships/tableStyles" Target="/ppt/tableStyles.xml" Id="Rbbfc3ce240844d2f" /><Relationship Type="http://schemas.openxmlformats.org/officeDocument/2006/relationships/slide" Target="/ppt/slides/slide1.xml" Id="Rc83c2257b8cc46ad" /><Relationship Type="http://schemas.openxmlformats.org/officeDocument/2006/relationships/slide" Target="/ppt/slides/slide2.xml" Id="R518f4f66bc024208" /><Relationship Type="http://schemas.openxmlformats.org/officeDocument/2006/relationships/slide" Target="/ppt/slides/slide3.xml" Id="R214d3c2e54504985" /><Relationship Type="http://schemas.openxmlformats.org/officeDocument/2006/relationships/slide" Target="/ppt/slides/slide4.xml" Id="R49db3689ba6f46ea" /><Relationship Type="http://schemas.openxmlformats.org/officeDocument/2006/relationships/slide" Target="/ppt/slides/slide5.xml" Id="R0c33040f22874862" /><Relationship Type="http://schemas.openxmlformats.org/officeDocument/2006/relationships/slide" Target="/ppt/slides/slide6.xml" Id="R2b168e0f302143bd" /><Relationship Type="http://schemas.openxmlformats.org/officeDocument/2006/relationships/slide" Target="/ppt/slides/slide7.xml" Id="Rf0426ca9e341499b" /><Relationship Type="http://schemas.openxmlformats.org/officeDocument/2006/relationships/slide" Target="/ppt/slides/slide8.xml" Id="R3f2fffc3e67040c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3329eee2dff40d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9ea06dbcffc47be" /><Relationship Type="http://schemas.openxmlformats.org/officeDocument/2006/relationships/notesMaster" Target="/ppt/notesMasters/notesMaster1.xml" Id="R3eb897378342410f" /></Relationships>
</file>

<file path=ppt/notesSlides/_rels/notesSlide2.xml.rels>&#65279;<?xml version="1.0" encoding="utf-8"?><Relationships xmlns="http://schemas.openxmlformats.org/package/2006/relationships"><Relationship Type="http://schemas.openxmlformats.org/officeDocument/2006/relationships/slide" Target="/ppt/slides/slide2.xml" Id="Red2175b6265a40c8" /><Relationship Type="http://schemas.openxmlformats.org/officeDocument/2006/relationships/notesMaster" Target="/ppt/notesMasters/notesMaster1.xml" Id="Rd0dd9bb9bba443ce" /></Relationships>
</file>

<file path=ppt/notesSlides/_rels/notesSlide3.xml.rels>&#65279;<?xml version="1.0" encoding="utf-8"?><Relationships xmlns="http://schemas.openxmlformats.org/package/2006/relationships"><Relationship Type="http://schemas.openxmlformats.org/officeDocument/2006/relationships/slide" Target="/ppt/slides/slide3.xml" Id="R409e5b4f930a43c8" /><Relationship Type="http://schemas.openxmlformats.org/officeDocument/2006/relationships/notesMaster" Target="/ppt/notesMasters/notesMaster1.xml" Id="R5915b42183124e89" /></Relationships>
</file>

<file path=ppt/notesSlides/_rels/notesSlide4.xml.rels>&#65279;<?xml version="1.0" encoding="utf-8"?><Relationships xmlns="http://schemas.openxmlformats.org/package/2006/relationships"><Relationship Type="http://schemas.openxmlformats.org/officeDocument/2006/relationships/slide" Target="/ppt/slides/slide4.xml" Id="Rb2055036140d425f" /><Relationship Type="http://schemas.openxmlformats.org/officeDocument/2006/relationships/notesMaster" Target="/ppt/notesMasters/notesMaster1.xml" Id="R09bd2d7d27374883" /></Relationships>
</file>

<file path=ppt/notesSlides/_rels/notesSlide5.xml.rels>&#65279;<?xml version="1.0" encoding="utf-8"?><Relationships xmlns="http://schemas.openxmlformats.org/package/2006/relationships"><Relationship Type="http://schemas.openxmlformats.org/officeDocument/2006/relationships/slide" Target="/ppt/slides/slide5.xml" Id="Rbb5f6879bab44df2" /><Relationship Type="http://schemas.openxmlformats.org/officeDocument/2006/relationships/notesMaster" Target="/ppt/notesMasters/notesMaster1.xml" Id="R33382260ab99405c" /></Relationships>
</file>

<file path=ppt/notesSlides/_rels/notesSlide6.xml.rels>&#65279;<?xml version="1.0" encoding="utf-8"?><Relationships xmlns="http://schemas.openxmlformats.org/package/2006/relationships"><Relationship Type="http://schemas.openxmlformats.org/officeDocument/2006/relationships/slide" Target="/ppt/slides/slide6.xml" Id="R6ae94f8186f943a2" /><Relationship Type="http://schemas.openxmlformats.org/officeDocument/2006/relationships/notesMaster" Target="/ppt/notesMasters/notesMaster1.xml" Id="Ra828510f5b33479c" /></Relationships>
</file>

<file path=ppt/notesSlides/_rels/notesSlide7.xml.rels>&#65279;<?xml version="1.0" encoding="utf-8"?><Relationships xmlns="http://schemas.openxmlformats.org/package/2006/relationships"><Relationship Type="http://schemas.openxmlformats.org/officeDocument/2006/relationships/slide" Target="/ppt/slides/slide7.xml" Id="Re5aded01fdda4870" /><Relationship Type="http://schemas.openxmlformats.org/officeDocument/2006/relationships/notesMaster" Target="/ppt/notesMasters/notesMaster1.xml" Id="Rde80f7318c544e68" /></Relationships>
</file>

<file path=ppt/notesSlides/_rels/notesSlide8.xml.rels>&#65279;<?xml version="1.0" encoding="utf-8"?><Relationships xmlns="http://schemas.openxmlformats.org/package/2006/relationships"><Relationship Type="http://schemas.openxmlformats.org/officeDocument/2006/relationships/slide" Target="/ppt/slides/slide8.xml" Id="R0e57b3a85344426c" /><Relationship Type="http://schemas.openxmlformats.org/officeDocument/2006/relationships/notesMaster" Target="/ppt/notesMasters/notesMaster1.xml" Id="R2c8e49f1b9104f1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00:00–00:55. En el Paso 1 identificaste procesos repetitivos, mapeaste uno y elegiste un primer candidato. Ahora necesitamos que la información deje de depender de la memoria, mensajes sueltos o una libreta que solo una persona entiende. Este es el Paso 2 de Automatiza tu Negocio en 7 Pasos. Construiremos un CRM sencillo con la hoja 2 CRM del workbook y trabajaremos exclusivamente con datos ficticios. Al terminar tendrás cinco registros, etapas consistentes y un próximo paso visible para cada caso. Fuente interna: guion vigente del Video 02 en Google Drive.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00:55–02:20. Las consultas pueden llegar por correo, formulario, redes sociales y recomendaciones. Si cada conversación queda en un lugar diferente, se pierde quién respondió, qué pidió la persona y cuándo corresponde retomar el contacto. Un CRM reúne la información mínima para que el seguimiento sea consistente. Cada fila representa una oportunidad ficticia, cada etapa describe un hecho observable y cada próximo paso indica una acción, una fecha y una persona responsable. No copies contactos reales ni datos sensibles. Fuente interna: guion vigente del Video 02 y Módulo 2 del PR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02:20–04:25. La hoja 2 CRM contiene diez columnas: Lead ID, Nombre ficticio, Origen, Interés, Etapa, Último contacto, Próximo paso, Fecha próxima, Responsable y Observación. No agregues columnas por costumbre. Cada dato debe tener un propósito claro. La columna Observación no sirve para copiar conversaciones completas. No guardes contraseñas, datos de tarjetas, documentos de identidad, antecedentes sensibles ni información innecesaria. Pausa el video y ubica los diez campos en el workbook. Fuente interna: guion vigente del Video 02 y workbook del PR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04:25–06:30. La lista desplegable contiene seis etapas: Nuevo, Contactado, Calificado, Oferta, Cerrado y Descartado. Cada etapa describe un hecho observable. Evita estados ambiguos como interesante, casi listo o ver después. El workbook no tiene una etapa separada para en pausa. Si un caso debe revisarse más adelante, conserva su etapa actual, escribe el motivo mínimo en Observación y define una Fecha próxima. No cambies la etapa automáticamente solo porque pasó tiempo. La decisión conserva revisión humana. Fuente interna: guion vigente del Video 02 y workbook del PR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06:30–08:45. Completa cinco filas con datos inventados. Varía el origen, el interés y la etapa. En cada fila escribe un próximo paso concreto. Hacer seguimiento es demasiado amplio. Prefiere acciones como revisar datos mínimos, preparar borrador de respuesta o evaluar una oferta en una reunión interna. Agrega una Fecha próxima y un responsable. Mantén el mismo formato de fecha y usa Observación solo para contexto indispensable. Pausa el video hasta completar los cinco registros. Confirma que cada Lead ID sea único y que ninguna celda contenga información real. Fuente interna: guion vigente del Video 02 y Módulo 2 del PR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08:45–10:15. Una base es útil cuando permite responder preguntas. Usa los filtros para ver los registros de cada etapa, las fechas próximas pendientes y las personas responsables. Este workbook no calcula un dashboard comercial automático. La vista de control consiste en ordenar y filtrar filas para encontrar lo que requiere atención. Con cinco registros ficticios no corresponde calcular conversión, ventas proyectadas ni beneficios económicos. Prueba dos acciones: filtra por una etapa y ordena por Fecha próxima. Si puedes identificar qué revisar y quién es responsable, la base ya cumple su función inicial. Fuente interna: guion vigente del Video 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10:15–11:45. El CRM puede recibir información desde formularios, agenda, correo o mensajería, y después alimentar reportes o recordatorios. Ese conjunto forma el ecosistema digital. Dibuja el recorrido: canales de entrada, CRM, responsable, próximo paso y resultado. Por ahora las conexiones solo describen el proceso. No significan que las herramientas estén integradas. Elige una fuente de verdad para cada dato. La etapa, la Fecha próxima y el Próximo paso deben mantenerse en el CRM, no en varias copias contradictorias. Antes de integrar herramientas, pregunta qué sistema crea el dato, dónde se actualiza, quién puede verlo y qué ocurre si falla una conexión. Fuente interna: guion vigente del Video 02 y presentación histórica MÓDULO 2 consultada solo como referencia conceptual.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11:45–12:45. Revisa tu entrega. Debes tener cinco registros ficticios y, en cada fila, una etapa válida, un Próximo paso escrito con verbo, una Fecha próxima y una persona responsable. Confirma que los identificadores sean únicos, que puedas filtrar la tabla y que no aparezcan datos reales ni campos innecesarios. Guarda esta versión como evidencia del Paso 2. No actives formularios, mensajes ni integraciones productivas. En el Paso 3 usaremos inteligencia artificial para redactar y documentar tareas con mejores instrucciones, siempre con ejemplos ficticios y revisión humana. Fuente interna: guion vigente del Video 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737fc4bf198440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979391586fb425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a50e3425b1847f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dc0250c1f19437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6fd68ce69c1417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4f3aa749e0e4a1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166175B-AB19-4E1A-8DFB-A5BDAEC5469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59889F4-868E-4CBC-80C0-7552F856725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F437EDB-0425-4E0E-832B-719196E615E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BD00FA7-ECC1-4D6E-8917-096ED2A45BF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6D20B2A-A062-4963-9A49-94022378B09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92E3044-0971-4524-8849-F2D46BD5398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BA96F76-6F92-4114-BDC2-ED57EFEEEFA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512BB17-1F47-4ECE-936B-A5E10554A58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2747C9A-F842-4383-ACE3-0D025FCAC17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30FACD7-6E92-4208-86E3-9A64731E351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909d6c3ac244e78" /><Relationship Type="http://schemas.openxmlformats.org/officeDocument/2006/relationships/slideLayout" Target="/ppt/slideLayouts/slideLayout1.xml" Id="Rf2fb37c53e1347af" /><Relationship Type="http://schemas.openxmlformats.org/officeDocument/2006/relationships/slideLayout" Target="/ppt/slideLayouts/slideLayout2.xml" Id="R798ebf7e4a954d01" /><Relationship Type="http://schemas.openxmlformats.org/officeDocument/2006/relationships/slideLayout" Target="/ppt/slideLayouts/slideLayout3.xml" Id="R3b1dfc8e2c854bf0" /><Relationship Type="http://schemas.openxmlformats.org/officeDocument/2006/relationships/slideLayout" Target="/ppt/slideLayouts/slideLayout4.xml" Id="R13c62ee2e6554707" /><Relationship Type="http://schemas.openxmlformats.org/officeDocument/2006/relationships/slideLayout" Target="/ppt/slideLayouts/slideLayout5.xml" Id="R9e91c970211d4e00" /><Relationship Type="http://schemas.openxmlformats.org/officeDocument/2006/relationships/slideLayout" Target="/ppt/slideLayouts/slideLayout6.xml" Id="Rd7ae9d91c0de456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2fb37c53e1347af"/>
    <p:sldLayoutId xmlns:r="http://schemas.openxmlformats.org/officeDocument/2006/relationships" id="2147483650" r:id="R798ebf7e4a954d01"/>
    <p:sldLayoutId xmlns:r="http://schemas.openxmlformats.org/officeDocument/2006/relationships" id="2147483651" r:id="R3b1dfc8e2c854bf0"/>
    <p:sldLayoutId xmlns:r="http://schemas.openxmlformats.org/officeDocument/2006/relationships" id="2147483652" r:id="R13c62ee2e6554707"/>
    <p:sldLayoutId xmlns:r="http://schemas.openxmlformats.org/officeDocument/2006/relationships" id="2147483653" r:id="R9e91c970211d4e00"/>
    <p:sldLayoutId xmlns:r="http://schemas.openxmlformats.org/officeDocument/2006/relationships" id="2147483654" r:id="Rd7ae9d91c0de456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babbc239fc74118" /><Relationship Type="http://schemas.openxmlformats.org/officeDocument/2006/relationships/notesSlide" Target="/ppt/notesSlides/notesSlide1.xml" Id="R4a88bd98ae7e467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f82d007ab15411f" /><Relationship Type="http://schemas.openxmlformats.org/officeDocument/2006/relationships/notesSlide" Target="/ppt/notesSlides/notesSlide2.xml" Id="R6c85091b7968468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0c7047e40b44665" /><Relationship Type="http://schemas.openxmlformats.org/officeDocument/2006/relationships/notesSlide" Target="/ppt/notesSlides/notesSlide3.xml" Id="Re911c0235c594dd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64825c341354460" /><Relationship Type="http://schemas.openxmlformats.org/officeDocument/2006/relationships/notesSlide" Target="/ppt/notesSlides/notesSlide4.xml" Id="R4f3e2feed90a4db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3505d11e8d641ba" /><Relationship Type="http://schemas.openxmlformats.org/officeDocument/2006/relationships/notesSlide" Target="/ppt/notesSlides/notesSlide5.xml" Id="Raaf930a636fd4c5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2a5f157fca94834" /><Relationship Type="http://schemas.openxmlformats.org/officeDocument/2006/relationships/notesSlide" Target="/ppt/notesSlides/notesSlide6.xml" Id="R9b6e7b87971e40c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2938f50615b4302" /><Relationship Type="http://schemas.openxmlformats.org/officeDocument/2006/relationships/notesSlide" Target="/ppt/notesSlides/notesSlide7.xml" Id="Rec61e257d3064e1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aabb919ab604b8a" /><Relationship Type="http://schemas.openxmlformats.org/officeDocument/2006/relationships/notesSlide" Target="/ppt/notesSlides/notesSlide8.xml" Id="Rfd0ddacfbe8a4e63" /></Relationships>
</file>

<file path=ppt/slides/slide1.xml><?xml version="1.0" encoding="utf-8"?>
<p:sld xmlns:p="http://schemas.openxmlformats.org/presentationml/2006/main">
  <p:cSld>
    <p:bg>
      <p:bgPr>
        <a:solidFill xmlns:a="http://schemas.openxmlformats.org/drawingml/2006/main">
          <a:srgbClr val="003366"/>
        </a:solidFill>
      </p:bgPr>
    </p:bg>
    <p:spTree>
      <p:nvGrpSpPr>
        <p:cNvPr id="1" name=""/>
        <p:cNvGrpSpPr/>
        <p:nvPr/>
      </p:nvGrpSpPr>
      <p:grpSpPr>
        <a:xfrm xmlns:a="http://schemas.openxmlformats.org/drawingml/2006/main"/>
      </p:grpSpPr>
      <p:sp>
        <p:nvSpPr>
          <p:cNvPr id="10" name="cover-cyan-band">
            <a:extLst xmlns:a="http://schemas.openxmlformats.org/drawingml/2006/main">
              <a:ext uri="{FF2B5EF4-FFF2-40B4-BE49-F238E27FC236}">
                <a16:creationId xmlns:a16="http://schemas.microsoft.com/office/drawing/2014/main" id="{B47E8D82-93A7-47D8-826C-E88CB910919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19A7CE"/>
          </a:solidFill>
          <a:ln xmlns:a="http://schemas.openxmlformats.org/drawingml/2006/main" w="0">
            <a:noFill/>
            <a:prstDash val="solid"/>
          </a:ln>
        </p:spPr>
      </p:sp>
      <p:sp>
        <p:nvSpPr>
          <p:cNvPr id="2" name="cover-brand">
            <a:extLst xmlns:a="http://schemas.openxmlformats.org/drawingml/2006/main">
              <a:ext uri="{FF2B5EF4-FFF2-40B4-BE49-F238E27FC236}">
                <a16:creationId xmlns:a16="http://schemas.microsoft.com/office/drawing/2014/main" id="{EFC6BD6A-003C-4191-BDE3-696FABFD678E}"/>
              </a:ext>
            </a:extLst>
          </p:cNvPr>
          <p:cNvSpPr>
            <a:spLocks xmlns:a="http://schemas.openxmlformats.org/drawingml/2006/main" noGrp="1"/>
          </p:cNvSpPr>
          <p:nvPr/>
        </p:nvSpPr>
        <p:spPr>
          <a:xfrm xmlns:a="http://schemas.openxmlformats.org/drawingml/2006/main">
            <a:off x="723900" y="6477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1" i="0">
                <a:solidFill>
                  <a:srgbClr val="FFFFFF"/>
                </a:solidFill>
                <a:latin typeface="Aptos"/>
                <a:ea typeface="Aptos"/>
                <a:cs typeface="Aptos"/>
              </a:defRPr>
            </a:defPPr>
            <a:lvl1pPr algn="l">
              <a:defRPr sz="1125" b="1" i="0">
                <a:solidFill>
                  <a:srgbClr val="FFFFFF"/>
                </a:solidFill>
                <a:latin typeface="Aptos"/>
                <a:ea typeface="Aptos"/>
                <a:cs typeface="Aptos"/>
              </a:defRPr>
            </a:lvl1pPr>
            <a:lvl2pPr algn="l">
              <a:defRPr sz="1125" b="1" i="0">
                <a:solidFill>
                  <a:srgbClr val="FFFFFF"/>
                </a:solidFill>
                <a:latin typeface="Aptos"/>
                <a:ea typeface="Aptos"/>
                <a:cs typeface="Aptos"/>
              </a:defRPr>
            </a:lvl2pPr>
            <a:lvl3pPr algn="l">
              <a:defRPr sz="1125" b="1" i="0">
                <a:solidFill>
                  <a:srgbClr val="FFFFFF"/>
                </a:solidFill>
                <a:latin typeface="Aptos"/>
                <a:ea typeface="Aptos"/>
                <a:cs typeface="Aptos"/>
              </a:defRPr>
            </a:lvl3pPr>
            <a:lvl4pPr algn="l">
              <a:defRPr sz="1125" b="1" i="0">
                <a:solidFill>
                  <a:srgbClr val="FFFFFF"/>
                </a:solidFill>
                <a:latin typeface="Aptos"/>
                <a:ea typeface="Aptos"/>
                <a:cs typeface="Aptos"/>
              </a:defRPr>
            </a:lvl4pPr>
            <a:lvl5pPr algn="l">
              <a:defRPr sz="1125" b="1" i="0">
                <a:solidFill>
                  <a:srgbClr val="FFFFFF"/>
                </a:solidFill>
                <a:latin typeface="Aptos"/>
                <a:ea typeface="Aptos"/>
                <a:cs typeface="Aptos"/>
              </a:defRPr>
            </a:lvl5pPr>
            <a:lvl6pPr algn="l">
              <a:defRPr sz="1125" b="1" i="0">
                <a:solidFill>
                  <a:srgbClr val="FFFFFF"/>
                </a:solidFill>
                <a:latin typeface="Aptos"/>
                <a:ea typeface="Aptos"/>
                <a:cs typeface="Aptos"/>
              </a:defRPr>
            </a:lvl6pPr>
            <a:lvl7pPr algn="l">
              <a:defRPr sz="1125" b="1" i="0">
                <a:solidFill>
                  <a:srgbClr val="FFFFFF"/>
                </a:solidFill>
                <a:latin typeface="Aptos"/>
                <a:ea typeface="Aptos"/>
                <a:cs typeface="Aptos"/>
              </a:defRPr>
            </a:lvl7pPr>
            <a:lvl8pPr algn="l">
              <a:defRPr sz="1125" b="1" i="0">
                <a:solidFill>
                  <a:srgbClr val="FFFFFF"/>
                </a:solidFill>
                <a:latin typeface="Aptos"/>
                <a:ea typeface="Aptos"/>
                <a:cs typeface="Aptos"/>
              </a:defRPr>
            </a:lvl8pPr>
            <a:lvl9pPr algn="l">
              <a:defRPr sz="1125" b="1" i="0">
                <a:solidFill>
                  <a:srgbClr val="FFFFFF"/>
                </a:solidFill>
                <a:latin typeface="Aptos"/>
                <a:ea typeface="Aptos"/>
                <a:cs typeface="Aptos"/>
              </a:defRPr>
            </a:lvl9pPr>
          </a:lstStyle>
          <a:p xmlns:a="http://schemas.openxmlformats.org/drawingml/2006/main">
            <a:pPr algn="l">
              <a:defRPr sz="1125" b="1" i="0">
                <a:solidFill>
                  <a:srgbClr val="FFFFFF"/>
                </a:solidFill>
                <a:latin typeface="Aptos"/>
                <a:ea typeface="Aptos"/>
                <a:cs typeface="Aptos"/>
              </a:defRPr>
            </a:pPr>
            <a:r>
              <a:rPr sz="1125" b="1" i="0">
                <a:solidFill>
                  <a:srgbClr val="FFFFFF"/>
                </a:solidFill>
                <a:latin typeface="Aptos"/>
                <a:ea typeface="Aptos"/>
                <a:cs typeface="Aptos"/>
              </a:rPr>
              <a:t>LANGUAGE CENTER CHILE</a:t>
            </a:r>
          </a:p>
        </p:txBody>
      </p:sp>
      <p:sp>
        <p:nvSpPr>
          <p:cNvPr id="3" name="cover-title">
            <a:extLst xmlns:a="http://schemas.openxmlformats.org/drawingml/2006/main">
              <a:ext uri="{FF2B5EF4-FFF2-40B4-BE49-F238E27FC236}">
                <a16:creationId xmlns:a16="http://schemas.microsoft.com/office/drawing/2014/main" id="{9FDEC204-8A9C-4559-86F2-142DD3A19F59}"/>
              </a:ext>
            </a:extLst>
          </p:cNvPr>
          <p:cNvSpPr>
            <a:spLocks xmlns:a="http://schemas.openxmlformats.org/drawingml/2006/main" noGrp="1"/>
          </p:cNvSpPr>
          <p:nvPr/>
        </p:nvSpPr>
        <p:spPr>
          <a:xfrm xmlns:a="http://schemas.openxmlformats.org/drawingml/2006/main">
            <a:off x="723900" y="1676400"/>
            <a:ext cx="75247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750" b="1" i="0">
                <a:solidFill>
                  <a:srgbClr val="FFFFFF"/>
                </a:solidFill>
                <a:latin typeface="Aptos"/>
                <a:ea typeface="Aptos"/>
                <a:cs typeface="Aptos"/>
              </a:defRPr>
            </a:defPPr>
            <a:lvl1pPr algn="l">
              <a:defRPr sz="3750" b="1" i="0">
                <a:solidFill>
                  <a:srgbClr val="FFFFFF"/>
                </a:solidFill>
                <a:latin typeface="Aptos"/>
                <a:ea typeface="Aptos"/>
                <a:cs typeface="Aptos"/>
              </a:defRPr>
            </a:lvl1pPr>
            <a:lvl2pPr algn="l">
              <a:defRPr sz="3750" b="1" i="0">
                <a:solidFill>
                  <a:srgbClr val="FFFFFF"/>
                </a:solidFill>
                <a:latin typeface="Aptos"/>
                <a:ea typeface="Aptos"/>
                <a:cs typeface="Aptos"/>
              </a:defRPr>
            </a:lvl2pPr>
            <a:lvl3pPr algn="l">
              <a:defRPr sz="3750" b="1" i="0">
                <a:solidFill>
                  <a:srgbClr val="FFFFFF"/>
                </a:solidFill>
                <a:latin typeface="Aptos"/>
                <a:ea typeface="Aptos"/>
                <a:cs typeface="Aptos"/>
              </a:defRPr>
            </a:lvl3pPr>
            <a:lvl4pPr algn="l">
              <a:defRPr sz="3750" b="1" i="0">
                <a:solidFill>
                  <a:srgbClr val="FFFFFF"/>
                </a:solidFill>
                <a:latin typeface="Aptos"/>
                <a:ea typeface="Aptos"/>
                <a:cs typeface="Aptos"/>
              </a:defRPr>
            </a:lvl4pPr>
            <a:lvl5pPr algn="l">
              <a:defRPr sz="3750" b="1" i="0">
                <a:solidFill>
                  <a:srgbClr val="FFFFFF"/>
                </a:solidFill>
                <a:latin typeface="Aptos"/>
                <a:ea typeface="Aptos"/>
                <a:cs typeface="Aptos"/>
              </a:defRPr>
            </a:lvl5pPr>
            <a:lvl6pPr algn="l">
              <a:defRPr sz="3750" b="1" i="0">
                <a:solidFill>
                  <a:srgbClr val="FFFFFF"/>
                </a:solidFill>
                <a:latin typeface="Aptos"/>
                <a:ea typeface="Aptos"/>
                <a:cs typeface="Aptos"/>
              </a:defRPr>
            </a:lvl6pPr>
            <a:lvl7pPr algn="l">
              <a:defRPr sz="3750" b="1" i="0">
                <a:solidFill>
                  <a:srgbClr val="FFFFFF"/>
                </a:solidFill>
                <a:latin typeface="Aptos"/>
                <a:ea typeface="Aptos"/>
                <a:cs typeface="Aptos"/>
              </a:defRPr>
            </a:lvl7pPr>
            <a:lvl8pPr algn="l">
              <a:defRPr sz="3750" b="1" i="0">
                <a:solidFill>
                  <a:srgbClr val="FFFFFF"/>
                </a:solidFill>
                <a:latin typeface="Aptos"/>
                <a:ea typeface="Aptos"/>
                <a:cs typeface="Aptos"/>
              </a:defRPr>
            </a:lvl8pPr>
            <a:lvl9pPr algn="l">
              <a:defRPr sz="3750" b="1" i="0">
                <a:solidFill>
                  <a:srgbClr val="FFFFFF"/>
                </a:solidFill>
                <a:latin typeface="Aptos"/>
                <a:ea typeface="Aptos"/>
                <a:cs typeface="Aptos"/>
              </a:defRPr>
            </a:lvl9pPr>
          </a:lstStyle>
          <a:p xmlns:a="http://schemas.openxmlformats.org/drawingml/2006/main">
            <a:pPr algn="l">
              <a:defRPr sz="3750" b="1" i="0">
                <a:solidFill>
                  <a:srgbClr val="FFFFFF"/>
                </a:solidFill>
                <a:latin typeface="Aptos"/>
                <a:ea typeface="Aptos"/>
                <a:cs typeface="Aptos"/>
              </a:defRPr>
            </a:pPr>
            <a:r>
              <a:rPr sz="3750" b="1" i="0">
                <a:solidFill>
                  <a:srgbClr val="FFFFFF"/>
                </a:solidFill>
                <a:latin typeface="Aptos"/>
                <a:ea typeface="Aptos"/>
                <a:cs typeface="Aptos"/>
              </a:rPr>
              <a:t>Paso 2</a:t>
            </a:r>
          </a:p>
          <a:p xmlns:a="http://schemas.openxmlformats.org/drawingml/2006/main">
            <a:pPr algn="l">
              <a:defRPr sz="3750" b="1" i="0">
                <a:solidFill>
                  <a:srgbClr val="FFFFFF"/>
                </a:solidFill>
                <a:latin typeface="Aptos"/>
                <a:ea typeface="Aptos"/>
                <a:cs typeface="Aptos"/>
              </a:defRPr>
            </a:pPr>
            <a:r>
              <a:rPr sz="3750" b="1" i="0">
                <a:solidFill>
                  <a:srgbClr val="FFFFFF"/>
                </a:solidFill>
                <a:latin typeface="Aptos"/>
                <a:ea typeface="Aptos"/>
                <a:cs typeface="Aptos"/>
              </a:rPr>
              <a:t>CRM y ecosistema digital</a:t>
            </a:r>
          </a:p>
        </p:txBody>
      </p:sp>
      <p:sp>
        <p:nvSpPr>
          <p:cNvPr id="4" name="cover-subtitle">
            <a:extLst xmlns:a="http://schemas.openxmlformats.org/drawingml/2006/main">
              <a:ext uri="{FF2B5EF4-FFF2-40B4-BE49-F238E27FC236}">
                <a16:creationId xmlns:a16="http://schemas.microsoft.com/office/drawing/2014/main" id="{73D08623-56FF-44F2-807B-DB659EA491EF}"/>
              </a:ext>
            </a:extLst>
          </p:cNvPr>
          <p:cNvSpPr>
            <a:spLocks xmlns:a="http://schemas.openxmlformats.org/drawingml/2006/main" noGrp="1"/>
          </p:cNvSpPr>
          <p:nvPr/>
        </p:nvSpPr>
        <p:spPr>
          <a:xfrm xmlns:a="http://schemas.openxmlformats.org/drawingml/2006/main">
            <a:off x="762000" y="3676650"/>
            <a:ext cx="676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00" b="0" i="0">
                <a:solidFill>
                  <a:srgbClr val="EAF4F8"/>
                </a:solidFill>
                <a:latin typeface="Aptos"/>
                <a:ea typeface="Aptos"/>
                <a:cs typeface="Aptos"/>
              </a:defRPr>
            </a:defPPr>
            <a:lvl1pPr algn="l">
              <a:defRPr sz="1800" b="0" i="0">
                <a:solidFill>
                  <a:srgbClr val="EAF4F8"/>
                </a:solidFill>
                <a:latin typeface="Aptos"/>
                <a:ea typeface="Aptos"/>
                <a:cs typeface="Aptos"/>
              </a:defRPr>
            </a:lvl1pPr>
            <a:lvl2pPr algn="l">
              <a:defRPr sz="1800" b="0" i="0">
                <a:solidFill>
                  <a:srgbClr val="EAF4F8"/>
                </a:solidFill>
                <a:latin typeface="Aptos"/>
                <a:ea typeface="Aptos"/>
                <a:cs typeface="Aptos"/>
              </a:defRPr>
            </a:lvl2pPr>
            <a:lvl3pPr algn="l">
              <a:defRPr sz="1800" b="0" i="0">
                <a:solidFill>
                  <a:srgbClr val="EAF4F8"/>
                </a:solidFill>
                <a:latin typeface="Aptos"/>
                <a:ea typeface="Aptos"/>
                <a:cs typeface="Aptos"/>
              </a:defRPr>
            </a:lvl3pPr>
            <a:lvl4pPr algn="l">
              <a:defRPr sz="1800" b="0" i="0">
                <a:solidFill>
                  <a:srgbClr val="EAF4F8"/>
                </a:solidFill>
                <a:latin typeface="Aptos"/>
                <a:ea typeface="Aptos"/>
                <a:cs typeface="Aptos"/>
              </a:defRPr>
            </a:lvl4pPr>
            <a:lvl5pPr algn="l">
              <a:defRPr sz="1800" b="0" i="0">
                <a:solidFill>
                  <a:srgbClr val="EAF4F8"/>
                </a:solidFill>
                <a:latin typeface="Aptos"/>
                <a:ea typeface="Aptos"/>
                <a:cs typeface="Aptos"/>
              </a:defRPr>
            </a:lvl5pPr>
            <a:lvl6pPr algn="l">
              <a:defRPr sz="1800" b="0" i="0">
                <a:solidFill>
                  <a:srgbClr val="EAF4F8"/>
                </a:solidFill>
                <a:latin typeface="Aptos"/>
                <a:ea typeface="Aptos"/>
                <a:cs typeface="Aptos"/>
              </a:defRPr>
            </a:lvl6pPr>
            <a:lvl7pPr algn="l">
              <a:defRPr sz="1800" b="0" i="0">
                <a:solidFill>
                  <a:srgbClr val="EAF4F8"/>
                </a:solidFill>
                <a:latin typeface="Aptos"/>
                <a:ea typeface="Aptos"/>
                <a:cs typeface="Aptos"/>
              </a:defRPr>
            </a:lvl7pPr>
            <a:lvl8pPr algn="l">
              <a:defRPr sz="1800" b="0" i="0">
                <a:solidFill>
                  <a:srgbClr val="EAF4F8"/>
                </a:solidFill>
                <a:latin typeface="Aptos"/>
                <a:ea typeface="Aptos"/>
                <a:cs typeface="Aptos"/>
              </a:defRPr>
            </a:lvl8pPr>
            <a:lvl9pPr algn="l">
              <a:defRPr sz="1800" b="0" i="0">
                <a:solidFill>
                  <a:srgbClr val="EAF4F8"/>
                </a:solidFill>
                <a:latin typeface="Aptos"/>
                <a:ea typeface="Aptos"/>
                <a:cs typeface="Aptos"/>
              </a:defRPr>
            </a:lvl9pPr>
          </a:lstStyle>
          <a:p xmlns:a="http://schemas.openxmlformats.org/drawingml/2006/main">
            <a:pPr algn="l">
              <a:defRPr sz="1800" b="0" i="0">
                <a:solidFill>
                  <a:srgbClr val="EAF4F8"/>
                </a:solidFill>
                <a:latin typeface="Aptos"/>
                <a:ea typeface="Aptos"/>
                <a:cs typeface="Aptos"/>
              </a:defRPr>
            </a:pPr>
            <a:r>
              <a:rPr sz="1800" b="0" i="0">
                <a:solidFill>
                  <a:srgbClr val="EAF4F8"/>
                </a:solidFill>
                <a:latin typeface="Aptos"/>
                <a:ea typeface="Aptos"/>
                <a:cs typeface="Aptos"/>
              </a:rPr>
              <a:t>Un seguimiento visible con datos ficticios</a:t>
            </a:r>
          </a:p>
        </p:txBody>
      </p:sp>
      <p:sp>
        <p:nvSpPr>
          <p:cNvPr id="5" name="cover-rule">
            <a:extLst xmlns:a="http://schemas.openxmlformats.org/drawingml/2006/main">
              <a:ext uri="{FF2B5EF4-FFF2-40B4-BE49-F238E27FC236}">
                <a16:creationId xmlns:a16="http://schemas.microsoft.com/office/drawing/2014/main" id="{E56D47D6-31A1-4487-9B8C-625A0123E01F}"/>
              </a:ext>
            </a:extLst>
          </p:cNvPr>
          <p:cNvSpPr>
            <a:spLocks xmlns:a="http://schemas.openxmlformats.org/drawingml/2006/main" noGrp="1"/>
          </p:cNvSpPr>
          <p:nvPr/>
        </p:nvSpPr>
        <p:spPr>
          <a:xfrm xmlns:a="http://schemas.openxmlformats.org/drawingml/2006/main">
            <a:off x="762000" y="4324350"/>
            <a:ext cx="1428750" cy="57150"/>
          </a:xfrm>
          <a:prstGeom xmlns:a="http://schemas.openxmlformats.org/drawingml/2006/main" prst="rect">
            <a:avLst/>
          </a:prstGeom>
          <a:solidFill xmlns:a="http://schemas.openxmlformats.org/drawingml/2006/main">
            <a:srgbClr val="19A7CE"/>
          </a:solidFill>
          <a:ln xmlns:a="http://schemas.openxmlformats.org/drawingml/2006/main" w="0">
            <a:noFill/>
            <a:prstDash val="solid"/>
          </a:ln>
        </p:spPr>
      </p:sp>
      <p:sp>
        <p:nvSpPr>
          <p:cNvPr id="6" name="cover-meta">
            <a:extLst xmlns:a="http://schemas.openxmlformats.org/drawingml/2006/main">
              <a:ext uri="{FF2B5EF4-FFF2-40B4-BE49-F238E27FC236}">
                <a16:creationId xmlns:a16="http://schemas.microsoft.com/office/drawing/2014/main" id="{45369A11-0AB7-4086-86D5-C9985895D870}"/>
              </a:ext>
            </a:extLst>
          </p:cNvPr>
          <p:cNvSpPr>
            <a:spLocks xmlns:a="http://schemas.openxmlformats.org/drawingml/2006/main" noGrp="1"/>
          </p:cNvSpPr>
          <p:nvPr/>
        </p:nvSpPr>
        <p:spPr>
          <a:xfrm xmlns:a="http://schemas.openxmlformats.org/drawingml/2006/main">
            <a:off x="762000" y="4629150"/>
            <a:ext cx="581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00" b="0" i="0">
                <a:solidFill>
                  <a:srgbClr val="FFFFFF"/>
                </a:solidFill>
                <a:latin typeface="Aptos"/>
                <a:ea typeface="Aptos"/>
                <a:cs typeface="Aptos"/>
              </a:defRPr>
            </a:defPPr>
            <a:lvl1pPr algn="l">
              <a:defRPr sz="1200" b="0" i="0">
                <a:solidFill>
                  <a:srgbClr val="FFFFFF"/>
                </a:solidFill>
                <a:latin typeface="Aptos"/>
                <a:ea typeface="Aptos"/>
                <a:cs typeface="Aptos"/>
              </a:defRPr>
            </a:lvl1pPr>
            <a:lvl2pPr algn="l">
              <a:defRPr sz="1200" b="0" i="0">
                <a:solidFill>
                  <a:srgbClr val="FFFFFF"/>
                </a:solidFill>
                <a:latin typeface="Aptos"/>
                <a:ea typeface="Aptos"/>
                <a:cs typeface="Aptos"/>
              </a:defRPr>
            </a:lvl2pPr>
            <a:lvl3pPr algn="l">
              <a:defRPr sz="1200" b="0" i="0">
                <a:solidFill>
                  <a:srgbClr val="FFFFFF"/>
                </a:solidFill>
                <a:latin typeface="Aptos"/>
                <a:ea typeface="Aptos"/>
                <a:cs typeface="Aptos"/>
              </a:defRPr>
            </a:lvl3pPr>
            <a:lvl4pPr algn="l">
              <a:defRPr sz="1200" b="0" i="0">
                <a:solidFill>
                  <a:srgbClr val="FFFFFF"/>
                </a:solidFill>
                <a:latin typeface="Aptos"/>
                <a:ea typeface="Aptos"/>
                <a:cs typeface="Aptos"/>
              </a:defRPr>
            </a:lvl4pPr>
            <a:lvl5pPr algn="l">
              <a:defRPr sz="1200" b="0" i="0">
                <a:solidFill>
                  <a:srgbClr val="FFFFFF"/>
                </a:solidFill>
                <a:latin typeface="Aptos"/>
                <a:ea typeface="Aptos"/>
                <a:cs typeface="Aptos"/>
              </a:defRPr>
            </a:lvl5pPr>
            <a:lvl6pPr algn="l">
              <a:defRPr sz="1200" b="0" i="0">
                <a:solidFill>
                  <a:srgbClr val="FFFFFF"/>
                </a:solidFill>
                <a:latin typeface="Aptos"/>
                <a:ea typeface="Aptos"/>
                <a:cs typeface="Aptos"/>
              </a:defRPr>
            </a:lvl6pPr>
            <a:lvl7pPr algn="l">
              <a:defRPr sz="1200" b="0" i="0">
                <a:solidFill>
                  <a:srgbClr val="FFFFFF"/>
                </a:solidFill>
                <a:latin typeface="Aptos"/>
                <a:ea typeface="Aptos"/>
                <a:cs typeface="Aptos"/>
              </a:defRPr>
            </a:lvl7pPr>
            <a:lvl8pPr algn="l">
              <a:defRPr sz="1200" b="0" i="0">
                <a:solidFill>
                  <a:srgbClr val="FFFFFF"/>
                </a:solidFill>
                <a:latin typeface="Aptos"/>
                <a:ea typeface="Aptos"/>
                <a:cs typeface="Aptos"/>
              </a:defRPr>
            </a:lvl8pPr>
            <a:lvl9pPr algn="l">
              <a:defRPr sz="1200" b="0" i="0">
                <a:solidFill>
                  <a:srgbClr val="FFFFFF"/>
                </a:solidFill>
                <a:latin typeface="Aptos"/>
                <a:ea typeface="Aptos"/>
                <a:cs typeface="Aptos"/>
              </a:defRPr>
            </a:lvl9pPr>
          </a:lstStyle>
          <a:p xmlns:a="http://schemas.openxmlformats.org/drawingml/2006/main">
            <a:pPr algn="l">
              <a:defRPr sz="1200" b="0" i="0">
                <a:solidFill>
                  <a:srgbClr val="FFFFFF"/>
                </a:solidFill>
                <a:latin typeface="Aptos"/>
                <a:ea typeface="Aptos"/>
                <a:cs typeface="Aptos"/>
              </a:defRPr>
            </a:pPr>
            <a:r>
              <a:rPr sz="1200" b="0" i="0">
                <a:solidFill>
                  <a:srgbClr val="FFFFFF"/>
                </a:solidFill>
                <a:latin typeface="Aptos"/>
                <a:ea typeface="Aptos"/>
                <a:cs typeface="Aptos"/>
              </a:rPr>
              <a:t>Video 02  ·  Presentación grabable  ·  v1</a:t>
            </a:r>
          </a:p>
        </p:txBody>
      </p:sp>
      <p:sp>
        <p:nvSpPr>
          <p:cNvPr id="7" name="cover-crm-box">
            <a:extLst xmlns:a="http://schemas.openxmlformats.org/drawingml/2006/main">
              <a:ext uri="{FF2B5EF4-FFF2-40B4-BE49-F238E27FC236}">
                <a16:creationId xmlns:a16="http://schemas.microsoft.com/office/drawing/2014/main" id="{FC61653B-01DA-4812-8184-79607665863E}"/>
              </a:ext>
            </a:extLst>
          </p:cNvPr>
          <p:cNvSpPr>
            <a:spLocks xmlns:a="http://schemas.openxmlformats.org/drawingml/2006/main" noGrp="1"/>
          </p:cNvSpPr>
          <p:nvPr/>
        </p:nvSpPr>
        <p:spPr>
          <a:xfrm xmlns:a="http://schemas.openxmlformats.org/drawingml/2006/main">
            <a:off x="8877300" y="1428750"/>
            <a:ext cx="2190750" cy="3048000"/>
          </a:xfrm>
          <a:prstGeom xmlns:a="http://schemas.openxmlformats.org/drawingml/2006/main" prst="roundRect">
            <a:avLst>
              <a:gd name="adj" fmla="val 3478"/>
            </a:avLst>
          </a:prstGeom>
          <a:solidFill xmlns:a="http://schemas.openxmlformats.org/drawingml/2006/main">
            <a:srgbClr val="09223A"/>
          </a:solidFill>
          <a:ln xmlns:a="http://schemas.openxmlformats.org/drawingml/2006/main" w="28575">
            <a:solidFill>
              <a:srgbClr val="19A7CE"/>
            </a:solidFill>
            <a:prstDash val="solid"/>
          </a:ln>
        </p:spPr>
      </p:sp>
      <p:sp>
        <p:nvSpPr>
          <p:cNvPr id="8" name="cover-crm-label">
            <a:extLst xmlns:a="http://schemas.openxmlformats.org/drawingml/2006/main">
              <a:ext uri="{FF2B5EF4-FFF2-40B4-BE49-F238E27FC236}">
                <a16:creationId xmlns:a16="http://schemas.microsoft.com/office/drawing/2014/main" id="{6A86568C-73FD-4A38-9C41-0A94950F30F6}"/>
              </a:ext>
            </a:extLst>
          </p:cNvPr>
          <p:cNvSpPr>
            <a:spLocks xmlns:a="http://schemas.openxmlformats.org/drawingml/2006/main" noGrp="1"/>
          </p:cNvSpPr>
          <p:nvPr/>
        </p:nvSpPr>
        <p:spPr>
          <a:xfrm xmlns:a="http://schemas.openxmlformats.org/drawingml/2006/main">
            <a:off x="9296400" y="2057400"/>
            <a:ext cx="13525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3000" b="1" i="0">
                <a:solidFill>
                  <a:srgbClr val="FFFFFF"/>
                </a:solidFill>
                <a:latin typeface="Aptos"/>
                <a:ea typeface="Aptos"/>
                <a:cs typeface="Aptos"/>
              </a:defRPr>
            </a:defPPr>
            <a:lvl1pPr algn="ctr">
              <a:defRPr sz="3000" b="1" i="0">
                <a:solidFill>
                  <a:srgbClr val="FFFFFF"/>
                </a:solidFill>
                <a:latin typeface="Aptos"/>
                <a:ea typeface="Aptos"/>
                <a:cs typeface="Aptos"/>
              </a:defRPr>
            </a:lvl1pPr>
            <a:lvl2pPr algn="ctr">
              <a:defRPr sz="3000" b="1" i="0">
                <a:solidFill>
                  <a:srgbClr val="FFFFFF"/>
                </a:solidFill>
                <a:latin typeface="Aptos"/>
                <a:ea typeface="Aptos"/>
                <a:cs typeface="Aptos"/>
              </a:defRPr>
            </a:lvl2pPr>
            <a:lvl3pPr algn="ctr">
              <a:defRPr sz="3000" b="1" i="0">
                <a:solidFill>
                  <a:srgbClr val="FFFFFF"/>
                </a:solidFill>
                <a:latin typeface="Aptos"/>
                <a:ea typeface="Aptos"/>
                <a:cs typeface="Aptos"/>
              </a:defRPr>
            </a:lvl3pPr>
            <a:lvl4pPr algn="ctr">
              <a:defRPr sz="3000" b="1" i="0">
                <a:solidFill>
                  <a:srgbClr val="FFFFFF"/>
                </a:solidFill>
                <a:latin typeface="Aptos"/>
                <a:ea typeface="Aptos"/>
                <a:cs typeface="Aptos"/>
              </a:defRPr>
            </a:lvl4pPr>
            <a:lvl5pPr algn="ctr">
              <a:defRPr sz="3000" b="1" i="0">
                <a:solidFill>
                  <a:srgbClr val="FFFFFF"/>
                </a:solidFill>
                <a:latin typeface="Aptos"/>
                <a:ea typeface="Aptos"/>
                <a:cs typeface="Aptos"/>
              </a:defRPr>
            </a:lvl5pPr>
            <a:lvl6pPr algn="ctr">
              <a:defRPr sz="3000" b="1" i="0">
                <a:solidFill>
                  <a:srgbClr val="FFFFFF"/>
                </a:solidFill>
                <a:latin typeface="Aptos"/>
                <a:ea typeface="Aptos"/>
                <a:cs typeface="Aptos"/>
              </a:defRPr>
            </a:lvl6pPr>
            <a:lvl7pPr algn="ctr">
              <a:defRPr sz="3000" b="1" i="0">
                <a:solidFill>
                  <a:srgbClr val="FFFFFF"/>
                </a:solidFill>
                <a:latin typeface="Aptos"/>
                <a:ea typeface="Aptos"/>
                <a:cs typeface="Aptos"/>
              </a:defRPr>
            </a:lvl7pPr>
            <a:lvl8pPr algn="ctr">
              <a:defRPr sz="3000" b="1" i="0">
                <a:solidFill>
                  <a:srgbClr val="FFFFFF"/>
                </a:solidFill>
                <a:latin typeface="Aptos"/>
                <a:ea typeface="Aptos"/>
                <a:cs typeface="Aptos"/>
              </a:defRPr>
            </a:lvl8pPr>
            <a:lvl9pPr algn="ctr">
              <a:defRPr sz="3000" b="1" i="0">
                <a:solidFill>
                  <a:srgbClr val="FFFFFF"/>
                </a:solidFill>
                <a:latin typeface="Aptos"/>
                <a:ea typeface="Aptos"/>
                <a:cs typeface="Aptos"/>
              </a:defRPr>
            </a:lvl9pPr>
          </a:lstStyle>
          <a:p xmlns:a="http://schemas.openxmlformats.org/drawingml/2006/main">
            <a:pPr algn="ctr">
              <a:defRPr sz="3000" b="1" i="0">
                <a:solidFill>
                  <a:srgbClr val="FFFFFF"/>
                </a:solidFill>
                <a:latin typeface="Aptos"/>
                <a:ea typeface="Aptos"/>
                <a:cs typeface="Aptos"/>
              </a:defRPr>
            </a:pPr>
            <a:r>
              <a:rPr sz="3000" b="1" i="0">
                <a:solidFill>
                  <a:srgbClr val="FFFFFF"/>
                </a:solidFill>
                <a:latin typeface="Aptos"/>
                <a:ea typeface="Aptos"/>
                <a:cs typeface="Aptos"/>
              </a:rPr>
              <a:t>CRM</a:t>
            </a:r>
          </a:p>
        </p:txBody>
      </p:sp>
      <p:sp>
        <p:nvSpPr>
          <p:cNvPr id="9" name="cover-crm-copy">
            <a:extLst xmlns:a="http://schemas.openxmlformats.org/drawingml/2006/main">
              <a:ext uri="{FF2B5EF4-FFF2-40B4-BE49-F238E27FC236}">
                <a16:creationId xmlns:a16="http://schemas.microsoft.com/office/drawing/2014/main" id="{696441DB-76EA-4434-9A3D-574C810B3A8F}"/>
              </a:ext>
            </a:extLst>
          </p:cNvPr>
          <p:cNvSpPr>
            <a:spLocks xmlns:a="http://schemas.openxmlformats.org/drawingml/2006/main" noGrp="1"/>
          </p:cNvSpPr>
          <p:nvPr/>
        </p:nvSpPr>
        <p:spPr>
          <a:xfrm xmlns:a="http://schemas.openxmlformats.org/drawingml/2006/main">
            <a:off x="9220200" y="2857500"/>
            <a:ext cx="15240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650" b="1" i="0">
                <a:solidFill>
                  <a:srgbClr val="EAF4F8"/>
                </a:solidFill>
                <a:latin typeface="Aptos"/>
                <a:ea typeface="Aptos"/>
                <a:cs typeface="Aptos"/>
              </a:defRPr>
            </a:defPPr>
            <a:lvl1pPr algn="ctr">
              <a:defRPr sz="1650" b="1" i="0">
                <a:solidFill>
                  <a:srgbClr val="EAF4F8"/>
                </a:solidFill>
                <a:latin typeface="Aptos"/>
                <a:ea typeface="Aptos"/>
                <a:cs typeface="Aptos"/>
              </a:defRPr>
            </a:lvl1pPr>
            <a:lvl2pPr algn="ctr">
              <a:defRPr sz="1650" b="1" i="0">
                <a:solidFill>
                  <a:srgbClr val="EAF4F8"/>
                </a:solidFill>
                <a:latin typeface="Aptos"/>
                <a:ea typeface="Aptos"/>
                <a:cs typeface="Aptos"/>
              </a:defRPr>
            </a:lvl2pPr>
            <a:lvl3pPr algn="ctr">
              <a:defRPr sz="1650" b="1" i="0">
                <a:solidFill>
                  <a:srgbClr val="EAF4F8"/>
                </a:solidFill>
                <a:latin typeface="Aptos"/>
                <a:ea typeface="Aptos"/>
                <a:cs typeface="Aptos"/>
              </a:defRPr>
            </a:lvl3pPr>
            <a:lvl4pPr algn="ctr">
              <a:defRPr sz="1650" b="1" i="0">
                <a:solidFill>
                  <a:srgbClr val="EAF4F8"/>
                </a:solidFill>
                <a:latin typeface="Aptos"/>
                <a:ea typeface="Aptos"/>
                <a:cs typeface="Aptos"/>
              </a:defRPr>
            </a:lvl4pPr>
            <a:lvl5pPr algn="ctr">
              <a:defRPr sz="1650" b="1" i="0">
                <a:solidFill>
                  <a:srgbClr val="EAF4F8"/>
                </a:solidFill>
                <a:latin typeface="Aptos"/>
                <a:ea typeface="Aptos"/>
                <a:cs typeface="Aptos"/>
              </a:defRPr>
            </a:lvl5pPr>
            <a:lvl6pPr algn="ctr">
              <a:defRPr sz="1650" b="1" i="0">
                <a:solidFill>
                  <a:srgbClr val="EAF4F8"/>
                </a:solidFill>
                <a:latin typeface="Aptos"/>
                <a:ea typeface="Aptos"/>
                <a:cs typeface="Aptos"/>
              </a:defRPr>
            </a:lvl6pPr>
            <a:lvl7pPr algn="ctr">
              <a:defRPr sz="1650" b="1" i="0">
                <a:solidFill>
                  <a:srgbClr val="EAF4F8"/>
                </a:solidFill>
                <a:latin typeface="Aptos"/>
                <a:ea typeface="Aptos"/>
                <a:cs typeface="Aptos"/>
              </a:defRPr>
            </a:lvl7pPr>
            <a:lvl8pPr algn="ctr">
              <a:defRPr sz="1650" b="1" i="0">
                <a:solidFill>
                  <a:srgbClr val="EAF4F8"/>
                </a:solidFill>
                <a:latin typeface="Aptos"/>
                <a:ea typeface="Aptos"/>
                <a:cs typeface="Aptos"/>
              </a:defRPr>
            </a:lvl8pPr>
            <a:lvl9pPr algn="ctr">
              <a:defRPr sz="1650" b="1" i="0">
                <a:solidFill>
                  <a:srgbClr val="EAF4F8"/>
                </a:solidFill>
                <a:latin typeface="Aptos"/>
                <a:ea typeface="Aptos"/>
                <a:cs typeface="Aptos"/>
              </a:defRPr>
            </a:lvl9pPr>
          </a:lstStyle>
          <a:p xmlns:a="http://schemas.openxmlformats.org/drawingml/2006/main">
            <a:pPr algn="ctr">
              <a:defRPr sz="1650" b="1" i="0">
                <a:solidFill>
                  <a:srgbClr val="EAF4F8"/>
                </a:solidFill>
                <a:latin typeface="Aptos"/>
                <a:ea typeface="Aptos"/>
                <a:cs typeface="Aptos"/>
              </a:defRPr>
            </a:pPr>
            <a:r>
              <a:rPr sz="1650" b="1" i="0">
                <a:solidFill>
                  <a:srgbClr val="EAF4F8"/>
                </a:solidFill>
                <a:latin typeface="Aptos"/>
                <a:ea typeface="Aptos"/>
                <a:cs typeface="Aptos"/>
              </a:rPr>
              <a:t>Etapa</a:t>
            </a:r>
          </a:p>
          <a:p xmlns:a="http://schemas.openxmlformats.org/drawingml/2006/main">
            <a:pPr algn="ctr">
              <a:defRPr sz="1650" b="1" i="0">
                <a:solidFill>
                  <a:srgbClr val="EAF4F8"/>
                </a:solidFill>
                <a:latin typeface="Aptos"/>
                <a:ea typeface="Aptos"/>
                <a:cs typeface="Aptos"/>
              </a:defRPr>
            </a:pPr>
            <a:r>
              <a:rPr sz="1650" b="1" i="0">
                <a:solidFill>
                  <a:srgbClr val="EAF4F8"/>
                </a:solidFill>
                <a:latin typeface="Aptos"/>
                <a:ea typeface="Aptos"/>
                <a:cs typeface="Aptos"/>
              </a:rPr>
              <a:t>Próximo paso</a:t>
            </a:r>
          </a:p>
          <a:p xmlns:a="http://schemas.openxmlformats.org/drawingml/2006/main">
            <a:pPr algn="ctr">
              <a:defRPr sz="1650" b="1" i="0">
                <a:solidFill>
                  <a:srgbClr val="EAF4F8"/>
                </a:solidFill>
                <a:latin typeface="Aptos"/>
                <a:ea typeface="Aptos"/>
                <a:cs typeface="Aptos"/>
              </a:defRPr>
            </a:pPr>
            <a:r>
              <a:rPr sz="1650" b="1" i="0">
                <a:solidFill>
                  <a:srgbClr val="EAF4F8"/>
                </a:solidFill>
                <a:latin typeface="Aptos"/>
                <a:ea typeface="Aptos"/>
                <a:cs typeface="Aptos"/>
              </a:rPr>
              <a:t>Fecha</a:t>
            </a:r>
          </a:p>
          <a:p xmlns:a="http://schemas.openxmlformats.org/drawingml/2006/main">
            <a:pPr algn="ctr">
              <a:defRPr sz="1650" b="1" i="0">
                <a:solidFill>
                  <a:srgbClr val="EAF4F8"/>
                </a:solidFill>
                <a:latin typeface="Aptos"/>
                <a:ea typeface="Aptos"/>
                <a:cs typeface="Aptos"/>
              </a:defRPr>
            </a:pPr>
            <a:r>
              <a:rPr sz="1650" b="1" i="0">
                <a:solidFill>
                  <a:srgbClr val="EAF4F8"/>
                </a:solidFill>
                <a:latin typeface="Aptos"/>
                <a:ea typeface="Aptos"/>
                <a:cs typeface="Aptos"/>
              </a:rPr>
              <a:t>Responsable</a:t>
            </a:r>
          </a:p>
        </p:txBody>
      </p:sp>
    </p:spTree>
    <p:extLst>
      <p:ext uri="{BB962C8B-B14F-4D97-AF65-F5344CB8AC3E}">
        <p14:creationId xmlns:p14="http://schemas.microsoft.com/office/powerpoint/2010/main" val="64674836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title-2">
            <a:extLst xmlns:a="http://schemas.openxmlformats.org/drawingml/2006/main">
              <a:ext uri="{FF2B5EF4-FFF2-40B4-BE49-F238E27FC236}">
                <a16:creationId xmlns:a16="http://schemas.microsoft.com/office/drawing/2014/main" id="{C42777F7-0654-4174-BF9E-C29CDA198060}"/>
              </a:ext>
            </a:extLst>
          </p:cNvPr>
          <p:cNvSpPr>
            <a:spLocks xmlns:a="http://schemas.openxmlformats.org/drawingml/2006/main" noGrp="1"/>
          </p:cNvSpPr>
          <p:nvPr/>
        </p:nvSpPr>
        <p:spPr>
          <a:xfrm xmlns:a="http://schemas.openxmlformats.org/drawingml/2006/main">
            <a:off x="685800" y="5334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850" b="1" i="0">
                <a:solidFill>
                  <a:srgbClr val="003366"/>
                </a:solidFill>
                <a:latin typeface="Aptos"/>
                <a:ea typeface="Aptos"/>
                <a:cs typeface="Aptos"/>
              </a:defRPr>
            </a:defPPr>
            <a:lvl1pPr algn="l">
              <a:defRPr sz="2850" b="1" i="0">
                <a:solidFill>
                  <a:srgbClr val="003366"/>
                </a:solidFill>
                <a:latin typeface="Aptos"/>
                <a:ea typeface="Aptos"/>
                <a:cs typeface="Aptos"/>
              </a:defRPr>
            </a:lvl1pPr>
            <a:lvl2pPr algn="l">
              <a:defRPr sz="2850" b="1" i="0">
                <a:solidFill>
                  <a:srgbClr val="003366"/>
                </a:solidFill>
                <a:latin typeface="Aptos"/>
                <a:ea typeface="Aptos"/>
                <a:cs typeface="Aptos"/>
              </a:defRPr>
            </a:lvl2pPr>
            <a:lvl3pPr algn="l">
              <a:defRPr sz="2850" b="1" i="0">
                <a:solidFill>
                  <a:srgbClr val="003366"/>
                </a:solidFill>
                <a:latin typeface="Aptos"/>
                <a:ea typeface="Aptos"/>
                <a:cs typeface="Aptos"/>
              </a:defRPr>
            </a:lvl3pPr>
            <a:lvl4pPr algn="l">
              <a:defRPr sz="2850" b="1" i="0">
                <a:solidFill>
                  <a:srgbClr val="003366"/>
                </a:solidFill>
                <a:latin typeface="Aptos"/>
                <a:ea typeface="Aptos"/>
                <a:cs typeface="Aptos"/>
              </a:defRPr>
            </a:lvl4pPr>
            <a:lvl5pPr algn="l">
              <a:defRPr sz="2850" b="1" i="0">
                <a:solidFill>
                  <a:srgbClr val="003366"/>
                </a:solidFill>
                <a:latin typeface="Aptos"/>
                <a:ea typeface="Aptos"/>
                <a:cs typeface="Aptos"/>
              </a:defRPr>
            </a:lvl5pPr>
            <a:lvl6pPr algn="l">
              <a:defRPr sz="2850" b="1" i="0">
                <a:solidFill>
                  <a:srgbClr val="003366"/>
                </a:solidFill>
                <a:latin typeface="Aptos"/>
                <a:ea typeface="Aptos"/>
                <a:cs typeface="Aptos"/>
              </a:defRPr>
            </a:lvl6pPr>
            <a:lvl7pPr algn="l">
              <a:defRPr sz="2850" b="1" i="0">
                <a:solidFill>
                  <a:srgbClr val="003366"/>
                </a:solidFill>
                <a:latin typeface="Aptos"/>
                <a:ea typeface="Aptos"/>
                <a:cs typeface="Aptos"/>
              </a:defRPr>
            </a:lvl7pPr>
            <a:lvl8pPr algn="l">
              <a:defRPr sz="2850" b="1" i="0">
                <a:solidFill>
                  <a:srgbClr val="003366"/>
                </a:solidFill>
                <a:latin typeface="Aptos"/>
                <a:ea typeface="Aptos"/>
                <a:cs typeface="Aptos"/>
              </a:defRPr>
            </a:lvl8pPr>
            <a:lvl9pPr algn="l">
              <a:defRPr sz="2850" b="1" i="0">
                <a:solidFill>
                  <a:srgbClr val="003366"/>
                </a:solidFill>
                <a:latin typeface="Aptos"/>
                <a:ea typeface="Aptos"/>
                <a:cs typeface="Aptos"/>
              </a:defRPr>
            </a:lvl9pPr>
          </a:lstStyle>
          <a:p xmlns:a="http://schemas.openxmlformats.org/drawingml/2006/main">
            <a:pPr algn="l">
              <a:defRPr sz="2850" b="1" i="0">
                <a:solidFill>
                  <a:srgbClr val="003366"/>
                </a:solidFill>
                <a:latin typeface="Aptos"/>
                <a:ea typeface="Aptos"/>
                <a:cs typeface="Aptos"/>
              </a:defRPr>
            </a:pPr>
            <a:r>
              <a:rPr sz="2850" b="1" i="0">
                <a:solidFill>
                  <a:srgbClr val="003366"/>
                </a:solidFill>
                <a:latin typeface="Aptos"/>
                <a:ea typeface="Aptos"/>
                <a:cs typeface="Aptos"/>
              </a:rPr>
              <a:t>Información dispersa y fuente organizada</a:t>
            </a:r>
          </a:p>
        </p:txBody>
      </p:sp>
      <p:sp>
        <p:nvSpPr>
          <p:cNvPr id="2" name="title-rule-2">
            <a:extLst xmlns:a="http://schemas.openxmlformats.org/drawingml/2006/main">
              <a:ext uri="{FF2B5EF4-FFF2-40B4-BE49-F238E27FC236}">
                <a16:creationId xmlns:a16="http://schemas.microsoft.com/office/drawing/2014/main" id="{59BF2F02-280E-49A2-BB02-3A6704D95B43}"/>
              </a:ext>
            </a:extLst>
          </p:cNvPr>
          <p:cNvSpPr>
            <a:spLocks xmlns:a="http://schemas.openxmlformats.org/drawingml/2006/main" noGrp="1"/>
          </p:cNvSpPr>
          <p:nvPr/>
        </p:nvSpPr>
        <p:spPr>
          <a:xfrm xmlns:a="http://schemas.openxmlformats.org/drawingml/2006/main">
            <a:off x="685800" y="1295400"/>
            <a:ext cx="1047750" cy="47625"/>
          </a:xfrm>
          <a:prstGeom xmlns:a="http://schemas.openxmlformats.org/drawingml/2006/main" prst="rect">
            <a:avLst/>
          </a:prstGeom>
          <a:solidFill xmlns:a="http://schemas.openxmlformats.org/drawingml/2006/main">
            <a:srgbClr val="19A7CE"/>
          </a:solidFill>
          <a:ln xmlns:a="http://schemas.openxmlformats.org/drawingml/2006/main" w="0">
            <a:noFill/>
            <a:prstDash val="solid"/>
          </a:ln>
        </p:spPr>
      </p:sp>
      <p:sp>
        <p:nvSpPr>
          <p:cNvPr id="3" name="subtitle-2">
            <a:extLst xmlns:a="http://schemas.openxmlformats.org/drawingml/2006/main">
              <a:ext uri="{FF2B5EF4-FFF2-40B4-BE49-F238E27FC236}">
                <a16:creationId xmlns:a16="http://schemas.microsoft.com/office/drawing/2014/main" id="{D8C5F6C7-2C14-48EB-9A5B-E6A63CE259CF}"/>
              </a:ext>
            </a:extLst>
          </p:cNvPr>
          <p:cNvSpPr>
            <a:spLocks xmlns:a="http://schemas.openxmlformats.org/drawingml/2006/main" noGrp="1"/>
          </p:cNvSpPr>
          <p:nvPr/>
        </p:nvSpPr>
        <p:spPr>
          <a:xfrm xmlns:a="http://schemas.openxmlformats.org/drawingml/2006/main">
            <a:off x="685800" y="146685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0" i="0">
                <a:solidFill>
                  <a:srgbClr val="526B7F"/>
                </a:solidFill>
                <a:latin typeface="Aptos"/>
                <a:ea typeface="Aptos"/>
                <a:cs typeface="Aptos"/>
              </a:defRPr>
            </a:defPPr>
            <a:lvl1pPr algn="l">
              <a:defRPr sz="1425" b="0" i="0">
                <a:solidFill>
                  <a:srgbClr val="526B7F"/>
                </a:solidFill>
                <a:latin typeface="Aptos"/>
                <a:ea typeface="Aptos"/>
                <a:cs typeface="Aptos"/>
              </a:defRPr>
            </a:lvl1pPr>
            <a:lvl2pPr algn="l">
              <a:defRPr sz="1425" b="0" i="0">
                <a:solidFill>
                  <a:srgbClr val="526B7F"/>
                </a:solidFill>
                <a:latin typeface="Aptos"/>
                <a:ea typeface="Aptos"/>
                <a:cs typeface="Aptos"/>
              </a:defRPr>
            </a:lvl2pPr>
            <a:lvl3pPr algn="l">
              <a:defRPr sz="1425" b="0" i="0">
                <a:solidFill>
                  <a:srgbClr val="526B7F"/>
                </a:solidFill>
                <a:latin typeface="Aptos"/>
                <a:ea typeface="Aptos"/>
                <a:cs typeface="Aptos"/>
              </a:defRPr>
            </a:lvl3pPr>
            <a:lvl4pPr algn="l">
              <a:defRPr sz="1425" b="0" i="0">
                <a:solidFill>
                  <a:srgbClr val="526B7F"/>
                </a:solidFill>
                <a:latin typeface="Aptos"/>
                <a:ea typeface="Aptos"/>
                <a:cs typeface="Aptos"/>
              </a:defRPr>
            </a:lvl4pPr>
            <a:lvl5pPr algn="l">
              <a:defRPr sz="1425" b="0" i="0">
                <a:solidFill>
                  <a:srgbClr val="526B7F"/>
                </a:solidFill>
                <a:latin typeface="Aptos"/>
                <a:ea typeface="Aptos"/>
                <a:cs typeface="Aptos"/>
              </a:defRPr>
            </a:lvl5pPr>
            <a:lvl6pPr algn="l">
              <a:defRPr sz="1425" b="0" i="0">
                <a:solidFill>
                  <a:srgbClr val="526B7F"/>
                </a:solidFill>
                <a:latin typeface="Aptos"/>
                <a:ea typeface="Aptos"/>
                <a:cs typeface="Aptos"/>
              </a:defRPr>
            </a:lvl6pPr>
            <a:lvl7pPr algn="l">
              <a:defRPr sz="1425" b="0" i="0">
                <a:solidFill>
                  <a:srgbClr val="526B7F"/>
                </a:solidFill>
                <a:latin typeface="Aptos"/>
                <a:ea typeface="Aptos"/>
                <a:cs typeface="Aptos"/>
              </a:defRPr>
            </a:lvl7pPr>
            <a:lvl8pPr algn="l">
              <a:defRPr sz="1425" b="0" i="0">
                <a:solidFill>
                  <a:srgbClr val="526B7F"/>
                </a:solidFill>
                <a:latin typeface="Aptos"/>
                <a:ea typeface="Aptos"/>
                <a:cs typeface="Aptos"/>
              </a:defRPr>
            </a:lvl8pPr>
            <a:lvl9pPr algn="l">
              <a:defRPr sz="1425" b="0" i="0">
                <a:solidFill>
                  <a:srgbClr val="526B7F"/>
                </a:solidFill>
                <a:latin typeface="Aptos"/>
                <a:ea typeface="Aptos"/>
                <a:cs typeface="Aptos"/>
              </a:defRPr>
            </a:lvl9pPr>
          </a:lstStyle>
          <a:p xmlns:a="http://schemas.openxmlformats.org/drawingml/2006/main">
            <a:pPr algn="l">
              <a:defRPr sz="1425" b="0" i="0">
                <a:solidFill>
                  <a:srgbClr val="526B7F"/>
                </a:solidFill>
                <a:latin typeface="Aptos"/>
                <a:ea typeface="Aptos"/>
                <a:cs typeface="Aptos"/>
              </a:defRPr>
            </a:pPr>
            <a:r>
              <a:rPr sz="1425" b="0" i="0">
                <a:solidFill>
                  <a:srgbClr val="526B7F"/>
                </a:solidFill>
                <a:latin typeface="Aptos"/>
                <a:ea typeface="Aptos"/>
                <a:cs typeface="Aptos"/>
              </a:rPr>
              <a:t>El CRM reúne el mínimo necesario para sostener el seguimiento.</a:t>
            </a:r>
          </a:p>
        </p:txBody>
      </p:sp>
      <p:sp>
        <p:nvSpPr>
          <p:cNvPr id="4" name="channel-0">
            <a:extLst xmlns:a="http://schemas.openxmlformats.org/drawingml/2006/main">
              <a:ext uri="{FF2B5EF4-FFF2-40B4-BE49-F238E27FC236}">
                <a16:creationId xmlns:a16="http://schemas.microsoft.com/office/drawing/2014/main" id="{6EDBFFD1-E7CB-4396-9EA1-5CB1C20DFD1D}"/>
              </a:ext>
            </a:extLst>
          </p:cNvPr>
          <p:cNvSpPr>
            <a:spLocks xmlns:a="http://schemas.openxmlformats.org/drawingml/2006/main" noGrp="1"/>
          </p:cNvSpPr>
          <p:nvPr/>
        </p:nvSpPr>
        <p:spPr>
          <a:xfrm xmlns:a="http://schemas.openxmlformats.org/drawingml/2006/main">
            <a:off x="876300" y="2209800"/>
            <a:ext cx="2095500" cy="514350"/>
          </a:xfrm>
          <a:prstGeom xmlns:a="http://schemas.openxmlformats.org/drawingml/2006/main" prst="roundRect">
            <a:avLst>
              <a:gd name="adj" fmla="val 14815"/>
            </a:avLst>
          </a:prstGeom>
          <a:solidFill xmlns:a="http://schemas.openxmlformats.org/drawingml/2006/main">
            <a:srgbClr val="EAF4F8"/>
          </a:solidFill>
          <a:ln xmlns:a="http://schemas.openxmlformats.org/drawingml/2006/main" w="0">
            <a:noFill/>
            <a:prstDash val="solid"/>
          </a:ln>
        </p:spPr>
      </p:sp>
      <p:sp>
        <p:nvSpPr>
          <p:cNvPr id="5" name="channel-label-0">
            <a:extLst xmlns:a="http://schemas.openxmlformats.org/drawingml/2006/main">
              <a:ext uri="{FF2B5EF4-FFF2-40B4-BE49-F238E27FC236}">
                <a16:creationId xmlns:a16="http://schemas.microsoft.com/office/drawing/2014/main" id="{CF8E04DF-0EFC-4C89-9892-4B6055486C29}"/>
              </a:ext>
            </a:extLst>
          </p:cNvPr>
          <p:cNvSpPr>
            <a:spLocks xmlns:a="http://schemas.openxmlformats.org/drawingml/2006/main" noGrp="1"/>
          </p:cNvSpPr>
          <p:nvPr/>
        </p:nvSpPr>
        <p:spPr>
          <a:xfrm xmlns:a="http://schemas.openxmlformats.org/drawingml/2006/main">
            <a:off x="1066800" y="232410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1" i="0">
                <a:solidFill>
                  <a:srgbClr val="003366"/>
                </a:solidFill>
                <a:latin typeface="Aptos"/>
                <a:ea typeface="Aptos"/>
                <a:cs typeface="Aptos"/>
              </a:defRPr>
            </a:defPPr>
            <a:lvl1pPr algn="ctr">
              <a:defRPr sz="1350" b="1" i="0">
                <a:solidFill>
                  <a:srgbClr val="003366"/>
                </a:solidFill>
                <a:latin typeface="Aptos"/>
                <a:ea typeface="Aptos"/>
                <a:cs typeface="Aptos"/>
              </a:defRPr>
            </a:lvl1pPr>
            <a:lvl2pPr algn="ctr">
              <a:defRPr sz="1350" b="1" i="0">
                <a:solidFill>
                  <a:srgbClr val="003366"/>
                </a:solidFill>
                <a:latin typeface="Aptos"/>
                <a:ea typeface="Aptos"/>
                <a:cs typeface="Aptos"/>
              </a:defRPr>
            </a:lvl2pPr>
            <a:lvl3pPr algn="ctr">
              <a:defRPr sz="1350" b="1" i="0">
                <a:solidFill>
                  <a:srgbClr val="003366"/>
                </a:solidFill>
                <a:latin typeface="Aptos"/>
                <a:ea typeface="Aptos"/>
                <a:cs typeface="Aptos"/>
              </a:defRPr>
            </a:lvl3pPr>
            <a:lvl4pPr algn="ctr">
              <a:defRPr sz="1350" b="1" i="0">
                <a:solidFill>
                  <a:srgbClr val="003366"/>
                </a:solidFill>
                <a:latin typeface="Aptos"/>
                <a:ea typeface="Aptos"/>
                <a:cs typeface="Aptos"/>
              </a:defRPr>
            </a:lvl4pPr>
            <a:lvl5pPr algn="ctr">
              <a:defRPr sz="1350" b="1" i="0">
                <a:solidFill>
                  <a:srgbClr val="003366"/>
                </a:solidFill>
                <a:latin typeface="Aptos"/>
                <a:ea typeface="Aptos"/>
                <a:cs typeface="Aptos"/>
              </a:defRPr>
            </a:lvl5pPr>
            <a:lvl6pPr algn="ctr">
              <a:defRPr sz="1350" b="1" i="0">
                <a:solidFill>
                  <a:srgbClr val="003366"/>
                </a:solidFill>
                <a:latin typeface="Aptos"/>
                <a:ea typeface="Aptos"/>
                <a:cs typeface="Aptos"/>
              </a:defRPr>
            </a:lvl6pPr>
            <a:lvl7pPr algn="ctr">
              <a:defRPr sz="1350" b="1" i="0">
                <a:solidFill>
                  <a:srgbClr val="003366"/>
                </a:solidFill>
                <a:latin typeface="Aptos"/>
                <a:ea typeface="Aptos"/>
                <a:cs typeface="Aptos"/>
              </a:defRPr>
            </a:lvl7pPr>
            <a:lvl8pPr algn="ctr">
              <a:defRPr sz="1350" b="1" i="0">
                <a:solidFill>
                  <a:srgbClr val="003366"/>
                </a:solidFill>
                <a:latin typeface="Aptos"/>
                <a:ea typeface="Aptos"/>
                <a:cs typeface="Aptos"/>
              </a:defRPr>
            </a:lvl8pPr>
            <a:lvl9pPr algn="ctr">
              <a:defRPr sz="1350" b="1" i="0">
                <a:solidFill>
                  <a:srgbClr val="003366"/>
                </a:solidFill>
                <a:latin typeface="Aptos"/>
                <a:ea typeface="Aptos"/>
                <a:cs typeface="Aptos"/>
              </a:defRPr>
            </a:lvl9pPr>
          </a:lstStyle>
          <a:p xmlns:a="http://schemas.openxmlformats.org/drawingml/2006/main">
            <a:pPr algn="ctr">
              <a:defRPr sz="1350" b="1" i="0">
                <a:solidFill>
                  <a:srgbClr val="003366"/>
                </a:solidFill>
                <a:latin typeface="Aptos"/>
                <a:ea typeface="Aptos"/>
                <a:cs typeface="Aptos"/>
              </a:defRPr>
            </a:pPr>
            <a:r>
              <a:rPr sz="1350" b="1" i="0">
                <a:solidFill>
                  <a:srgbClr val="003366"/>
                </a:solidFill>
                <a:latin typeface="Aptos"/>
                <a:ea typeface="Aptos"/>
                <a:cs typeface="Aptos"/>
              </a:rPr>
              <a:t>Correo</a:t>
            </a:r>
          </a:p>
        </p:txBody>
      </p:sp>
      <p:sp>
        <p:nvSpPr>
          <p:cNvPr id="6" name="channel-link-0">
            <a:extLst xmlns:a="http://schemas.openxmlformats.org/drawingml/2006/main">
              <a:ext uri="{FF2B5EF4-FFF2-40B4-BE49-F238E27FC236}">
                <a16:creationId xmlns:a16="http://schemas.microsoft.com/office/drawing/2014/main" id="{20B0CEBC-050A-4F19-BA34-3CC97F3ADD6D}"/>
              </a:ext>
            </a:extLst>
          </p:cNvPr>
          <p:cNvSpPr>
            <a:spLocks xmlns:a="http://schemas.openxmlformats.org/drawingml/2006/main" noGrp="1"/>
          </p:cNvSpPr>
          <p:nvPr/>
        </p:nvSpPr>
        <p:spPr>
          <a:xfrm xmlns:a="http://schemas.openxmlformats.org/drawingml/2006/main">
            <a:off x="2971800" y="2447925"/>
            <a:ext cx="914400" cy="38100"/>
          </a:xfrm>
          <a:prstGeom xmlns:a="http://schemas.openxmlformats.org/drawingml/2006/main" prst="rect">
            <a:avLst/>
          </a:prstGeom>
          <a:solidFill xmlns:a="http://schemas.openxmlformats.org/drawingml/2006/main">
            <a:srgbClr val="19A7CE"/>
          </a:solidFill>
          <a:ln xmlns:a="http://schemas.openxmlformats.org/drawingml/2006/main" w="0">
            <a:noFill/>
            <a:prstDash val="solid"/>
          </a:ln>
        </p:spPr>
      </p:sp>
      <p:sp>
        <p:nvSpPr>
          <p:cNvPr id="7" name="channel-1">
            <a:extLst xmlns:a="http://schemas.openxmlformats.org/drawingml/2006/main">
              <a:ext uri="{FF2B5EF4-FFF2-40B4-BE49-F238E27FC236}">
                <a16:creationId xmlns:a16="http://schemas.microsoft.com/office/drawing/2014/main" id="{B26DB10D-29C8-413E-B704-7CF2BFE25ABC}"/>
              </a:ext>
            </a:extLst>
          </p:cNvPr>
          <p:cNvSpPr>
            <a:spLocks xmlns:a="http://schemas.openxmlformats.org/drawingml/2006/main" noGrp="1"/>
          </p:cNvSpPr>
          <p:nvPr/>
        </p:nvSpPr>
        <p:spPr>
          <a:xfrm xmlns:a="http://schemas.openxmlformats.org/drawingml/2006/main">
            <a:off x="876300" y="2990850"/>
            <a:ext cx="2095500" cy="514350"/>
          </a:xfrm>
          <a:prstGeom xmlns:a="http://schemas.openxmlformats.org/drawingml/2006/main" prst="roundRect">
            <a:avLst>
              <a:gd name="adj" fmla="val 14815"/>
            </a:avLst>
          </a:prstGeom>
          <a:solidFill xmlns:a="http://schemas.openxmlformats.org/drawingml/2006/main">
            <a:srgbClr val="EAF4F8"/>
          </a:solidFill>
          <a:ln xmlns:a="http://schemas.openxmlformats.org/drawingml/2006/main" w="0">
            <a:noFill/>
            <a:prstDash val="solid"/>
          </a:ln>
        </p:spPr>
      </p:sp>
      <p:sp>
        <p:nvSpPr>
          <p:cNvPr id="8" name="channel-label-1">
            <a:extLst xmlns:a="http://schemas.openxmlformats.org/drawingml/2006/main">
              <a:ext uri="{FF2B5EF4-FFF2-40B4-BE49-F238E27FC236}">
                <a16:creationId xmlns:a16="http://schemas.microsoft.com/office/drawing/2014/main" id="{F24F1D98-CAC8-48DB-90AB-7458862C302C}"/>
              </a:ext>
            </a:extLst>
          </p:cNvPr>
          <p:cNvSpPr>
            <a:spLocks xmlns:a="http://schemas.openxmlformats.org/drawingml/2006/main" noGrp="1"/>
          </p:cNvSpPr>
          <p:nvPr/>
        </p:nvSpPr>
        <p:spPr>
          <a:xfrm xmlns:a="http://schemas.openxmlformats.org/drawingml/2006/main">
            <a:off x="1066800" y="310515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1" i="0">
                <a:solidFill>
                  <a:srgbClr val="003366"/>
                </a:solidFill>
                <a:latin typeface="Aptos"/>
                <a:ea typeface="Aptos"/>
                <a:cs typeface="Aptos"/>
              </a:defRPr>
            </a:defPPr>
            <a:lvl1pPr algn="ctr">
              <a:defRPr sz="1350" b="1" i="0">
                <a:solidFill>
                  <a:srgbClr val="003366"/>
                </a:solidFill>
                <a:latin typeface="Aptos"/>
                <a:ea typeface="Aptos"/>
                <a:cs typeface="Aptos"/>
              </a:defRPr>
            </a:lvl1pPr>
            <a:lvl2pPr algn="ctr">
              <a:defRPr sz="1350" b="1" i="0">
                <a:solidFill>
                  <a:srgbClr val="003366"/>
                </a:solidFill>
                <a:latin typeface="Aptos"/>
                <a:ea typeface="Aptos"/>
                <a:cs typeface="Aptos"/>
              </a:defRPr>
            </a:lvl2pPr>
            <a:lvl3pPr algn="ctr">
              <a:defRPr sz="1350" b="1" i="0">
                <a:solidFill>
                  <a:srgbClr val="003366"/>
                </a:solidFill>
                <a:latin typeface="Aptos"/>
                <a:ea typeface="Aptos"/>
                <a:cs typeface="Aptos"/>
              </a:defRPr>
            </a:lvl3pPr>
            <a:lvl4pPr algn="ctr">
              <a:defRPr sz="1350" b="1" i="0">
                <a:solidFill>
                  <a:srgbClr val="003366"/>
                </a:solidFill>
                <a:latin typeface="Aptos"/>
                <a:ea typeface="Aptos"/>
                <a:cs typeface="Aptos"/>
              </a:defRPr>
            </a:lvl4pPr>
            <a:lvl5pPr algn="ctr">
              <a:defRPr sz="1350" b="1" i="0">
                <a:solidFill>
                  <a:srgbClr val="003366"/>
                </a:solidFill>
                <a:latin typeface="Aptos"/>
                <a:ea typeface="Aptos"/>
                <a:cs typeface="Aptos"/>
              </a:defRPr>
            </a:lvl5pPr>
            <a:lvl6pPr algn="ctr">
              <a:defRPr sz="1350" b="1" i="0">
                <a:solidFill>
                  <a:srgbClr val="003366"/>
                </a:solidFill>
                <a:latin typeface="Aptos"/>
                <a:ea typeface="Aptos"/>
                <a:cs typeface="Aptos"/>
              </a:defRPr>
            </a:lvl6pPr>
            <a:lvl7pPr algn="ctr">
              <a:defRPr sz="1350" b="1" i="0">
                <a:solidFill>
                  <a:srgbClr val="003366"/>
                </a:solidFill>
                <a:latin typeface="Aptos"/>
                <a:ea typeface="Aptos"/>
                <a:cs typeface="Aptos"/>
              </a:defRPr>
            </a:lvl7pPr>
            <a:lvl8pPr algn="ctr">
              <a:defRPr sz="1350" b="1" i="0">
                <a:solidFill>
                  <a:srgbClr val="003366"/>
                </a:solidFill>
                <a:latin typeface="Aptos"/>
                <a:ea typeface="Aptos"/>
                <a:cs typeface="Aptos"/>
              </a:defRPr>
            </a:lvl8pPr>
            <a:lvl9pPr algn="ctr">
              <a:defRPr sz="1350" b="1" i="0">
                <a:solidFill>
                  <a:srgbClr val="003366"/>
                </a:solidFill>
                <a:latin typeface="Aptos"/>
                <a:ea typeface="Aptos"/>
                <a:cs typeface="Aptos"/>
              </a:defRPr>
            </a:lvl9pPr>
          </a:lstStyle>
          <a:p xmlns:a="http://schemas.openxmlformats.org/drawingml/2006/main">
            <a:pPr algn="ctr">
              <a:defRPr sz="1350" b="1" i="0">
                <a:solidFill>
                  <a:srgbClr val="003366"/>
                </a:solidFill>
                <a:latin typeface="Aptos"/>
                <a:ea typeface="Aptos"/>
                <a:cs typeface="Aptos"/>
              </a:defRPr>
            </a:pPr>
            <a:r>
              <a:rPr sz="1350" b="1" i="0">
                <a:solidFill>
                  <a:srgbClr val="003366"/>
                </a:solidFill>
                <a:latin typeface="Aptos"/>
                <a:ea typeface="Aptos"/>
                <a:cs typeface="Aptos"/>
              </a:rPr>
              <a:t>Formulario</a:t>
            </a:r>
          </a:p>
        </p:txBody>
      </p:sp>
      <p:sp>
        <p:nvSpPr>
          <p:cNvPr id="9" name="channel-link-1">
            <a:extLst xmlns:a="http://schemas.openxmlformats.org/drawingml/2006/main">
              <a:ext uri="{FF2B5EF4-FFF2-40B4-BE49-F238E27FC236}">
                <a16:creationId xmlns:a16="http://schemas.microsoft.com/office/drawing/2014/main" id="{CB7CF395-965B-43BD-8CE7-5D3432E6CA2E}"/>
              </a:ext>
            </a:extLst>
          </p:cNvPr>
          <p:cNvSpPr>
            <a:spLocks xmlns:a="http://schemas.openxmlformats.org/drawingml/2006/main" noGrp="1"/>
          </p:cNvSpPr>
          <p:nvPr/>
        </p:nvSpPr>
        <p:spPr>
          <a:xfrm xmlns:a="http://schemas.openxmlformats.org/drawingml/2006/main">
            <a:off x="2971800" y="3228975"/>
            <a:ext cx="914400" cy="38100"/>
          </a:xfrm>
          <a:prstGeom xmlns:a="http://schemas.openxmlformats.org/drawingml/2006/main" prst="rect">
            <a:avLst/>
          </a:prstGeom>
          <a:solidFill xmlns:a="http://schemas.openxmlformats.org/drawingml/2006/main">
            <a:srgbClr val="19A7CE"/>
          </a:solidFill>
          <a:ln xmlns:a="http://schemas.openxmlformats.org/drawingml/2006/main" w="0">
            <a:noFill/>
            <a:prstDash val="solid"/>
          </a:ln>
        </p:spPr>
      </p:sp>
      <p:sp>
        <p:nvSpPr>
          <p:cNvPr id="10" name="channel-2">
            <a:extLst xmlns:a="http://schemas.openxmlformats.org/drawingml/2006/main">
              <a:ext uri="{FF2B5EF4-FFF2-40B4-BE49-F238E27FC236}">
                <a16:creationId xmlns:a16="http://schemas.microsoft.com/office/drawing/2014/main" id="{BC06D7C9-74A7-401F-B6AF-EBCD3ECB407D}"/>
              </a:ext>
            </a:extLst>
          </p:cNvPr>
          <p:cNvSpPr>
            <a:spLocks xmlns:a="http://schemas.openxmlformats.org/drawingml/2006/main" noGrp="1"/>
          </p:cNvSpPr>
          <p:nvPr/>
        </p:nvSpPr>
        <p:spPr>
          <a:xfrm xmlns:a="http://schemas.openxmlformats.org/drawingml/2006/main">
            <a:off x="876300" y="3771900"/>
            <a:ext cx="2095500" cy="514350"/>
          </a:xfrm>
          <a:prstGeom xmlns:a="http://schemas.openxmlformats.org/drawingml/2006/main" prst="roundRect">
            <a:avLst>
              <a:gd name="adj" fmla="val 14815"/>
            </a:avLst>
          </a:prstGeom>
          <a:solidFill xmlns:a="http://schemas.openxmlformats.org/drawingml/2006/main">
            <a:srgbClr val="EAF4F8"/>
          </a:solidFill>
          <a:ln xmlns:a="http://schemas.openxmlformats.org/drawingml/2006/main" w="0">
            <a:noFill/>
            <a:prstDash val="solid"/>
          </a:ln>
        </p:spPr>
      </p:sp>
      <p:sp>
        <p:nvSpPr>
          <p:cNvPr id="11" name="channel-label-2">
            <a:extLst xmlns:a="http://schemas.openxmlformats.org/drawingml/2006/main">
              <a:ext uri="{FF2B5EF4-FFF2-40B4-BE49-F238E27FC236}">
                <a16:creationId xmlns:a16="http://schemas.microsoft.com/office/drawing/2014/main" id="{151D5357-02A4-4C99-8E58-43E323E8A74C}"/>
              </a:ext>
            </a:extLst>
          </p:cNvPr>
          <p:cNvSpPr>
            <a:spLocks xmlns:a="http://schemas.openxmlformats.org/drawingml/2006/main" noGrp="1"/>
          </p:cNvSpPr>
          <p:nvPr/>
        </p:nvSpPr>
        <p:spPr>
          <a:xfrm xmlns:a="http://schemas.openxmlformats.org/drawingml/2006/main">
            <a:off x="1066800" y="388620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1" i="0">
                <a:solidFill>
                  <a:srgbClr val="003366"/>
                </a:solidFill>
                <a:latin typeface="Aptos"/>
                <a:ea typeface="Aptos"/>
                <a:cs typeface="Aptos"/>
              </a:defRPr>
            </a:defPPr>
            <a:lvl1pPr algn="ctr">
              <a:defRPr sz="1350" b="1" i="0">
                <a:solidFill>
                  <a:srgbClr val="003366"/>
                </a:solidFill>
                <a:latin typeface="Aptos"/>
                <a:ea typeface="Aptos"/>
                <a:cs typeface="Aptos"/>
              </a:defRPr>
            </a:lvl1pPr>
            <a:lvl2pPr algn="ctr">
              <a:defRPr sz="1350" b="1" i="0">
                <a:solidFill>
                  <a:srgbClr val="003366"/>
                </a:solidFill>
                <a:latin typeface="Aptos"/>
                <a:ea typeface="Aptos"/>
                <a:cs typeface="Aptos"/>
              </a:defRPr>
            </a:lvl2pPr>
            <a:lvl3pPr algn="ctr">
              <a:defRPr sz="1350" b="1" i="0">
                <a:solidFill>
                  <a:srgbClr val="003366"/>
                </a:solidFill>
                <a:latin typeface="Aptos"/>
                <a:ea typeface="Aptos"/>
                <a:cs typeface="Aptos"/>
              </a:defRPr>
            </a:lvl3pPr>
            <a:lvl4pPr algn="ctr">
              <a:defRPr sz="1350" b="1" i="0">
                <a:solidFill>
                  <a:srgbClr val="003366"/>
                </a:solidFill>
                <a:latin typeface="Aptos"/>
                <a:ea typeface="Aptos"/>
                <a:cs typeface="Aptos"/>
              </a:defRPr>
            </a:lvl4pPr>
            <a:lvl5pPr algn="ctr">
              <a:defRPr sz="1350" b="1" i="0">
                <a:solidFill>
                  <a:srgbClr val="003366"/>
                </a:solidFill>
                <a:latin typeface="Aptos"/>
                <a:ea typeface="Aptos"/>
                <a:cs typeface="Aptos"/>
              </a:defRPr>
            </a:lvl5pPr>
            <a:lvl6pPr algn="ctr">
              <a:defRPr sz="1350" b="1" i="0">
                <a:solidFill>
                  <a:srgbClr val="003366"/>
                </a:solidFill>
                <a:latin typeface="Aptos"/>
                <a:ea typeface="Aptos"/>
                <a:cs typeface="Aptos"/>
              </a:defRPr>
            </a:lvl6pPr>
            <a:lvl7pPr algn="ctr">
              <a:defRPr sz="1350" b="1" i="0">
                <a:solidFill>
                  <a:srgbClr val="003366"/>
                </a:solidFill>
                <a:latin typeface="Aptos"/>
                <a:ea typeface="Aptos"/>
                <a:cs typeface="Aptos"/>
              </a:defRPr>
            </a:lvl7pPr>
            <a:lvl8pPr algn="ctr">
              <a:defRPr sz="1350" b="1" i="0">
                <a:solidFill>
                  <a:srgbClr val="003366"/>
                </a:solidFill>
                <a:latin typeface="Aptos"/>
                <a:ea typeface="Aptos"/>
                <a:cs typeface="Aptos"/>
              </a:defRPr>
            </a:lvl8pPr>
            <a:lvl9pPr algn="ctr">
              <a:defRPr sz="1350" b="1" i="0">
                <a:solidFill>
                  <a:srgbClr val="003366"/>
                </a:solidFill>
                <a:latin typeface="Aptos"/>
                <a:ea typeface="Aptos"/>
                <a:cs typeface="Aptos"/>
              </a:defRPr>
            </a:lvl9pPr>
          </a:lstStyle>
          <a:p xmlns:a="http://schemas.openxmlformats.org/drawingml/2006/main">
            <a:pPr algn="ctr">
              <a:defRPr sz="1350" b="1" i="0">
                <a:solidFill>
                  <a:srgbClr val="003366"/>
                </a:solidFill>
                <a:latin typeface="Aptos"/>
                <a:ea typeface="Aptos"/>
                <a:cs typeface="Aptos"/>
              </a:defRPr>
            </a:pPr>
            <a:r>
              <a:rPr sz="1350" b="1" i="0">
                <a:solidFill>
                  <a:srgbClr val="003366"/>
                </a:solidFill>
                <a:latin typeface="Aptos"/>
                <a:ea typeface="Aptos"/>
                <a:cs typeface="Aptos"/>
              </a:rPr>
              <a:t>Redes</a:t>
            </a:r>
          </a:p>
        </p:txBody>
      </p:sp>
      <p:sp>
        <p:nvSpPr>
          <p:cNvPr id="12" name="channel-link-2">
            <a:extLst xmlns:a="http://schemas.openxmlformats.org/drawingml/2006/main">
              <a:ext uri="{FF2B5EF4-FFF2-40B4-BE49-F238E27FC236}">
                <a16:creationId xmlns:a16="http://schemas.microsoft.com/office/drawing/2014/main" id="{3849CA14-0B96-4D57-8670-7F51B4AB004C}"/>
              </a:ext>
            </a:extLst>
          </p:cNvPr>
          <p:cNvSpPr>
            <a:spLocks xmlns:a="http://schemas.openxmlformats.org/drawingml/2006/main" noGrp="1"/>
          </p:cNvSpPr>
          <p:nvPr/>
        </p:nvSpPr>
        <p:spPr>
          <a:xfrm xmlns:a="http://schemas.openxmlformats.org/drawingml/2006/main">
            <a:off x="2971800" y="4010025"/>
            <a:ext cx="914400" cy="38100"/>
          </a:xfrm>
          <a:prstGeom xmlns:a="http://schemas.openxmlformats.org/drawingml/2006/main" prst="rect">
            <a:avLst/>
          </a:prstGeom>
          <a:solidFill xmlns:a="http://schemas.openxmlformats.org/drawingml/2006/main">
            <a:srgbClr val="19A7CE"/>
          </a:solidFill>
          <a:ln xmlns:a="http://schemas.openxmlformats.org/drawingml/2006/main" w="0">
            <a:noFill/>
            <a:prstDash val="solid"/>
          </a:ln>
        </p:spPr>
      </p:sp>
      <p:sp>
        <p:nvSpPr>
          <p:cNvPr id="13" name="channel-3">
            <a:extLst xmlns:a="http://schemas.openxmlformats.org/drawingml/2006/main">
              <a:ext uri="{FF2B5EF4-FFF2-40B4-BE49-F238E27FC236}">
                <a16:creationId xmlns:a16="http://schemas.microsoft.com/office/drawing/2014/main" id="{8EE0991F-06F5-48CC-9FE4-8FA09A2C8F0C}"/>
              </a:ext>
            </a:extLst>
          </p:cNvPr>
          <p:cNvSpPr>
            <a:spLocks xmlns:a="http://schemas.openxmlformats.org/drawingml/2006/main" noGrp="1"/>
          </p:cNvSpPr>
          <p:nvPr/>
        </p:nvSpPr>
        <p:spPr>
          <a:xfrm xmlns:a="http://schemas.openxmlformats.org/drawingml/2006/main">
            <a:off x="876300" y="4552950"/>
            <a:ext cx="2095500" cy="514350"/>
          </a:xfrm>
          <a:prstGeom xmlns:a="http://schemas.openxmlformats.org/drawingml/2006/main" prst="roundRect">
            <a:avLst>
              <a:gd name="adj" fmla="val 14815"/>
            </a:avLst>
          </a:prstGeom>
          <a:solidFill xmlns:a="http://schemas.openxmlformats.org/drawingml/2006/main">
            <a:srgbClr val="EAF4F8"/>
          </a:solidFill>
          <a:ln xmlns:a="http://schemas.openxmlformats.org/drawingml/2006/main" w="0">
            <a:noFill/>
            <a:prstDash val="solid"/>
          </a:ln>
        </p:spPr>
      </p:sp>
      <p:sp>
        <p:nvSpPr>
          <p:cNvPr id="14" name="channel-label-3">
            <a:extLst xmlns:a="http://schemas.openxmlformats.org/drawingml/2006/main">
              <a:ext uri="{FF2B5EF4-FFF2-40B4-BE49-F238E27FC236}">
                <a16:creationId xmlns:a16="http://schemas.microsoft.com/office/drawing/2014/main" id="{7AAC7716-AE0B-4444-9510-A912FC20C049}"/>
              </a:ext>
            </a:extLst>
          </p:cNvPr>
          <p:cNvSpPr>
            <a:spLocks xmlns:a="http://schemas.openxmlformats.org/drawingml/2006/main" noGrp="1"/>
          </p:cNvSpPr>
          <p:nvPr/>
        </p:nvSpPr>
        <p:spPr>
          <a:xfrm xmlns:a="http://schemas.openxmlformats.org/drawingml/2006/main">
            <a:off x="1066800" y="466725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1" i="0">
                <a:solidFill>
                  <a:srgbClr val="003366"/>
                </a:solidFill>
                <a:latin typeface="Aptos"/>
                <a:ea typeface="Aptos"/>
                <a:cs typeface="Aptos"/>
              </a:defRPr>
            </a:defPPr>
            <a:lvl1pPr algn="ctr">
              <a:defRPr sz="1350" b="1" i="0">
                <a:solidFill>
                  <a:srgbClr val="003366"/>
                </a:solidFill>
                <a:latin typeface="Aptos"/>
                <a:ea typeface="Aptos"/>
                <a:cs typeface="Aptos"/>
              </a:defRPr>
            </a:lvl1pPr>
            <a:lvl2pPr algn="ctr">
              <a:defRPr sz="1350" b="1" i="0">
                <a:solidFill>
                  <a:srgbClr val="003366"/>
                </a:solidFill>
                <a:latin typeface="Aptos"/>
                <a:ea typeface="Aptos"/>
                <a:cs typeface="Aptos"/>
              </a:defRPr>
            </a:lvl2pPr>
            <a:lvl3pPr algn="ctr">
              <a:defRPr sz="1350" b="1" i="0">
                <a:solidFill>
                  <a:srgbClr val="003366"/>
                </a:solidFill>
                <a:latin typeface="Aptos"/>
                <a:ea typeface="Aptos"/>
                <a:cs typeface="Aptos"/>
              </a:defRPr>
            </a:lvl3pPr>
            <a:lvl4pPr algn="ctr">
              <a:defRPr sz="1350" b="1" i="0">
                <a:solidFill>
                  <a:srgbClr val="003366"/>
                </a:solidFill>
                <a:latin typeface="Aptos"/>
                <a:ea typeface="Aptos"/>
                <a:cs typeface="Aptos"/>
              </a:defRPr>
            </a:lvl4pPr>
            <a:lvl5pPr algn="ctr">
              <a:defRPr sz="1350" b="1" i="0">
                <a:solidFill>
                  <a:srgbClr val="003366"/>
                </a:solidFill>
                <a:latin typeface="Aptos"/>
                <a:ea typeface="Aptos"/>
                <a:cs typeface="Aptos"/>
              </a:defRPr>
            </a:lvl5pPr>
            <a:lvl6pPr algn="ctr">
              <a:defRPr sz="1350" b="1" i="0">
                <a:solidFill>
                  <a:srgbClr val="003366"/>
                </a:solidFill>
                <a:latin typeface="Aptos"/>
                <a:ea typeface="Aptos"/>
                <a:cs typeface="Aptos"/>
              </a:defRPr>
            </a:lvl6pPr>
            <a:lvl7pPr algn="ctr">
              <a:defRPr sz="1350" b="1" i="0">
                <a:solidFill>
                  <a:srgbClr val="003366"/>
                </a:solidFill>
                <a:latin typeface="Aptos"/>
                <a:ea typeface="Aptos"/>
                <a:cs typeface="Aptos"/>
              </a:defRPr>
            </a:lvl7pPr>
            <a:lvl8pPr algn="ctr">
              <a:defRPr sz="1350" b="1" i="0">
                <a:solidFill>
                  <a:srgbClr val="003366"/>
                </a:solidFill>
                <a:latin typeface="Aptos"/>
                <a:ea typeface="Aptos"/>
                <a:cs typeface="Aptos"/>
              </a:defRPr>
            </a:lvl8pPr>
            <a:lvl9pPr algn="ctr">
              <a:defRPr sz="1350" b="1" i="0">
                <a:solidFill>
                  <a:srgbClr val="003366"/>
                </a:solidFill>
                <a:latin typeface="Aptos"/>
                <a:ea typeface="Aptos"/>
                <a:cs typeface="Aptos"/>
              </a:defRPr>
            </a:lvl9pPr>
          </a:lstStyle>
          <a:p xmlns:a="http://schemas.openxmlformats.org/drawingml/2006/main">
            <a:pPr algn="ctr">
              <a:defRPr sz="1350" b="1" i="0">
                <a:solidFill>
                  <a:srgbClr val="003366"/>
                </a:solidFill>
                <a:latin typeface="Aptos"/>
                <a:ea typeface="Aptos"/>
                <a:cs typeface="Aptos"/>
              </a:defRPr>
            </a:pPr>
            <a:r>
              <a:rPr sz="1350" b="1" i="0">
                <a:solidFill>
                  <a:srgbClr val="003366"/>
                </a:solidFill>
                <a:latin typeface="Aptos"/>
                <a:ea typeface="Aptos"/>
                <a:cs typeface="Aptos"/>
              </a:rPr>
              <a:t>Recomendación</a:t>
            </a:r>
          </a:p>
        </p:txBody>
      </p:sp>
      <p:sp>
        <p:nvSpPr>
          <p:cNvPr id="15" name="channel-link-3">
            <a:extLst xmlns:a="http://schemas.openxmlformats.org/drawingml/2006/main">
              <a:ext uri="{FF2B5EF4-FFF2-40B4-BE49-F238E27FC236}">
                <a16:creationId xmlns:a16="http://schemas.microsoft.com/office/drawing/2014/main" id="{7C2B9EF6-2448-438E-A16C-CF9E7FE2C23E}"/>
              </a:ext>
            </a:extLst>
          </p:cNvPr>
          <p:cNvSpPr>
            <a:spLocks xmlns:a="http://schemas.openxmlformats.org/drawingml/2006/main" noGrp="1"/>
          </p:cNvSpPr>
          <p:nvPr/>
        </p:nvSpPr>
        <p:spPr>
          <a:xfrm xmlns:a="http://schemas.openxmlformats.org/drawingml/2006/main">
            <a:off x="2971800" y="4791075"/>
            <a:ext cx="914400" cy="38100"/>
          </a:xfrm>
          <a:prstGeom xmlns:a="http://schemas.openxmlformats.org/drawingml/2006/main" prst="rect">
            <a:avLst/>
          </a:prstGeom>
          <a:solidFill xmlns:a="http://schemas.openxmlformats.org/drawingml/2006/main">
            <a:srgbClr val="19A7CE"/>
          </a:solidFill>
          <a:ln xmlns:a="http://schemas.openxmlformats.org/drawingml/2006/main" w="0">
            <a:noFill/>
            <a:prstDash val="solid"/>
          </a:ln>
        </p:spPr>
      </p:sp>
      <p:sp>
        <p:nvSpPr>
          <p:cNvPr id="16" name="crm-source">
            <a:extLst xmlns:a="http://schemas.openxmlformats.org/drawingml/2006/main">
              <a:ext uri="{FF2B5EF4-FFF2-40B4-BE49-F238E27FC236}">
                <a16:creationId xmlns:a16="http://schemas.microsoft.com/office/drawing/2014/main" id="{E9A9D324-1646-4723-85E1-9B2D234E4823}"/>
              </a:ext>
            </a:extLst>
          </p:cNvPr>
          <p:cNvSpPr>
            <a:spLocks xmlns:a="http://schemas.openxmlformats.org/drawingml/2006/main" noGrp="1"/>
          </p:cNvSpPr>
          <p:nvPr/>
        </p:nvSpPr>
        <p:spPr>
          <a:xfrm xmlns:a="http://schemas.openxmlformats.org/drawingml/2006/main">
            <a:off x="3886200" y="2495550"/>
            <a:ext cx="2724150" cy="2552700"/>
          </a:xfrm>
          <a:prstGeom xmlns:a="http://schemas.openxmlformats.org/drawingml/2006/main" prst="roundRect">
            <a:avLst>
              <a:gd name="adj" fmla="val 2985"/>
            </a:avLst>
          </a:prstGeom>
          <a:solidFill xmlns:a="http://schemas.openxmlformats.org/drawingml/2006/main">
            <a:srgbClr val="003366"/>
          </a:solidFill>
          <a:ln xmlns:a="http://schemas.openxmlformats.org/drawingml/2006/main" w="0">
            <a:noFill/>
            <a:prstDash val="solid"/>
          </a:ln>
        </p:spPr>
      </p:sp>
      <p:sp>
        <p:nvSpPr>
          <p:cNvPr id="17" name="crm-source-title">
            <a:extLst xmlns:a="http://schemas.openxmlformats.org/drawingml/2006/main">
              <a:ext uri="{FF2B5EF4-FFF2-40B4-BE49-F238E27FC236}">
                <a16:creationId xmlns:a16="http://schemas.microsoft.com/office/drawing/2014/main" id="{BA9A1F07-0C5C-4400-B9DC-78B3BDA2FB02}"/>
              </a:ext>
            </a:extLst>
          </p:cNvPr>
          <p:cNvSpPr>
            <a:spLocks xmlns:a="http://schemas.openxmlformats.org/drawingml/2006/main" noGrp="1"/>
          </p:cNvSpPr>
          <p:nvPr/>
        </p:nvSpPr>
        <p:spPr>
          <a:xfrm xmlns:a="http://schemas.openxmlformats.org/drawingml/2006/main">
            <a:off x="4171950" y="2781300"/>
            <a:ext cx="2152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00" b="1" i="0">
                <a:solidFill>
                  <a:srgbClr val="19A7CE"/>
                </a:solidFill>
                <a:latin typeface="Aptos"/>
                <a:ea typeface="Aptos"/>
                <a:cs typeface="Aptos"/>
              </a:defRPr>
            </a:defPPr>
            <a:lvl1pPr algn="ctr">
              <a:defRPr sz="1200" b="1" i="0">
                <a:solidFill>
                  <a:srgbClr val="19A7CE"/>
                </a:solidFill>
                <a:latin typeface="Aptos"/>
                <a:ea typeface="Aptos"/>
                <a:cs typeface="Aptos"/>
              </a:defRPr>
            </a:lvl1pPr>
            <a:lvl2pPr algn="ctr">
              <a:defRPr sz="1200" b="1" i="0">
                <a:solidFill>
                  <a:srgbClr val="19A7CE"/>
                </a:solidFill>
                <a:latin typeface="Aptos"/>
                <a:ea typeface="Aptos"/>
                <a:cs typeface="Aptos"/>
              </a:defRPr>
            </a:lvl2pPr>
            <a:lvl3pPr algn="ctr">
              <a:defRPr sz="1200" b="1" i="0">
                <a:solidFill>
                  <a:srgbClr val="19A7CE"/>
                </a:solidFill>
                <a:latin typeface="Aptos"/>
                <a:ea typeface="Aptos"/>
                <a:cs typeface="Aptos"/>
              </a:defRPr>
            </a:lvl3pPr>
            <a:lvl4pPr algn="ctr">
              <a:defRPr sz="1200" b="1" i="0">
                <a:solidFill>
                  <a:srgbClr val="19A7CE"/>
                </a:solidFill>
                <a:latin typeface="Aptos"/>
                <a:ea typeface="Aptos"/>
                <a:cs typeface="Aptos"/>
              </a:defRPr>
            </a:lvl4pPr>
            <a:lvl5pPr algn="ctr">
              <a:defRPr sz="1200" b="1" i="0">
                <a:solidFill>
                  <a:srgbClr val="19A7CE"/>
                </a:solidFill>
                <a:latin typeface="Aptos"/>
                <a:ea typeface="Aptos"/>
                <a:cs typeface="Aptos"/>
              </a:defRPr>
            </a:lvl5pPr>
            <a:lvl6pPr algn="ctr">
              <a:defRPr sz="1200" b="1" i="0">
                <a:solidFill>
                  <a:srgbClr val="19A7CE"/>
                </a:solidFill>
                <a:latin typeface="Aptos"/>
                <a:ea typeface="Aptos"/>
                <a:cs typeface="Aptos"/>
              </a:defRPr>
            </a:lvl6pPr>
            <a:lvl7pPr algn="ctr">
              <a:defRPr sz="1200" b="1" i="0">
                <a:solidFill>
                  <a:srgbClr val="19A7CE"/>
                </a:solidFill>
                <a:latin typeface="Aptos"/>
                <a:ea typeface="Aptos"/>
                <a:cs typeface="Aptos"/>
              </a:defRPr>
            </a:lvl7pPr>
            <a:lvl8pPr algn="ctr">
              <a:defRPr sz="1200" b="1" i="0">
                <a:solidFill>
                  <a:srgbClr val="19A7CE"/>
                </a:solidFill>
                <a:latin typeface="Aptos"/>
                <a:ea typeface="Aptos"/>
                <a:cs typeface="Aptos"/>
              </a:defRPr>
            </a:lvl8pPr>
            <a:lvl9pPr algn="ctr">
              <a:defRPr sz="1200" b="1" i="0">
                <a:solidFill>
                  <a:srgbClr val="19A7CE"/>
                </a:solidFill>
                <a:latin typeface="Aptos"/>
                <a:ea typeface="Aptos"/>
                <a:cs typeface="Aptos"/>
              </a:defRPr>
            </a:lvl9pPr>
          </a:lstStyle>
          <a:p xmlns:a="http://schemas.openxmlformats.org/drawingml/2006/main">
            <a:pPr algn="ctr">
              <a:defRPr sz="1200" b="1" i="0">
                <a:solidFill>
                  <a:srgbClr val="19A7CE"/>
                </a:solidFill>
                <a:latin typeface="Aptos"/>
                <a:ea typeface="Aptos"/>
                <a:cs typeface="Aptos"/>
              </a:defRPr>
            </a:pPr>
            <a:r>
              <a:rPr sz="1200" b="1" i="0">
                <a:solidFill>
                  <a:srgbClr val="19A7CE"/>
                </a:solidFill>
                <a:latin typeface="Aptos"/>
                <a:ea typeface="Aptos"/>
                <a:cs typeface="Aptos"/>
              </a:rPr>
              <a:t>FUENTE ORGANIZADA</a:t>
            </a:r>
          </a:p>
        </p:txBody>
      </p:sp>
      <p:sp>
        <p:nvSpPr>
          <p:cNvPr id="18" name="crm-source-copy">
            <a:extLst xmlns:a="http://schemas.openxmlformats.org/drawingml/2006/main">
              <a:ext uri="{FF2B5EF4-FFF2-40B4-BE49-F238E27FC236}">
                <a16:creationId xmlns:a16="http://schemas.microsoft.com/office/drawing/2014/main" id="{A6E66B49-A48A-41CC-99B2-82C9C3DDD8CB}"/>
              </a:ext>
            </a:extLst>
          </p:cNvPr>
          <p:cNvSpPr>
            <a:spLocks xmlns:a="http://schemas.openxmlformats.org/drawingml/2006/main" noGrp="1"/>
          </p:cNvSpPr>
          <p:nvPr/>
        </p:nvSpPr>
        <p:spPr>
          <a:xfrm xmlns:a="http://schemas.openxmlformats.org/drawingml/2006/main">
            <a:off x="4267200" y="3295650"/>
            <a:ext cx="196215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650" b="1" i="0">
                <a:solidFill>
                  <a:srgbClr val="FFFFFF"/>
                </a:solidFill>
                <a:latin typeface="Aptos"/>
                <a:ea typeface="Aptos"/>
                <a:cs typeface="Aptos"/>
              </a:defRPr>
            </a:defPPr>
            <a:lvl1pPr algn="ctr">
              <a:defRPr sz="1650" b="1" i="0">
                <a:solidFill>
                  <a:srgbClr val="FFFFFF"/>
                </a:solidFill>
                <a:latin typeface="Aptos"/>
                <a:ea typeface="Aptos"/>
                <a:cs typeface="Aptos"/>
              </a:defRPr>
            </a:lvl1pPr>
            <a:lvl2pPr algn="ctr">
              <a:defRPr sz="1650" b="1" i="0">
                <a:solidFill>
                  <a:srgbClr val="FFFFFF"/>
                </a:solidFill>
                <a:latin typeface="Aptos"/>
                <a:ea typeface="Aptos"/>
                <a:cs typeface="Aptos"/>
              </a:defRPr>
            </a:lvl2pPr>
            <a:lvl3pPr algn="ctr">
              <a:defRPr sz="1650" b="1" i="0">
                <a:solidFill>
                  <a:srgbClr val="FFFFFF"/>
                </a:solidFill>
                <a:latin typeface="Aptos"/>
                <a:ea typeface="Aptos"/>
                <a:cs typeface="Aptos"/>
              </a:defRPr>
            </a:lvl3pPr>
            <a:lvl4pPr algn="ctr">
              <a:defRPr sz="1650" b="1" i="0">
                <a:solidFill>
                  <a:srgbClr val="FFFFFF"/>
                </a:solidFill>
                <a:latin typeface="Aptos"/>
                <a:ea typeface="Aptos"/>
                <a:cs typeface="Aptos"/>
              </a:defRPr>
            </a:lvl4pPr>
            <a:lvl5pPr algn="ctr">
              <a:defRPr sz="1650" b="1" i="0">
                <a:solidFill>
                  <a:srgbClr val="FFFFFF"/>
                </a:solidFill>
                <a:latin typeface="Aptos"/>
                <a:ea typeface="Aptos"/>
                <a:cs typeface="Aptos"/>
              </a:defRPr>
            </a:lvl5pPr>
            <a:lvl6pPr algn="ctr">
              <a:defRPr sz="1650" b="1" i="0">
                <a:solidFill>
                  <a:srgbClr val="FFFFFF"/>
                </a:solidFill>
                <a:latin typeface="Aptos"/>
                <a:ea typeface="Aptos"/>
                <a:cs typeface="Aptos"/>
              </a:defRPr>
            </a:lvl6pPr>
            <a:lvl7pPr algn="ctr">
              <a:defRPr sz="1650" b="1" i="0">
                <a:solidFill>
                  <a:srgbClr val="FFFFFF"/>
                </a:solidFill>
                <a:latin typeface="Aptos"/>
                <a:ea typeface="Aptos"/>
                <a:cs typeface="Aptos"/>
              </a:defRPr>
            </a:lvl7pPr>
            <a:lvl8pPr algn="ctr">
              <a:defRPr sz="1650" b="1" i="0">
                <a:solidFill>
                  <a:srgbClr val="FFFFFF"/>
                </a:solidFill>
                <a:latin typeface="Aptos"/>
                <a:ea typeface="Aptos"/>
                <a:cs typeface="Aptos"/>
              </a:defRPr>
            </a:lvl8pPr>
            <a:lvl9pPr algn="ctr">
              <a:defRPr sz="1650" b="1" i="0">
                <a:solidFill>
                  <a:srgbClr val="FFFFFF"/>
                </a:solidFill>
                <a:latin typeface="Aptos"/>
                <a:ea typeface="Aptos"/>
                <a:cs typeface="Aptos"/>
              </a:defRPr>
            </a:lvl9pPr>
          </a:lstStyle>
          <a:p xmlns:a="http://schemas.openxmlformats.org/drawingml/2006/main">
            <a:pPr algn="ctr">
              <a:defRPr sz="1650" b="1" i="0">
                <a:solidFill>
                  <a:srgbClr val="FFFFFF"/>
                </a:solidFill>
                <a:latin typeface="Aptos"/>
                <a:ea typeface="Aptos"/>
                <a:cs typeface="Aptos"/>
              </a:defRPr>
            </a:pPr>
            <a:r>
              <a:rPr sz="1650" b="1" i="0">
                <a:solidFill>
                  <a:srgbClr val="FFFFFF"/>
                </a:solidFill>
                <a:latin typeface="Aptos"/>
                <a:ea typeface="Aptos"/>
                <a:cs typeface="Aptos"/>
              </a:rPr>
              <a:t>Una fila por oportunidad</a:t>
            </a:r>
          </a:p>
          <a:p xmlns:a="http://schemas.openxmlformats.org/drawingml/2006/main">
            <a:pPr algn="ctr">
              <a:defRPr sz="1650" b="1" i="0">
                <a:solidFill>
                  <a:srgbClr val="FFFFFF"/>
                </a:solidFill>
                <a:latin typeface="Aptos"/>
                <a:ea typeface="Aptos"/>
                <a:cs typeface="Aptos"/>
              </a:defRPr>
            </a:pPr>
            <a:r>
              <a:rPr sz="1650" b="1" i="0">
                <a:solidFill>
                  <a:srgbClr val="FFFFFF"/>
                </a:solidFill>
                <a:latin typeface="Aptos"/>
                <a:ea typeface="Aptos"/>
                <a:cs typeface="Aptos"/>
              </a:rPr>
              <a:t>Etapa observable</a:t>
            </a:r>
          </a:p>
          <a:p xmlns:a="http://schemas.openxmlformats.org/drawingml/2006/main">
            <a:pPr algn="ctr">
              <a:defRPr sz="1650" b="1" i="0">
                <a:solidFill>
                  <a:srgbClr val="FFFFFF"/>
                </a:solidFill>
                <a:latin typeface="Aptos"/>
                <a:ea typeface="Aptos"/>
                <a:cs typeface="Aptos"/>
              </a:defRPr>
            </a:pPr>
            <a:r>
              <a:rPr sz="1650" b="1" i="0">
                <a:solidFill>
                  <a:srgbClr val="FFFFFF"/>
                </a:solidFill>
                <a:latin typeface="Aptos"/>
                <a:ea typeface="Aptos"/>
                <a:cs typeface="Aptos"/>
              </a:rPr>
              <a:t>Próximo paso</a:t>
            </a:r>
          </a:p>
          <a:p xmlns:a="http://schemas.openxmlformats.org/drawingml/2006/main">
            <a:pPr algn="ctr">
              <a:defRPr sz="1650" b="1" i="0">
                <a:solidFill>
                  <a:srgbClr val="FFFFFF"/>
                </a:solidFill>
                <a:latin typeface="Aptos"/>
                <a:ea typeface="Aptos"/>
                <a:cs typeface="Aptos"/>
              </a:defRPr>
            </a:pPr>
            <a:r>
              <a:rPr sz="1650" b="1" i="0">
                <a:solidFill>
                  <a:srgbClr val="FFFFFF"/>
                </a:solidFill>
                <a:latin typeface="Aptos"/>
                <a:ea typeface="Aptos"/>
                <a:cs typeface="Aptos"/>
              </a:rPr>
              <a:t>Fecha y responsable</a:t>
            </a:r>
          </a:p>
        </p:txBody>
      </p:sp>
      <p:sp>
        <p:nvSpPr>
          <p:cNvPr id="19" name="crm-link">
            <a:extLst xmlns:a="http://schemas.openxmlformats.org/drawingml/2006/main">
              <a:ext uri="{FF2B5EF4-FFF2-40B4-BE49-F238E27FC236}">
                <a16:creationId xmlns:a16="http://schemas.microsoft.com/office/drawing/2014/main" id="{FA82669C-1B09-428E-A603-7CF432F2F010}"/>
              </a:ext>
            </a:extLst>
          </p:cNvPr>
          <p:cNvSpPr>
            <a:spLocks xmlns:a="http://schemas.openxmlformats.org/drawingml/2006/main" noGrp="1"/>
          </p:cNvSpPr>
          <p:nvPr/>
        </p:nvSpPr>
        <p:spPr>
          <a:xfrm xmlns:a="http://schemas.openxmlformats.org/drawingml/2006/main">
            <a:off x="6610350" y="3752850"/>
            <a:ext cx="914400" cy="38100"/>
          </a:xfrm>
          <a:prstGeom xmlns:a="http://schemas.openxmlformats.org/drawingml/2006/main" prst="rect">
            <a:avLst/>
          </a:prstGeom>
          <a:solidFill xmlns:a="http://schemas.openxmlformats.org/drawingml/2006/main">
            <a:srgbClr val="19A7CE"/>
          </a:solidFill>
          <a:ln xmlns:a="http://schemas.openxmlformats.org/drawingml/2006/main" w="0">
            <a:noFill/>
            <a:prstDash val="solid"/>
          </a:ln>
        </p:spPr>
      </p:sp>
      <p:sp>
        <p:nvSpPr>
          <p:cNvPr id="20" name="next-action">
            <a:extLst xmlns:a="http://schemas.openxmlformats.org/drawingml/2006/main">
              <a:ext uri="{FF2B5EF4-FFF2-40B4-BE49-F238E27FC236}">
                <a16:creationId xmlns:a16="http://schemas.microsoft.com/office/drawing/2014/main" id="{7DC22EC9-A94E-489E-AD95-371BC416F30E}"/>
              </a:ext>
            </a:extLst>
          </p:cNvPr>
          <p:cNvSpPr>
            <a:spLocks xmlns:a="http://schemas.openxmlformats.org/drawingml/2006/main" noGrp="1"/>
          </p:cNvSpPr>
          <p:nvPr/>
        </p:nvSpPr>
        <p:spPr>
          <a:xfrm xmlns:a="http://schemas.openxmlformats.org/drawingml/2006/main">
            <a:off x="7524750" y="2857500"/>
            <a:ext cx="3714750" cy="1828800"/>
          </a:xfrm>
          <a:prstGeom xmlns:a="http://schemas.openxmlformats.org/drawingml/2006/main" prst="roundRect">
            <a:avLst>
              <a:gd name="adj" fmla="val 4167"/>
            </a:avLst>
          </a:prstGeom>
          <a:solidFill xmlns:a="http://schemas.openxmlformats.org/drawingml/2006/main">
            <a:srgbClr val="F5F9FB"/>
          </a:solidFill>
          <a:ln xmlns:a="http://schemas.openxmlformats.org/drawingml/2006/main" w="19050">
            <a:solidFill>
              <a:srgbClr val="EAF4F8"/>
            </a:solidFill>
            <a:prstDash val="solid"/>
          </a:ln>
        </p:spPr>
      </p:sp>
      <p:sp>
        <p:nvSpPr>
          <p:cNvPr id="21" name="next-action-title">
            <a:extLst xmlns:a="http://schemas.openxmlformats.org/drawingml/2006/main">
              <a:ext uri="{FF2B5EF4-FFF2-40B4-BE49-F238E27FC236}">
                <a16:creationId xmlns:a16="http://schemas.microsoft.com/office/drawing/2014/main" id="{0DD3F32A-AC20-4CB4-A677-A477E60C7E5B}"/>
              </a:ext>
            </a:extLst>
          </p:cNvPr>
          <p:cNvSpPr>
            <a:spLocks xmlns:a="http://schemas.openxmlformats.org/drawingml/2006/main" noGrp="1"/>
          </p:cNvSpPr>
          <p:nvPr/>
        </p:nvSpPr>
        <p:spPr>
          <a:xfrm xmlns:a="http://schemas.openxmlformats.org/drawingml/2006/main">
            <a:off x="7905750" y="316230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00" b="1" i="0">
                <a:solidFill>
                  <a:srgbClr val="0878A8"/>
                </a:solidFill>
                <a:latin typeface="Aptos"/>
                <a:ea typeface="Aptos"/>
                <a:cs typeface="Aptos"/>
              </a:defRPr>
            </a:defPPr>
            <a:lvl1pPr algn="ctr">
              <a:defRPr sz="1200" b="1" i="0">
                <a:solidFill>
                  <a:srgbClr val="0878A8"/>
                </a:solidFill>
                <a:latin typeface="Aptos"/>
                <a:ea typeface="Aptos"/>
                <a:cs typeface="Aptos"/>
              </a:defRPr>
            </a:lvl1pPr>
            <a:lvl2pPr algn="ctr">
              <a:defRPr sz="1200" b="1" i="0">
                <a:solidFill>
                  <a:srgbClr val="0878A8"/>
                </a:solidFill>
                <a:latin typeface="Aptos"/>
                <a:ea typeface="Aptos"/>
                <a:cs typeface="Aptos"/>
              </a:defRPr>
            </a:lvl2pPr>
            <a:lvl3pPr algn="ctr">
              <a:defRPr sz="1200" b="1" i="0">
                <a:solidFill>
                  <a:srgbClr val="0878A8"/>
                </a:solidFill>
                <a:latin typeface="Aptos"/>
                <a:ea typeface="Aptos"/>
                <a:cs typeface="Aptos"/>
              </a:defRPr>
            </a:lvl3pPr>
            <a:lvl4pPr algn="ctr">
              <a:defRPr sz="1200" b="1" i="0">
                <a:solidFill>
                  <a:srgbClr val="0878A8"/>
                </a:solidFill>
                <a:latin typeface="Aptos"/>
                <a:ea typeface="Aptos"/>
                <a:cs typeface="Aptos"/>
              </a:defRPr>
            </a:lvl4pPr>
            <a:lvl5pPr algn="ctr">
              <a:defRPr sz="1200" b="1" i="0">
                <a:solidFill>
                  <a:srgbClr val="0878A8"/>
                </a:solidFill>
                <a:latin typeface="Aptos"/>
                <a:ea typeface="Aptos"/>
                <a:cs typeface="Aptos"/>
              </a:defRPr>
            </a:lvl5pPr>
            <a:lvl6pPr algn="ctr">
              <a:defRPr sz="1200" b="1" i="0">
                <a:solidFill>
                  <a:srgbClr val="0878A8"/>
                </a:solidFill>
                <a:latin typeface="Aptos"/>
                <a:ea typeface="Aptos"/>
                <a:cs typeface="Aptos"/>
              </a:defRPr>
            </a:lvl6pPr>
            <a:lvl7pPr algn="ctr">
              <a:defRPr sz="1200" b="1" i="0">
                <a:solidFill>
                  <a:srgbClr val="0878A8"/>
                </a:solidFill>
                <a:latin typeface="Aptos"/>
                <a:ea typeface="Aptos"/>
                <a:cs typeface="Aptos"/>
              </a:defRPr>
            </a:lvl7pPr>
            <a:lvl8pPr algn="ctr">
              <a:defRPr sz="1200" b="1" i="0">
                <a:solidFill>
                  <a:srgbClr val="0878A8"/>
                </a:solidFill>
                <a:latin typeface="Aptos"/>
                <a:ea typeface="Aptos"/>
                <a:cs typeface="Aptos"/>
              </a:defRPr>
            </a:lvl8pPr>
            <a:lvl9pPr algn="ctr">
              <a:defRPr sz="1200" b="1" i="0">
                <a:solidFill>
                  <a:srgbClr val="0878A8"/>
                </a:solidFill>
                <a:latin typeface="Aptos"/>
                <a:ea typeface="Aptos"/>
                <a:cs typeface="Aptos"/>
              </a:defRPr>
            </a:lvl9pPr>
          </a:lstStyle>
          <a:p xmlns:a="http://schemas.openxmlformats.org/drawingml/2006/main">
            <a:pPr algn="ctr">
              <a:defRPr sz="1200" b="1" i="0">
                <a:solidFill>
                  <a:srgbClr val="0878A8"/>
                </a:solidFill>
                <a:latin typeface="Aptos"/>
                <a:ea typeface="Aptos"/>
                <a:cs typeface="Aptos"/>
              </a:defRPr>
            </a:pPr>
            <a:r>
              <a:rPr sz="1200" b="1" i="0">
                <a:solidFill>
                  <a:srgbClr val="0878A8"/>
                </a:solidFill>
                <a:latin typeface="Aptos"/>
                <a:ea typeface="Aptos"/>
                <a:cs typeface="Aptos"/>
              </a:rPr>
              <a:t>SEGUIMIENTO VISIBLE</a:t>
            </a:r>
          </a:p>
        </p:txBody>
      </p:sp>
      <p:sp>
        <p:nvSpPr>
          <p:cNvPr id="22" name="next-action-copy">
            <a:extLst xmlns:a="http://schemas.openxmlformats.org/drawingml/2006/main">
              <a:ext uri="{FF2B5EF4-FFF2-40B4-BE49-F238E27FC236}">
                <a16:creationId xmlns:a16="http://schemas.microsoft.com/office/drawing/2014/main" id="{C983C98D-5C89-46C6-9E63-A8E24A65E602}"/>
              </a:ext>
            </a:extLst>
          </p:cNvPr>
          <p:cNvSpPr>
            <a:spLocks xmlns:a="http://schemas.openxmlformats.org/drawingml/2006/main" noGrp="1"/>
          </p:cNvSpPr>
          <p:nvPr/>
        </p:nvSpPr>
        <p:spPr>
          <a:xfrm xmlns:a="http://schemas.openxmlformats.org/drawingml/2006/main">
            <a:off x="7905750" y="3638550"/>
            <a:ext cx="2952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i="0">
                <a:solidFill>
                  <a:srgbClr val="17324D"/>
                </a:solidFill>
                <a:latin typeface="Aptos"/>
                <a:ea typeface="Aptos"/>
                <a:cs typeface="Aptos"/>
              </a:defRPr>
            </a:defPPr>
            <a:lvl1pPr algn="ctr">
              <a:defRPr sz="1725" b="1" i="0">
                <a:solidFill>
                  <a:srgbClr val="17324D"/>
                </a:solidFill>
                <a:latin typeface="Aptos"/>
                <a:ea typeface="Aptos"/>
                <a:cs typeface="Aptos"/>
              </a:defRPr>
            </a:lvl1pPr>
            <a:lvl2pPr algn="ctr">
              <a:defRPr sz="1725" b="1" i="0">
                <a:solidFill>
                  <a:srgbClr val="17324D"/>
                </a:solidFill>
                <a:latin typeface="Aptos"/>
                <a:ea typeface="Aptos"/>
                <a:cs typeface="Aptos"/>
              </a:defRPr>
            </a:lvl2pPr>
            <a:lvl3pPr algn="ctr">
              <a:defRPr sz="1725" b="1" i="0">
                <a:solidFill>
                  <a:srgbClr val="17324D"/>
                </a:solidFill>
                <a:latin typeface="Aptos"/>
                <a:ea typeface="Aptos"/>
                <a:cs typeface="Aptos"/>
              </a:defRPr>
            </a:lvl3pPr>
            <a:lvl4pPr algn="ctr">
              <a:defRPr sz="1725" b="1" i="0">
                <a:solidFill>
                  <a:srgbClr val="17324D"/>
                </a:solidFill>
                <a:latin typeface="Aptos"/>
                <a:ea typeface="Aptos"/>
                <a:cs typeface="Aptos"/>
              </a:defRPr>
            </a:lvl4pPr>
            <a:lvl5pPr algn="ctr">
              <a:defRPr sz="1725" b="1" i="0">
                <a:solidFill>
                  <a:srgbClr val="17324D"/>
                </a:solidFill>
                <a:latin typeface="Aptos"/>
                <a:ea typeface="Aptos"/>
                <a:cs typeface="Aptos"/>
              </a:defRPr>
            </a:lvl5pPr>
            <a:lvl6pPr algn="ctr">
              <a:defRPr sz="1725" b="1" i="0">
                <a:solidFill>
                  <a:srgbClr val="17324D"/>
                </a:solidFill>
                <a:latin typeface="Aptos"/>
                <a:ea typeface="Aptos"/>
                <a:cs typeface="Aptos"/>
              </a:defRPr>
            </a:lvl6pPr>
            <a:lvl7pPr algn="ctr">
              <a:defRPr sz="1725" b="1" i="0">
                <a:solidFill>
                  <a:srgbClr val="17324D"/>
                </a:solidFill>
                <a:latin typeface="Aptos"/>
                <a:ea typeface="Aptos"/>
                <a:cs typeface="Aptos"/>
              </a:defRPr>
            </a:lvl7pPr>
            <a:lvl8pPr algn="ctr">
              <a:defRPr sz="1725" b="1" i="0">
                <a:solidFill>
                  <a:srgbClr val="17324D"/>
                </a:solidFill>
                <a:latin typeface="Aptos"/>
                <a:ea typeface="Aptos"/>
                <a:cs typeface="Aptos"/>
              </a:defRPr>
            </a:lvl8pPr>
            <a:lvl9pPr algn="ctr">
              <a:defRPr sz="1725" b="1" i="0">
                <a:solidFill>
                  <a:srgbClr val="17324D"/>
                </a:solidFill>
                <a:latin typeface="Aptos"/>
                <a:ea typeface="Aptos"/>
                <a:cs typeface="Aptos"/>
              </a:defRPr>
            </a:lvl9pPr>
          </a:lstStyle>
          <a:p xmlns:a="http://schemas.openxmlformats.org/drawingml/2006/main">
            <a:pPr algn="ctr">
              <a:defRPr sz="1725" b="1" i="0">
                <a:solidFill>
                  <a:srgbClr val="17324D"/>
                </a:solidFill>
                <a:latin typeface="Aptos"/>
                <a:ea typeface="Aptos"/>
                <a:cs typeface="Aptos"/>
              </a:defRPr>
            </a:pPr>
            <a:r>
              <a:rPr sz="1725" b="1" i="0">
                <a:solidFill>
                  <a:srgbClr val="17324D"/>
                </a:solidFill>
                <a:latin typeface="Aptos"/>
                <a:ea typeface="Aptos"/>
                <a:cs typeface="Aptos"/>
              </a:rPr>
              <a:t>Qué ocurrió</a:t>
            </a:r>
          </a:p>
          <a:p xmlns:a="http://schemas.openxmlformats.org/drawingml/2006/main">
            <a:pPr algn="ctr">
              <a:defRPr sz="1725" b="1" i="0">
                <a:solidFill>
                  <a:srgbClr val="17324D"/>
                </a:solidFill>
                <a:latin typeface="Aptos"/>
                <a:ea typeface="Aptos"/>
                <a:cs typeface="Aptos"/>
              </a:defRPr>
            </a:pPr>
            <a:r>
              <a:rPr sz="1725" b="1" i="0">
                <a:solidFill>
                  <a:srgbClr val="17324D"/>
                </a:solidFill>
                <a:latin typeface="Aptos"/>
                <a:ea typeface="Aptos"/>
                <a:cs typeface="Aptos"/>
              </a:rPr>
              <a:t>En qué etapa está</a:t>
            </a:r>
          </a:p>
          <a:p xmlns:a="http://schemas.openxmlformats.org/drawingml/2006/main">
            <a:pPr algn="ctr">
              <a:defRPr sz="1725" b="1" i="0">
                <a:solidFill>
                  <a:srgbClr val="17324D"/>
                </a:solidFill>
                <a:latin typeface="Aptos"/>
                <a:ea typeface="Aptos"/>
                <a:cs typeface="Aptos"/>
              </a:defRPr>
            </a:pPr>
            <a:r>
              <a:rPr sz="1725" b="1" i="0">
                <a:solidFill>
                  <a:srgbClr val="17324D"/>
                </a:solidFill>
                <a:latin typeface="Aptos"/>
                <a:ea typeface="Aptos"/>
                <a:cs typeface="Aptos"/>
              </a:rPr>
              <a:t>Qué debe pasar después</a:t>
            </a:r>
          </a:p>
        </p:txBody>
      </p:sp>
      <p:sp>
        <p:nvSpPr>
          <p:cNvPr id="23" name="crm-human-box">
            <a:extLst xmlns:a="http://schemas.openxmlformats.org/drawingml/2006/main">
              <a:ext uri="{FF2B5EF4-FFF2-40B4-BE49-F238E27FC236}">
                <a16:creationId xmlns:a16="http://schemas.microsoft.com/office/drawing/2014/main" id="{D02EEEB7-FE43-4C01-AFA3-06665163B57A}"/>
              </a:ext>
            </a:extLst>
          </p:cNvPr>
          <p:cNvSpPr>
            <a:spLocks xmlns:a="http://schemas.openxmlformats.org/drawingml/2006/main" noGrp="1"/>
          </p:cNvSpPr>
          <p:nvPr/>
        </p:nvSpPr>
        <p:spPr>
          <a:xfrm xmlns:a="http://schemas.openxmlformats.org/drawingml/2006/main">
            <a:off x="3429000" y="5543550"/>
            <a:ext cx="5334000" cy="361950"/>
          </a:xfrm>
          <a:prstGeom xmlns:a="http://schemas.openxmlformats.org/drawingml/2006/main" prst="roundRect">
            <a:avLst>
              <a:gd name="adj" fmla="val 21053"/>
            </a:avLst>
          </a:prstGeom>
          <a:solidFill xmlns:a="http://schemas.openxmlformats.org/drawingml/2006/main">
            <a:srgbClr val="EAF4F8"/>
          </a:solidFill>
          <a:ln xmlns:a="http://schemas.openxmlformats.org/drawingml/2006/main" w="0">
            <a:noFill/>
            <a:prstDash val="solid"/>
          </a:ln>
        </p:spPr>
      </p:sp>
      <p:sp>
        <p:nvSpPr>
          <p:cNvPr id="24" name="crm-human-text">
            <a:extLst xmlns:a="http://schemas.openxmlformats.org/drawingml/2006/main">
              <a:ext uri="{FF2B5EF4-FFF2-40B4-BE49-F238E27FC236}">
                <a16:creationId xmlns:a16="http://schemas.microsoft.com/office/drawing/2014/main" id="{AF24AF9A-43A5-4AEF-AC2C-D39369344929}"/>
              </a:ext>
            </a:extLst>
          </p:cNvPr>
          <p:cNvSpPr>
            <a:spLocks xmlns:a="http://schemas.openxmlformats.org/drawingml/2006/main" noGrp="1"/>
          </p:cNvSpPr>
          <p:nvPr/>
        </p:nvSpPr>
        <p:spPr>
          <a:xfrm xmlns:a="http://schemas.openxmlformats.org/drawingml/2006/main">
            <a:off x="3543300" y="5610225"/>
            <a:ext cx="5105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003366"/>
                </a:solidFill>
                <a:latin typeface="Aptos"/>
                <a:ea typeface="Aptos"/>
                <a:cs typeface="Aptos"/>
              </a:defRPr>
            </a:defPPr>
            <a:lvl1pPr algn="ctr">
              <a:defRPr sz="1125" b="1" i="0">
                <a:solidFill>
                  <a:srgbClr val="003366"/>
                </a:solidFill>
                <a:latin typeface="Aptos"/>
                <a:ea typeface="Aptos"/>
                <a:cs typeface="Aptos"/>
              </a:defRPr>
            </a:lvl1pPr>
            <a:lvl2pPr algn="ctr">
              <a:defRPr sz="1125" b="1" i="0">
                <a:solidFill>
                  <a:srgbClr val="003366"/>
                </a:solidFill>
                <a:latin typeface="Aptos"/>
                <a:ea typeface="Aptos"/>
                <a:cs typeface="Aptos"/>
              </a:defRPr>
            </a:lvl2pPr>
            <a:lvl3pPr algn="ctr">
              <a:defRPr sz="1125" b="1" i="0">
                <a:solidFill>
                  <a:srgbClr val="003366"/>
                </a:solidFill>
                <a:latin typeface="Aptos"/>
                <a:ea typeface="Aptos"/>
                <a:cs typeface="Aptos"/>
              </a:defRPr>
            </a:lvl3pPr>
            <a:lvl4pPr algn="ctr">
              <a:defRPr sz="1125" b="1" i="0">
                <a:solidFill>
                  <a:srgbClr val="003366"/>
                </a:solidFill>
                <a:latin typeface="Aptos"/>
                <a:ea typeface="Aptos"/>
                <a:cs typeface="Aptos"/>
              </a:defRPr>
            </a:lvl4pPr>
            <a:lvl5pPr algn="ctr">
              <a:defRPr sz="1125" b="1" i="0">
                <a:solidFill>
                  <a:srgbClr val="003366"/>
                </a:solidFill>
                <a:latin typeface="Aptos"/>
                <a:ea typeface="Aptos"/>
                <a:cs typeface="Aptos"/>
              </a:defRPr>
            </a:lvl5pPr>
            <a:lvl6pPr algn="ctr">
              <a:defRPr sz="1125" b="1" i="0">
                <a:solidFill>
                  <a:srgbClr val="003366"/>
                </a:solidFill>
                <a:latin typeface="Aptos"/>
                <a:ea typeface="Aptos"/>
                <a:cs typeface="Aptos"/>
              </a:defRPr>
            </a:lvl6pPr>
            <a:lvl7pPr algn="ctr">
              <a:defRPr sz="1125" b="1" i="0">
                <a:solidFill>
                  <a:srgbClr val="003366"/>
                </a:solidFill>
                <a:latin typeface="Aptos"/>
                <a:ea typeface="Aptos"/>
                <a:cs typeface="Aptos"/>
              </a:defRPr>
            </a:lvl7pPr>
            <a:lvl8pPr algn="ctr">
              <a:defRPr sz="1125" b="1" i="0">
                <a:solidFill>
                  <a:srgbClr val="003366"/>
                </a:solidFill>
                <a:latin typeface="Aptos"/>
                <a:ea typeface="Aptos"/>
                <a:cs typeface="Aptos"/>
              </a:defRPr>
            </a:lvl8pPr>
            <a:lvl9pPr algn="ctr">
              <a:defRPr sz="1125" b="1" i="0">
                <a:solidFill>
                  <a:srgbClr val="003366"/>
                </a:solidFill>
                <a:latin typeface="Aptos"/>
                <a:ea typeface="Aptos"/>
                <a:cs typeface="Aptos"/>
              </a:defRPr>
            </a:lvl9pPr>
          </a:lstStyle>
          <a:p xmlns:a="http://schemas.openxmlformats.org/drawingml/2006/main">
            <a:pPr algn="ctr">
              <a:defRPr sz="1125" b="1" i="0">
                <a:solidFill>
                  <a:srgbClr val="003366"/>
                </a:solidFill>
                <a:latin typeface="Aptos"/>
                <a:ea typeface="Aptos"/>
                <a:cs typeface="Aptos"/>
              </a:defRPr>
            </a:pPr>
            <a:r>
              <a:rPr sz="1125" b="1" i="0">
                <a:solidFill>
                  <a:srgbClr val="003366"/>
                </a:solidFill>
                <a:latin typeface="Aptos"/>
                <a:ea typeface="Aptos"/>
                <a:cs typeface="Aptos"/>
              </a:rPr>
              <a:t>El CRM informa. La persona responsable decide.</a:t>
            </a:r>
          </a:p>
        </p:txBody>
      </p:sp>
      <p:sp>
        <p:nvSpPr>
          <p:cNvPr id="25" name="brand-2">
            <a:extLst xmlns:a="http://schemas.openxmlformats.org/drawingml/2006/main">
              <a:ext uri="{FF2B5EF4-FFF2-40B4-BE49-F238E27FC236}">
                <a16:creationId xmlns:a16="http://schemas.microsoft.com/office/drawing/2014/main" id="{72F3734E-B41C-4315-8E4D-98F49C44A4C5}"/>
              </a:ext>
            </a:extLst>
          </p:cNvPr>
          <p:cNvSpPr>
            <a:spLocks xmlns:a="http://schemas.openxmlformats.org/drawingml/2006/main" noGrp="1"/>
          </p:cNvSpPr>
          <p:nvPr/>
        </p:nvSpPr>
        <p:spPr>
          <a:xfrm xmlns:a="http://schemas.openxmlformats.org/drawingml/2006/main">
            <a:off x="685800" y="628650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i="0">
                <a:solidFill>
                  <a:srgbClr val="003366"/>
                </a:solidFill>
                <a:latin typeface="Aptos"/>
                <a:ea typeface="Aptos"/>
                <a:cs typeface="Aptos"/>
              </a:defRPr>
            </a:defPPr>
            <a:lvl1pPr algn="l">
              <a:defRPr sz="975" b="1" i="0">
                <a:solidFill>
                  <a:srgbClr val="003366"/>
                </a:solidFill>
                <a:latin typeface="Aptos"/>
                <a:ea typeface="Aptos"/>
                <a:cs typeface="Aptos"/>
              </a:defRPr>
            </a:lvl1pPr>
            <a:lvl2pPr algn="l">
              <a:defRPr sz="975" b="1" i="0">
                <a:solidFill>
                  <a:srgbClr val="003366"/>
                </a:solidFill>
                <a:latin typeface="Aptos"/>
                <a:ea typeface="Aptos"/>
                <a:cs typeface="Aptos"/>
              </a:defRPr>
            </a:lvl2pPr>
            <a:lvl3pPr algn="l">
              <a:defRPr sz="975" b="1" i="0">
                <a:solidFill>
                  <a:srgbClr val="003366"/>
                </a:solidFill>
                <a:latin typeface="Aptos"/>
                <a:ea typeface="Aptos"/>
                <a:cs typeface="Aptos"/>
              </a:defRPr>
            </a:lvl3pPr>
            <a:lvl4pPr algn="l">
              <a:defRPr sz="975" b="1" i="0">
                <a:solidFill>
                  <a:srgbClr val="003366"/>
                </a:solidFill>
                <a:latin typeface="Aptos"/>
                <a:ea typeface="Aptos"/>
                <a:cs typeface="Aptos"/>
              </a:defRPr>
            </a:lvl4pPr>
            <a:lvl5pPr algn="l">
              <a:defRPr sz="975" b="1" i="0">
                <a:solidFill>
                  <a:srgbClr val="003366"/>
                </a:solidFill>
                <a:latin typeface="Aptos"/>
                <a:ea typeface="Aptos"/>
                <a:cs typeface="Aptos"/>
              </a:defRPr>
            </a:lvl5pPr>
            <a:lvl6pPr algn="l">
              <a:defRPr sz="975" b="1" i="0">
                <a:solidFill>
                  <a:srgbClr val="003366"/>
                </a:solidFill>
                <a:latin typeface="Aptos"/>
                <a:ea typeface="Aptos"/>
                <a:cs typeface="Aptos"/>
              </a:defRPr>
            </a:lvl6pPr>
            <a:lvl7pPr algn="l">
              <a:defRPr sz="975" b="1" i="0">
                <a:solidFill>
                  <a:srgbClr val="003366"/>
                </a:solidFill>
                <a:latin typeface="Aptos"/>
                <a:ea typeface="Aptos"/>
                <a:cs typeface="Aptos"/>
              </a:defRPr>
            </a:lvl7pPr>
            <a:lvl8pPr algn="l">
              <a:defRPr sz="975" b="1" i="0">
                <a:solidFill>
                  <a:srgbClr val="003366"/>
                </a:solidFill>
                <a:latin typeface="Aptos"/>
                <a:ea typeface="Aptos"/>
                <a:cs typeface="Aptos"/>
              </a:defRPr>
            </a:lvl8pPr>
            <a:lvl9pPr algn="l">
              <a:defRPr sz="975" b="1" i="0">
                <a:solidFill>
                  <a:srgbClr val="003366"/>
                </a:solidFill>
                <a:latin typeface="Aptos"/>
                <a:ea typeface="Aptos"/>
                <a:cs typeface="Aptos"/>
              </a:defRPr>
            </a:lvl9pPr>
          </a:lstStyle>
          <a:p xmlns:a="http://schemas.openxmlformats.org/drawingml/2006/main">
            <a:pPr algn="l">
              <a:defRPr sz="975" b="1" i="0">
                <a:solidFill>
                  <a:srgbClr val="003366"/>
                </a:solidFill>
                <a:latin typeface="Aptos"/>
                <a:ea typeface="Aptos"/>
                <a:cs typeface="Aptos"/>
              </a:defRPr>
            </a:pPr>
            <a:r>
              <a:rPr sz="975" b="1" i="0">
                <a:solidFill>
                  <a:srgbClr val="003366"/>
                </a:solidFill>
                <a:latin typeface="Aptos"/>
                <a:ea typeface="Aptos"/>
                <a:cs typeface="Aptos"/>
              </a:rPr>
              <a:t>LANGUAGE CENTER CHILE</a:t>
            </a:r>
          </a:p>
        </p:txBody>
      </p:sp>
      <p:sp>
        <p:nvSpPr>
          <p:cNvPr id="26" name="page-2">
            <a:extLst xmlns:a="http://schemas.openxmlformats.org/drawingml/2006/main">
              <a:ext uri="{FF2B5EF4-FFF2-40B4-BE49-F238E27FC236}">
                <a16:creationId xmlns:a16="http://schemas.microsoft.com/office/drawing/2014/main" id="{67724B8F-2A66-4167-8659-0CB7F86CF488}"/>
              </a:ext>
            </a:extLst>
          </p:cNvPr>
          <p:cNvSpPr>
            <a:spLocks xmlns:a="http://schemas.openxmlformats.org/drawingml/2006/main" noGrp="1"/>
          </p:cNvSpPr>
          <p:nvPr/>
        </p:nvSpPr>
        <p:spPr>
          <a:xfrm xmlns:a="http://schemas.openxmlformats.org/drawingml/2006/main">
            <a:off x="11144250" y="6267450"/>
            <a:ext cx="361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1" i="0">
                <a:solidFill>
                  <a:srgbClr val="526B7F"/>
                </a:solidFill>
                <a:latin typeface="Aptos"/>
                <a:ea typeface="Aptos"/>
                <a:cs typeface="Aptos"/>
              </a:defRPr>
            </a:defPPr>
            <a:lvl1pPr algn="r">
              <a:defRPr sz="975" b="1" i="0">
                <a:solidFill>
                  <a:srgbClr val="526B7F"/>
                </a:solidFill>
                <a:latin typeface="Aptos"/>
                <a:ea typeface="Aptos"/>
                <a:cs typeface="Aptos"/>
              </a:defRPr>
            </a:lvl1pPr>
            <a:lvl2pPr algn="r">
              <a:defRPr sz="975" b="1" i="0">
                <a:solidFill>
                  <a:srgbClr val="526B7F"/>
                </a:solidFill>
                <a:latin typeface="Aptos"/>
                <a:ea typeface="Aptos"/>
                <a:cs typeface="Aptos"/>
              </a:defRPr>
            </a:lvl2pPr>
            <a:lvl3pPr algn="r">
              <a:defRPr sz="975" b="1" i="0">
                <a:solidFill>
                  <a:srgbClr val="526B7F"/>
                </a:solidFill>
                <a:latin typeface="Aptos"/>
                <a:ea typeface="Aptos"/>
                <a:cs typeface="Aptos"/>
              </a:defRPr>
            </a:lvl3pPr>
            <a:lvl4pPr algn="r">
              <a:defRPr sz="975" b="1" i="0">
                <a:solidFill>
                  <a:srgbClr val="526B7F"/>
                </a:solidFill>
                <a:latin typeface="Aptos"/>
                <a:ea typeface="Aptos"/>
                <a:cs typeface="Aptos"/>
              </a:defRPr>
            </a:lvl4pPr>
            <a:lvl5pPr algn="r">
              <a:defRPr sz="975" b="1" i="0">
                <a:solidFill>
                  <a:srgbClr val="526B7F"/>
                </a:solidFill>
                <a:latin typeface="Aptos"/>
                <a:ea typeface="Aptos"/>
                <a:cs typeface="Aptos"/>
              </a:defRPr>
            </a:lvl5pPr>
            <a:lvl6pPr algn="r">
              <a:defRPr sz="975" b="1" i="0">
                <a:solidFill>
                  <a:srgbClr val="526B7F"/>
                </a:solidFill>
                <a:latin typeface="Aptos"/>
                <a:ea typeface="Aptos"/>
                <a:cs typeface="Aptos"/>
              </a:defRPr>
            </a:lvl6pPr>
            <a:lvl7pPr algn="r">
              <a:defRPr sz="975" b="1" i="0">
                <a:solidFill>
                  <a:srgbClr val="526B7F"/>
                </a:solidFill>
                <a:latin typeface="Aptos"/>
                <a:ea typeface="Aptos"/>
                <a:cs typeface="Aptos"/>
              </a:defRPr>
            </a:lvl7pPr>
            <a:lvl8pPr algn="r">
              <a:defRPr sz="975" b="1" i="0">
                <a:solidFill>
                  <a:srgbClr val="526B7F"/>
                </a:solidFill>
                <a:latin typeface="Aptos"/>
                <a:ea typeface="Aptos"/>
                <a:cs typeface="Aptos"/>
              </a:defRPr>
            </a:lvl8pPr>
            <a:lvl9pPr algn="r">
              <a:defRPr sz="975" b="1" i="0">
                <a:solidFill>
                  <a:srgbClr val="526B7F"/>
                </a:solidFill>
                <a:latin typeface="Aptos"/>
                <a:ea typeface="Aptos"/>
                <a:cs typeface="Aptos"/>
              </a:defRPr>
            </a:lvl9pPr>
          </a:lstStyle>
          <a:p xmlns:a="http://schemas.openxmlformats.org/drawingml/2006/main">
            <a:pPr algn="r">
              <a:defRPr sz="975" b="1" i="0">
                <a:solidFill>
                  <a:srgbClr val="526B7F"/>
                </a:solidFill>
                <a:latin typeface="Aptos"/>
                <a:ea typeface="Aptos"/>
                <a:cs typeface="Aptos"/>
              </a:defRPr>
            </a:pPr>
            <a:r>
              <a:rPr sz="975" b="1" i="0">
                <a:solidFill>
                  <a:srgbClr val="526B7F"/>
                </a:solidFill>
                <a:latin typeface="Aptos"/>
                <a:ea typeface="Aptos"/>
                <a:cs typeface="Aptos"/>
              </a:rPr>
              <a:t>02</a:t>
            </a:r>
          </a:p>
        </p:txBody>
      </p:sp>
    </p:spTree>
    <p:extLst>
      <p:ext uri="{BB962C8B-B14F-4D97-AF65-F5344CB8AC3E}">
        <p14:creationId xmlns:p14="http://schemas.microsoft.com/office/powerpoint/2010/main" val="878866385"/>
      </p:ext>
    </p:extLst>
  </p:cSld>
</p:sld>
</file>

<file path=ppt/slides/slide3.xml><?xml version="1.0" encoding="utf-8"?>
<p:sld xmlns:p="http://schemas.openxmlformats.org/presentationml/2006/main">
  <p:cSld>
    <p:bg>
      <p:bgPr>
        <a:solidFill xmlns:a="http://schemas.openxmlformats.org/drawingml/2006/main">
          <a:srgbClr val="F5F9FB"/>
        </a:solidFill>
      </p:bgPr>
    </p:bg>
    <p:spTree>
      <p:nvGrpSpPr>
        <p:cNvPr id="1" name=""/>
        <p:cNvGrpSpPr/>
        <p:nvPr/>
      </p:nvGrpSpPr>
      <p:grpSpPr>
        <a:xfrm xmlns:a="http://schemas.openxmlformats.org/drawingml/2006/main"/>
      </p:grpSpPr>
      <p:sp>
        <p:nvSpPr>
          <p:cNvPr id="9" name="title-3">
            <a:extLst xmlns:a="http://schemas.openxmlformats.org/drawingml/2006/main">
              <a:ext uri="{FF2B5EF4-FFF2-40B4-BE49-F238E27FC236}">
                <a16:creationId xmlns:a16="http://schemas.microsoft.com/office/drawing/2014/main" id="{4C7A4DE3-F4DF-42CD-8E19-873BD8552615}"/>
              </a:ext>
            </a:extLst>
          </p:cNvPr>
          <p:cNvSpPr>
            <a:spLocks xmlns:a="http://schemas.openxmlformats.org/drawingml/2006/main" noGrp="1"/>
          </p:cNvSpPr>
          <p:nvPr/>
        </p:nvSpPr>
        <p:spPr>
          <a:xfrm xmlns:a="http://schemas.openxmlformats.org/drawingml/2006/main">
            <a:off x="685800" y="5334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850" b="1" i="0">
                <a:solidFill>
                  <a:srgbClr val="003366"/>
                </a:solidFill>
                <a:latin typeface="Aptos"/>
                <a:ea typeface="Aptos"/>
                <a:cs typeface="Aptos"/>
              </a:defRPr>
            </a:defPPr>
            <a:lvl1pPr algn="l">
              <a:defRPr sz="2850" b="1" i="0">
                <a:solidFill>
                  <a:srgbClr val="003366"/>
                </a:solidFill>
                <a:latin typeface="Aptos"/>
                <a:ea typeface="Aptos"/>
                <a:cs typeface="Aptos"/>
              </a:defRPr>
            </a:lvl1pPr>
            <a:lvl2pPr algn="l">
              <a:defRPr sz="2850" b="1" i="0">
                <a:solidFill>
                  <a:srgbClr val="003366"/>
                </a:solidFill>
                <a:latin typeface="Aptos"/>
                <a:ea typeface="Aptos"/>
                <a:cs typeface="Aptos"/>
              </a:defRPr>
            </a:lvl2pPr>
            <a:lvl3pPr algn="l">
              <a:defRPr sz="2850" b="1" i="0">
                <a:solidFill>
                  <a:srgbClr val="003366"/>
                </a:solidFill>
                <a:latin typeface="Aptos"/>
                <a:ea typeface="Aptos"/>
                <a:cs typeface="Aptos"/>
              </a:defRPr>
            </a:lvl3pPr>
            <a:lvl4pPr algn="l">
              <a:defRPr sz="2850" b="1" i="0">
                <a:solidFill>
                  <a:srgbClr val="003366"/>
                </a:solidFill>
                <a:latin typeface="Aptos"/>
                <a:ea typeface="Aptos"/>
                <a:cs typeface="Aptos"/>
              </a:defRPr>
            </a:lvl4pPr>
            <a:lvl5pPr algn="l">
              <a:defRPr sz="2850" b="1" i="0">
                <a:solidFill>
                  <a:srgbClr val="003366"/>
                </a:solidFill>
                <a:latin typeface="Aptos"/>
                <a:ea typeface="Aptos"/>
                <a:cs typeface="Aptos"/>
              </a:defRPr>
            </a:lvl5pPr>
            <a:lvl6pPr algn="l">
              <a:defRPr sz="2850" b="1" i="0">
                <a:solidFill>
                  <a:srgbClr val="003366"/>
                </a:solidFill>
                <a:latin typeface="Aptos"/>
                <a:ea typeface="Aptos"/>
                <a:cs typeface="Aptos"/>
              </a:defRPr>
            </a:lvl6pPr>
            <a:lvl7pPr algn="l">
              <a:defRPr sz="2850" b="1" i="0">
                <a:solidFill>
                  <a:srgbClr val="003366"/>
                </a:solidFill>
                <a:latin typeface="Aptos"/>
                <a:ea typeface="Aptos"/>
                <a:cs typeface="Aptos"/>
              </a:defRPr>
            </a:lvl7pPr>
            <a:lvl8pPr algn="l">
              <a:defRPr sz="2850" b="1" i="0">
                <a:solidFill>
                  <a:srgbClr val="003366"/>
                </a:solidFill>
                <a:latin typeface="Aptos"/>
                <a:ea typeface="Aptos"/>
                <a:cs typeface="Aptos"/>
              </a:defRPr>
            </a:lvl8pPr>
            <a:lvl9pPr algn="l">
              <a:defRPr sz="2850" b="1" i="0">
                <a:solidFill>
                  <a:srgbClr val="003366"/>
                </a:solidFill>
                <a:latin typeface="Aptos"/>
                <a:ea typeface="Aptos"/>
                <a:cs typeface="Aptos"/>
              </a:defRPr>
            </a:lvl9pPr>
          </a:lstStyle>
          <a:p xmlns:a="http://schemas.openxmlformats.org/drawingml/2006/main">
            <a:pPr algn="l">
              <a:defRPr sz="2850" b="1" i="0">
                <a:solidFill>
                  <a:srgbClr val="003366"/>
                </a:solidFill>
                <a:latin typeface="Aptos"/>
                <a:ea typeface="Aptos"/>
                <a:cs typeface="Aptos"/>
              </a:defRPr>
            </a:pPr>
            <a:r>
              <a:rPr sz="2850" b="1" i="0">
                <a:solidFill>
                  <a:srgbClr val="003366"/>
                </a:solidFill>
                <a:latin typeface="Aptos"/>
                <a:ea typeface="Aptos"/>
                <a:cs typeface="Aptos"/>
              </a:rPr>
              <a:t>Los diez campos del CRM</a:t>
            </a:r>
          </a:p>
        </p:txBody>
      </p:sp>
      <p:sp>
        <p:nvSpPr>
          <p:cNvPr id="2" name="title-rule-3">
            <a:extLst xmlns:a="http://schemas.openxmlformats.org/drawingml/2006/main">
              <a:ext uri="{FF2B5EF4-FFF2-40B4-BE49-F238E27FC236}">
                <a16:creationId xmlns:a16="http://schemas.microsoft.com/office/drawing/2014/main" id="{69545639-E59F-40E5-B2A1-AFBF7FA1D17E}"/>
              </a:ext>
            </a:extLst>
          </p:cNvPr>
          <p:cNvSpPr>
            <a:spLocks xmlns:a="http://schemas.openxmlformats.org/drawingml/2006/main" noGrp="1"/>
          </p:cNvSpPr>
          <p:nvPr/>
        </p:nvSpPr>
        <p:spPr>
          <a:xfrm xmlns:a="http://schemas.openxmlformats.org/drawingml/2006/main">
            <a:off x="685800" y="1295400"/>
            <a:ext cx="1047750" cy="47625"/>
          </a:xfrm>
          <a:prstGeom xmlns:a="http://schemas.openxmlformats.org/drawingml/2006/main" prst="rect">
            <a:avLst/>
          </a:prstGeom>
          <a:solidFill xmlns:a="http://schemas.openxmlformats.org/drawingml/2006/main">
            <a:srgbClr val="19A7CE"/>
          </a:solidFill>
          <a:ln xmlns:a="http://schemas.openxmlformats.org/drawingml/2006/main" w="0">
            <a:noFill/>
            <a:prstDash val="solid"/>
          </a:ln>
        </p:spPr>
      </p:sp>
      <p:sp>
        <p:nvSpPr>
          <p:cNvPr id="3" name="subtitle-3">
            <a:extLst xmlns:a="http://schemas.openxmlformats.org/drawingml/2006/main">
              <a:ext uri="{FF2B5EF4-FFF2-40B4-BE49-F238E27FC236}">
                <a16:creationId xmlns:a16="http://schemas.microsoft.com/office/drawing/2014/main" id="{7F5A9642-3196-46BA-B40A-BDE79A6A9FB0}"/>
              </a:ext>
            </a:extLst>
          </p:cNvPr>
          <p:cNvSpPr>
            <a:spLocks xmlns:a="http://schemas.openxmlformats.org/drawingml/2006/main" noGrp="1"/>
          </p:cNvSpPr>
          <p:nvPr/>
        </p:nvSpPr>
        <p:spPr>
          <a:xfrm xmlns:a="http://schemas.openxmlformats.org/drawingml/2006/main">
            <a:off x="685800" y="146685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0" i="0">
                <a:solidFill>
                  <a:srgbClr val="526B7F"/>
                </a:solidFill>
                <a:latin typeface="Aptos"/>
                <a:ea typeface="Aptos"/>
                <a:cs typeface="Aptos"/>
              </a:defRPr>
            </a:defPPr>
            <a:lvl1pPr algn="l">
              <a:defRPr sz="1425" b="0" i="0">
                <a:solidFill>
                  <a:srgbClr val="526B7F"/>
                </a:solidFill>
                <a:latin typeface="Aptos"/>
                <a:ea typeface="Aptos"/>
                <a:cs typeface="Aptos"/>
              </a:defRPr>
            </a:lvl1pPr>
            <a:lvl2pPr algn="l">
              <a:defRPr sz="1425" b="0" i="0">
                <a:solidFill>
                  <a:srgbClr val="526B7F"/>
                </a:solidFill>
                <a:latin typeface="Aptos"/>
                <a:ea typeface="Aptos"/>
                <a:cs typeface="Aptos"/>
              </a:defRPr>
            </a:lvl2pPr>
            <a:lvl3pPr algn="l">
              <a:defRPr sz="1425" b="0" i="0">
                <a:solidFill>
                  <a:srgbClr val="526B7F"/>
                </a:solidFill>
                <a:latin typeface="Aptos"/>
                <a:ea typeface="Aptos"/>
                <a:cs typeface="Aptos"/>
              </a:defRPr>
            </a:lvl3pPr>
            <a:lvl4pPr algn="l">
              <a:defRPr sz="1425" b="0" i="0">
                <a:solidFill>
                  <a:srgbClr val="526B7F"/>
                </a:solidFill>
                <a:latin typeface="Aptos"/>
                <a:ea typeface="Aptos"/>
                <a:cs typeface="Aptos"/>
              </a:defRPr>
            </a:lvl4pPr>
            <a:lvl5pPr algn="l">
              <a:defRPr sz="1425" b="0" i="0">
                <a:solidFill>
                  <a:srgbClr val="526B7F"/>
                </a:solidFill>
                <a:latin typeface="Aptos"/>
                <a:ea typeface="Aptos"/>
                <a:cs typeface="Aptos"/>
              </a:defRPr>
            </a:lvl5pPr>
            <a:lvl6pPr algn="l">
              <a:defRPr sz="1425" b="0" i="0">
                <a:solidFill>
                  <a:srgbClr val="526B7F"/>
                </a:solidFill>
                <a:latin typeface="Aptos"/>
                <a:ea typeface="Aptos"/>
                <a:cs typeface="Aptos"/>
              </a:defRPr>
            </a:lvl6pPr>
            <a:lvl7pPr algn="l">
              <a:defRPr sz="1425" b="0" i="0">
                <a:solidFill>
                  <a:srgbClr val="526B7F"/>
                </a:solidFill>
                <a:latin typeface="Aptos"/>
                <a:ea typeface="Aptos"/>
                <a:cs typeface="Aptos"/>
              </a:defRPr>
            </a:lvl7pPr>
            <a:lvl8pPr algn="l">
              <a:defRPr sz="1425" b="0" i="0">
                <a:solidFill>
                  <a:srgbClr val="526B7F"/>
                </a:solidFill>
                <a:latin typeface="Aptos"/>
                <a:ea typeface="Aptos"/>
                <a:cs typeface="Aptos"/>
              </a:defRPr>
            </a:lvl8pPr>
            <a:lvl9pPr algn="l">
              <a:defRPr sz="1425" b="0" i="0">
                <a:solidFill>
                  <a:srgbClr val="526B7F"/>
                </a:solidFill>
                <a:latin typeface="Aptos"/>
                <a:ea typeface="Aptos"/>
                <a:cs typeface="Aptos"/>
              </a:defRPr>
            </a:lvl9pPr>
          </a:lstStyle>
          <a:p xmlns:a="http://schemas.openxmlformats.org/drawingml/2006/main">
            <a:pPr algn="l">
              <a:defRPr sz="1425" b="0" i="0">
                <a:solidFill>
                  <a:srgbClr val="526B7F"/>
                </a:solidFill>
                <a:latin typeface="Aptos"/>
                <a:ea typeface="Aptos"/>
                <a:cs typeface="Aptos"/>
              </a:defRPr>
            </a:pPr>
            <a:r>
              <a:rPr sz="1425" b="0" i="0">
                <a:solidFill>
                  <a:srgbClr val="526B7F"/>
                </a:solidFill>
                <a:latin typeface="Aptos"/>
                <a:ea typeface="Aptos"/>
                <a:cs typeface="Aptos"/>
              </a:rPr>
              <a:t>Cada dato cumple una función concreta. La columna Observación admite solo contexto necesario.</a:t>
            </a:r>
          </a:p>
        </p:txBody>
      </p:sp>
      <p:graphicFrame>
        <p:nvGraphicFramePr>
          <p:cNvPr id="4" name="">
            <a:extLst xmlns:a="http://schemas.openxmlformats.org/drawingml/2006/main">
              <a:ext uri="{FF2B5EF4-FFF2-40B4-BE49-F238E27FC236}">
                <a16:creationId xmlns:a16="http://schemas.microsoft.com/office/drawing/2014/main" id="{4DD1668B-9B79-447C-99C0-0A594FC54B02}"/>
              </a:ext>
            </a:extLst>
          </p:cNvPr>
          <p:cNvGraphicFramePr/>
          <p:nvPr/>
        </p:nvGraphicFramePr>
        <p:xfrm>
          <a:off xmlns:a="http://schemas.openxmlformats.org/drawingml/2006/main" x="876300" y="2133600"/>
          <a:ext xmlns:a="http://schemas.openxmlformats.org/drawingml/2006/main" cx="10439400" cy="3276600"/>
        </p:xfrm>
        <a:graphic xmlns:a="http://schemas.openxmlformats.org/drawingml/2006/main">
          <a:graphicData uri="http://schemas.openxmlformats.org/drawingml/2006/table">
            <a:tbl>
              <a:tblPr/>
              <a:tblGrid>
                <a:gridCol w="952500"/>
                <a:gridCol w="4267200"/>
                <a:gridCol w="952500"/>
                <a:gridCol w="4267200"/>
              </a:tblGrid>
              <a:tr h="546100">
                <a:tc>
                  <a:txBody>
                    <a:bodyPr/>
                    <a:lstStyle/>
                    <a:p>
                      <a:pPr algn="ctr"/>
                      <a:r>
                        <a:rPr sz="1275" b="1">
                          <a:solidFill>
                            <a:srgbClr val="FFFFFF"/>
                          </a:solidFill>
                          <a:latin typeface="Aptos"/>
                          <a:ea typeface="Aptos"/>
                          <a:cs typeface="Aptos"/>
                        </a:rPr>
                        <a:t>Nº</a:t>
                      </a:r>
                    </a:p>
                  </a:txBody>
                  <a:tcPr marL="91440" marR="91440" marT="45720" marB="45720">
                    <a:lnL w="9525">
                      <a:solidFill>
                        <a:srgbClr val="EAF4F8"/>
                      </a:solidFill>
                      <a:prstDash val="solid"/>
                    </a:lnL>
                    <a:lnR w="9525">
                      <a:solidFill>
                        <a:srgbClr val="EAF4F8"/>
                      </a:solidFill>
                      <a:prstDash val="solid"/>
                    </a:lnR>
                    <a:lnT w="9525">
                      <a:solidFill>
                        <a:srgbClr val="EAF4F8"/>
                      </a:solidFill>
                      <a:prstDash val="solid"/>
                    </a:lnT>
                    <a:lnB w="9525">
                      <a:solidFill>
                        <a:srgbClr val="EAF4F8"/>
                      </a:solidFill>
                      <a:prstDash val="solid"/>
                    </a:lnB>
                    <a:solidFill>
                      <a:srgbClr val="003366"/>
                    </a:solidFill>
                  </a:tcPr>
                </a:tc>
                <a:tc>
                  <a:txBody>
                    <a:bodyPr/>
                    <a:lstStyle/>
                    <a:p>
                      <a:pPr algn="ctr"/>
                      <a:r>
                        <a:rPr sz="1275" b="1">
                          <a:solidFill>
                            <a:srgbClr val="FFFFFF"/>
                          </a:solidFill>
                          <a:latin typeface="Aptos"/>
                          <a:ea typeface="Aptos"/>
                          <a:cs typeface="Aptos"/>
                        </a:rPr>
                        <a:t>Campo</a:t>
                      </a:r>
                    </a:p>
                  </a:txBody>
                  <a:tcPr marL="91440" marR="91440" marT="45720" marB="45720">
                    <a:lnR w="9525">
                      <a:solidFill>
                        <a:srgbClr val="EAF4F8"/>
                      </a:solidFill>
                      <a:prstDash val="solid"/>
                    </a:lnR>
                    <a:lnT w="9525">
                      <a:solidFill>
                        <a:srgbClr val="EAF4F8"/>
                      </a:solidFill>
                      <a:prstDash val="solid"/>
                    </a:lnT>
                    <a:lnB w="9525">
                      <a:solidFill>
                        <a:srgbClr val="EAF4F8"/>
                      </a:solidFill>
                      <a:prstDash val="solid"/>
                    </a:lnB>
                    <a:solidFill>
                      <a:srgbClr val="003366"/>
                    </a:solidFill>
                  </a:tcPr>
                </a:tc>
                <a:tc>
                  <a:txBody>
                    <a:bodyPr/>
                    <a:lstStyle/>
                    <a:p>
                      <a:pPr algn="ctr"/>
                      <a:r>
                        <a:rPr sz="1275" b="1">
                          <a:solidFill>
                            <a:srgbClr val="FFFFFF"/>
                          </a:solidFill>
                          <a:latin typeface="Aptos"/>
                          <a:ea typeface="Aptos"/>
                          <a:cs typeface="Aptos"/>
                        </a:rPr>
                        <a:t>Nº</a:t>
                      </a:r>
                    </a:p>
                  </a:txBody>
                  <a:tcPr marL="91440" marR="91440" marT="45720" marB="45720">
                    <a:lnR w="9525">
                      <a:solidFill>
                        <a:srgbClr val="EAF4F8"/>
                      </a:solidFill>
                      <a:prstDash val="solid"/>
                    </a:lnR>
                    <a:lnT w="9525">
                      <a:solidFill>
                        <a:srgbClr val="EAF4F8"/>
                      </a:solidFill>
                      <a:prstDash val="solid"/>
                    </a:lnT>
                    <a:lnB w="9525">
                      <a:solidFill>
                        <a:srgbClr val="EAF4F8"/>
                      </a:solidFill>
                      <a:prstDash val="solid"/>
                    </a:lnB>
                    <a:solidFill>
                      <a:srgbClr val="003366"/>
                    </a:solidFill>
                  </a:tcPr>
                </a:tc>
                <a:tc>
                  <a:txBody>
                    <a:bodyPr/>
                    <a:lstStyle/>
                    <a:p>
                      <a:pPr algn="ctr"/>
                      <a:r>
                        <a:rPr sz="1275" b="1">
                          <a:solidFill>
                            <a:srgbClr val="FFFFFF"/>
                          </a:solidFill>
                          <a:latin typeface="Aptos"/>
                          <a:ea typeface="Aptos"/>
                          <a:cs typeface="Aptos"/>
                        </a:rPr>
                        <a:t>Campo</a:t>
                      </a:r>
                    </a:p>
                  </a:txBody>
                  <a:tcPr marL="91440" marR="91440" marT="45720" marB="45720">
                    <a:lnR w="9525">
                      <a:solidFill>
                        <a:srgbClr val="EAF4F8"/>
                      </a:solidFill>
                      <a:prstDash val="solid"/>
                    </a:lnR>
                    <a:lnT w="9525">
                      <a:solidFill>
                        <a:srgbClr val="EAF4F8"/>
                      </a:solidFill>
                      <a:prstDash val="solid"/>
                    </a:lnT>
                    <a:lnB w="9525">
                      <a:solidFill>
                        <a:srgbClr val="EAF4F8"/>
                      </a:solidFill>
                      <a:prstDash val="solid"/>
                    </a:lnB>
                    <a:solidFill>
                      <a:srgbClr val="003366"/>
                    </a:solidFill>
                  </a:tcPr>
                </a:tc>
              </a:tr>
              <a:tr h="546100">
                <a:tc>
                  <a:txBody>
                    <a:bodyPr/>
                    <a:lstStyle/>
                    <a:p>
                      <a:pPr algn="ctr"/>
                      <a:r>
                        <a:rPr sz="1350" b="1">
                          <a:solidFill>
                            <a:srgbClr val="003366"/>
                          </a:solidFill>
                          <a:latin typeface="Aptos"/>
                          <a:ea typeface="Aptos"/>
                          <a:cs typeface="Aptos"/>
                        </a:rPr>
                        <a:t>1</a:t>
                      </a:r>
                    </a:p>
                  </a:txBody>
                  <a:tcPr marL="91440" marR="91440" marT="45720" marB="45720">
                    <a:lnL w="9525">
                      <a:solidFill>
                        <a:srgbClr val="EAF4F8"/>
                      </a:solidFill>
                      <a:prstDash val="solid"/>
                    </a:lnL>
                    <a:lnR w="9525">
                      <a:solidFill>
                        <a:srgbClr val="EAF4F8"/>
                      </a:solidFill>
                      <a:prstDash val="solid"/>
                    </a:lnR>
                    <a:lnB w="9525">
                      <a:solidFill>
                        <a:srgbClr val="EAF4F8"/>
                      </a:solidFill>
                      <a:prstDash val="solid"/>
                    </a:lnB>
                    <a:solidFill>
                      <a:srgbClr val="EAF4F8"/>
                    </a:solidFill>
                  </a:tcPr>
                </a:tc>
                <a:tc>
                  <a:txBody>
                    <a:bodyPr/>
                    <a:lstStyle/>
                    <a:p>
                      <a:r>
                        <a:rPr sz="1425" b="1">
                          <a:solidFill>
                            <a:srgbClr val="17324D"/>
                          </a:solidFill>
                          <a:latin typeface="Aptos"/>
                          <a:ea typeface="Aptos"/>
                          <a:cs typeface="Aptos"/>
                        </a:rPr>
                        <a:t>Lead ID</a:t>
                      </a:r>
                    </a:p>
                  </a:txBody>
                  <a:tcPr marL="91440" marR="91440" marT="45720" marB="45720">
                    <a:lnR w="9525">
                      <a:solidFill>
                        <a:srgbClr val="EAF4F8"/>
                      </a:solidFill>
                      <a:prstDash val="solid"/>
                    </a:lnR>
                    <a:lnB w="9525">
                      <a:solidFill>
                        <a:srgbClr val="EAF4F8"/>
                      </a:solidFill>
                      <a:prstDash val="solid"/>
                    </a:lnB>
                    <a:solidFill>
                      <a:srgbClr val="FFFFFF"/>
                    </a:solidFill>
                  </a:tcPr>
                </a:tc>
                <a:tc>
                  <a:txBody>
                    <a:bodyPr/>
                    <a:lstStyle/>
                    <a:p>
                      <a:pPr algn="ctr"/>
                      <a:r>
                        <a:rPr sz="1350" b="1">
                          <a:solidFill>
                            <a:srgbClr val="003366"/>
                          </a:solidFill>
                          <a:latin typeface="Aptos"/>
                          <a:ea typeface="Aptos"/>
                          <a:cs typeface="Aptos"/>
                        </a:rPr>
                        <a:t>6</a:t>
                      </a:r>
                    </a:p>
                  </a:txBody>
                  <a:tcPr marL="91440" marR="91440" marT="45720" marB="45720">
                    <a:lnR w="9525">
                      <a:solidFill>
                        <a:srgbClr val="EAF4F8"/>
                      </a:solidFill>
                      <a:prstDash val="solid"/>
                    </a:lnR>
                    <a:lnB w="9525">
                      <a:solidFill>
                        <a:srgbClr val="EAF4F8"/>
                      </a:solidFill>
                      <a:prstDash val="solid"/>
                    </a:lnB>
                    <a:solidFill>
                      <a:srgbClr val="EAF4F8"/>
                    </a:solidFill>
                  </a:tcPr>
                </a:tc>
                <a:tc>
                  <a:txBody>
                    <a:bodyPr/>
                    <a:lstStyle/>
                    <a:p>
                      <a:r>
                        <a:rPr sz="1425" b="1">
                          <a:solidFill>
                            <a:srgbClr val="17324D"/>
                          </a:solidFill>
                          <a:latin typeface="Aptos"/>
                          <a:ea typeface="Aptos"/>
                          <a:cs typeface="Aptos"/>
                        </a:rPr>
                        <a:t>Último contacto</a:t>
                      </a:r>
                    </a:p>
                  </a:txBody>
                  <a:tcPr marL="91440" marR="91440" marT="45720" marB="45720">
                    <a:lnR w="9525">
                      <a:solidFill>
                        <a:srgbClr val="EAF4F8"/>
                      </a:solidFill>
                      <a:prstDash val="solid"/>
                    </a:lnR>
                    <a:lnB w="9525">
                      <a:solidFill>
                        <a:srgbClr val="EAF4F8"/>
                      </a:solidFill>
                      <a:prstDash val="solid"/>
                    </a:lnB>
                    <a:solidFill>
                      <a:srgbClr val="FFFFFF"/>
                    </a:solidFill>
                  </a:tcPr>
                </a:tc>
              </a:tr>
              <a:tr h="546100">
                <a:tc>
                  <a:txBody>
                    <a:bodyPr/>
                    <a:lstStyle/>
                    <a:p>
                      <a:pPr algn="ctr"/>
                      <a:r>
                        <a:rPr sz="1350" b="1">
                          <a:solidFill>
                            <a:srgbClr val="003366"/>
                          </a:solidFill>
                          <a:latin typeface="Aptos"/>
                          <a:ea typeface="Aptos"/>
                          <a:cs typeface="Aptos"/>
                        </a:rPr>
                        <a:t>2</a:t>
                      </a:r>
                    </a:p>
                  </a:txBody>
                  <a:tcPr marL="91440" marR="91440" marT="45720" marB="45720">
                    <a:lnL w="9525">
                      <a:solidFill>
                        <a:srgbClr val="EAF4F8"/>
                      </a:solidFill>
                      <a:prstDash val="solid"/>
                    </a:lnL>
                    <a:lnR w="9525">
                      <a:solidFill>
                        <a:srgbClr val="EAF4F8"/>
                      </a:solidFill>
                      <a:prstDash val="solid"/>
                    </a:lnR>
                    <a:lnB w="9525">
                      <a:solidFill>
                        <a:srgbClr val="EAF4F8"/>
                      </a:solidFill>
                      <a:prstDash val="solid"/>
                    </a:lnB>
                    <a:solidFill>
                      <a:srgbClr val="EAF4F8"/>
                    </a:solidFill>
                  </a:tcPr>
                </a:tc>
                <a:tc>
                  <a:txBody>
                    <a:bodyPr/>
                    <a:lstStyle/>
                    <a:p>
                      <a:r>
                        <a:rPr sz="1425" b="1">
                          <a:solidFill>
                            <a:srgbClr val="17324D"/>
                          </a:solidFill>
                          <a:latin typeface="Aptos"/>
                          <a:ea typeface="Aptos"/>
                          <a:cs typeface="Aptos"/>
                        </a:rPr>
                        <a:t>Nombre ficticio</a:t>
                      </a:r>
                    </a:p>
                  </a:txBody>
                  <a:tcPr marL="91440" marR="91440" marT="45720" marB="45720">
                    <a:lnR w="9525">
                      <a:solidFill>
                        <a:srgbClr val="EAF4F8"/>
                      </a:solidFill>
                      <a:prstDash val="solid"/>
                    </a:lnR>
                    <a:lnB w="9525">
                      <a:solidFill>
                        <a:srgbClr val="EAF4F8"/>
                      </a:solidFill>
                      <a:prstDash val="solid"/>
                    </a:lnB>
                    <a:solidFill>
                      <a:srgbClr val="FFFFFF"/>
                    </a:solidFill>
                  </a:tcPr>
                </a:tc>
                <a:tc>
                  <a:txBody>
                    <a:bodyPr/>
                    <a:lstStyle/>
                    <a:p>
                      <a:pPr algn="ctr"/>
                      <a:r>
                        <a:rPr sz="1350" b="1">
                          <a:solidFill>
                            <a:srgbClr val="003366"/>
                          </a:solidFill>
                          <a:latin typeface="Aptos"/>
                          <a:ea typeface="Aptos"/>
                          <a:cs typeface="Aptos"/>
                        </a:rPr>
                        <a:t>7</a:t>
                      </a:r>
                    </a:p>
                  </a:txBody>
                  <a:tcPr marL="91440" marR="91440" marT="45720" marB="45720">
                    <a:lnR w="9525">
                      <a:solidFill>
                        <a:srgbClr val="EAF4F8"/>
                      </a:solidFill>
                      <a:prstDash val="solid"/>
                    </a:lnR>
                    <a:lnB w="9525">
                      <a:solidFill>
                        <a:srgbClr val="EAF4F8"/>
                      </a:solidFill>
                      <a:prstDash val="solid"/>
                    </a:lnB>
                    <a:solidFill>
                      <a:srgbClr val="EAF4F8"/>
                    </a:solidFill>
                  </a:tcPr>
                </a:tc>
                <a:tc>
                  <a:txBody>
                    <a:bodyPr/>
                    <a:lstStyle/>
                    <a:p>
                      <a:r>
                        <a:rPr sz="1425" b="1">
                          <a:solidFill>
                            <a:srgbClr val="17324D"/>
                          </a:solidFill>
                          <a:latin typeface="Aptos"/>
                          <a:ea typeface="Aptos"/>
                          <a:cs typeface="Aptos"/>
                        </a:rPr>
                        <a:t>Próximo paso</a:t>
                      </a:r>
                    </a:p>
                  </a:txBody>
                  <a:tcPr marL="91440" marR="91440" marT="45720" marB="45720">
                    <a:lnR w="9525">
                      <a:solidFill>
                        <a:srgbClr val="EAF4F8"/>
                      </a:solidFill>
                      <a:prstDash val="solid"/>
                    </a:lnR>
                    <a:lnB w="9525">
                      <a:solidFill>
                        <a:srgbClr val="EAF4F8"/>
                      </a:solidFill>
                      <a:prstDash val="solid"/>
                    </a:lnB>
                    <a:solidFill>
                      <a:srgbClr val="FFFFFF"/>
                    </a:solidFill>
                  </a:tcPr>
                </a:tc>
              </a:tr>
              <a:tr h="546100">
                <a:tc>
                  <a:txBody>
                    <a:bodyPr/>
                    <a:lstStyle/>
                    <a:p>
                      <a:pPr algn="ctr"/>
                      <a:r>
                        <a:rPr sz="1350" b="1">
                          <a:solidFill>
                            <a:srgbClr val="003366"/>
                          </a:solidFill>
                          <a:latin typeface="Aptos"/>
                          <a:ea typeface="Aptos"/>
                          <a:cs typeface="Aptos"/>
                        </a:rPr>
                        <a:t>3</a:t>
                      </a:r>
                    </a:p>
                  </a:txBody>
                  <a:tcPr marL="91440" marR="91440" marT="45720" marB="45720">
                    <a:lnL w="9525">
                      <a:solidFill>
                        <a:srgbClr val="EAF4F8"/>
                      </a:solidFill>
                      <a:prstDash val="solid"/>
                    </a:lnL>
                    <a:lnR w="9525">
                      <a:solidFill>
                        <a:srgbClr val="EAF4F8"/>
                      </a:solidFill>
                      <a:prstDash val="solid"/>
                    </a:lnR>
                    <a:lnB w="9525">
                      <a:solidFill>
                        <a:srgbClr val="EAF4F8"/>
                      </a:solidFill>
                      <a:prstDash val="solid"/>
                    </a:lnB>
                    <a:solidFill>
                      <a:srgbClr val="EAF4F8"/>
                    </a:solidFill>
                  </a:tcPr>
                </a:tc>
                <a:tc>
                  <a:txBody>
                    <a:bodyPr/>
                    <a:lstStyle/>
                    <a:p>
                      <a:r>
                        <a:rPr sz="1425" b="1">
                          <a:solidFill>
                            <a:srgbClr val="17324D"/>
                          </a:solidFill>
                          <a:latin typeface="Aptos"/>
                          <a:ea typeface="Aptos"/>
                          <a:cs typeface="Aptos"/>
                        </a:rPr>
                        <a:t>Origen</a:t>
                      </a:r>
                    </a:p>
                  </a:txBody>
                  <a:tcPr marL="91440" marR="91440" marT="45720" marB="45720">
                    <a:lnR w="9525">
                      <a:solidFill>
                        <a:srgbClr val="EAF4F8"/>
                      </a:solidFill>
                      <a:prstDash val="solid"/>
                    </a:lnR>
                    <a:lnB w="9525">
                      <a:solidFill>
                        <a:srgbClr val="EAF4F8"/>
                      </a:solidFill>
                      <a:prstDash val="solid"/>
                    </a:lnB>
                    <a:solidFill>
                      <a:srgbClr val="FFFFFF"/>
                    </a:solidFill>
                  </a:tcPr>
                </a:tc>
                <a:tc>
                  <a:txBody>
                    <a:bodyPr/>
                    <a:lstStyle/>
                    <a:p>
                      <a:pPr algn="ctr"/>
                      <a:r>
                        <a:rPr sz="1350" b="1">
                          <a:solidFill>
                            <a:srgbClr val="003366"/>
                          </a:solidFill>
                          <a:latin typeface="Aptos"/>
                          <a:ea typeface="Aptos"/>
                          <a:cs typeface="Aptos"/>
                        </a:rPr>
                        <a:t>8</a:t>
                      </a:r>
                    </a:p>
                  </a:txBody>
                  <a:tcPr marL="91440" marR="91440" marT="45720" marB="45720">
                    <a:lnR w="9525">
                      <a:solidFill>
                        <a:srgbClr val="EAF4F8"/>
                      </a:solidFill>
                      <a:prstDash val="solid"/>
                    </a:lnR>
                    <a:lnB w="9525">
                      <a:solidFill>
                        <a:srgbClr val="EAF4F8"/>
                      </a:solidFill>
                      <a:prstDash val="solid"/>
                    </a:lnB>
                    <a:solidFill>
                      <a:srgbClr val="EAF4F8"/>
                    </a:solidFill>
                  </a:tcPr>
                </a:tc>
                <a:tc>
                  <a:txBody>
                    <a:bodyPr/>
                    <a:lstStyle/>
                    <a:p>
                      <a:r>
                        <a:rPr sz="1425" b="1">
                          <a:solidFill>
                            <a:srgbClr val="17324D"/>
                          </a:solidFill>
                          <a:latin typeface="Aptos"/>
                          <a:ea typeface="Aptos"/>
                          <a:cs typeface="Aptos"/>
                        </a:rPr>
                        <a:t>Fecha próxima</a:t>
                      </a:r>
                    </a:p>
                  </a:txBody>
                  <a:tcPr marL="91440" marR="91440" marT="45720" marB="45720">
                    <a:lnR w="9525">
                      <a:solidFill>
                        <a:srgbClr val="EAF4F8"/>
                      </a:solidFill>
                      <a:prstDash val="solid"/>
                    </a:lnR>
                    <a:lnB w="9525">
                      <a:solidFill>
                        <a:srgbClr val="EAF4F8"/>
                      </a:solidFill>
                      <a:prstDash val="solid"/>
                    </a:lnB>
                    <a:solidFill>
                      <a:srgbClr val="FFFFFF"/>
                    </a:solidFill>
                  </a:tcPr>
                </a:tc>
              </a:tr>
              <a:tr h="546100">
                <a:tc>
                  <a:txBody>
                    <a:bodyPr/>
                    <a:lstStyle/>
                    <a:p>
                      <a:pPr algn="ctr"/>
                      <a:r>
                        <a:rPr sz="1350" b="1">
                          <a:solidFill>
                            <a:srgbClr val="003366"/>
                          </a:solidFill>
                          <a:latin typeface="Aptos"/>
                          <a:ea typeface="Aptos"/>
                          <a:cs typeface="Aptos"/>
                        </a:rPr>
                        <a:t>4</a:t>
                      </a:r>
                    </a:p>
                  </a:txBody>
                  <a:tcPr marL="91440" marR="91440" marT="45720" marB="45720">
                    <a:lnL w="9525">
                      <a:solidFill>
                        <a:srgbClr val="EAF4F8"/>
                      </a:solidFill>
                      <a:prstDash val="solid"/>
                    </a:lnL>
                    <a:lnR w="9525">
                      <a:solidFill>
                        <a:srgbClr val="EAF4F8"/>
                      </a:solidFill>
                      <a:prstDash val="solid"/>
                    </a:lnR>
                    <a:lnB w="9525">
                      <a:solidFill>
                        <a:srgbClr val="EAF4F8"/>
                      </a:solidFill>
                      <a:prstDash val="solid"/>
                    </a:lnB>
                    <a:solidFill>
                      <a:srgbClr val="EAF4F8"/>
                    </a:solidFill>
                  </a:tcPr>
                </a:tc>
                <a:tc>
                  <a:txBody>
                    <a:bodyPr/>
                    <a:lstStyle/>
                    <a:p>
                      <a:r>
                        <a:rPr sz="1425" b="1">
                          <a:solidFill>
                            <a:srgbClr val="17324D"/>
                          </a:solidFill>
                          <a:latin typeface="Aptos"/>
                          <a:ea typeface="Aptos"/>
                          <a:cs typeface="Aptos"/>
                        </a:rPr>
                        <a:t>Interés</a:t>
                      </a:r>
                    </a:p>
                  </a:txBody>
                  <a:tcPr marL="91440" marR="91440" marT="45720" marB="45720">
                    <a:lnR w="9525">
                      <a:solidFill>
                        <a:srgbClr val="EAF4F8"/>
                      </a:solidFill>
                      <a:prstDash val="solid"/>
                    </a:lnR>
                    <a:lnB w="9525">
                      <a:solidFill>
                        <a:srgbClr val="EAF4F8"/>
                      </a:solidFill>
                      <a:prstDash val="solid"/>
                    </a:lnB>
                    <a:solidFill>
                      <a:srgbClr val="FFFFFF"/>
                    </a:solidFill>
                  </a:tcPr>
                </a:tc>
                <a:tc>
                  <a:txBody>
                    <a:bodyPr/>
                    <a:lstStyle/>
                    <a:p>
                      <a:pPr algn="ctr"/>
                      <a:r>
                        <a:rPr sz="1350" b="1">
                          <a:solidFill>
                            <a:srgbClr val="003366"/>
                          </a:solidFill>
                          <a:latin typeface="Aptos"/>
                          <a:ea typeface="Aptos"/>
                          <a:cs typeface="Aptos"/>
                        </a:rPr>
                        <a:t>9</a:t>
                      </a:r>
                    </a:p>
                  </a:txBody>
                  <a:tcPr marL="91440" marR="91440" marT="45720" marB="45720">
                    <a:lnR w="9525">
                      <a:solidFill>
                        <a:srgbClr val="EAF4F8"/>
                      </a:solidFill>
                      <a:prstDash val="solid"/>
                    </a:lnR>
                    <a:lnB w="9525">
                      <a:solidFill>
                        <a:srgbClr val="EAF4F8"/>
                      </a:solidFill>
                      <a:prstDash val="solid"/>
                    </a:lnB>
                    <a:solidFill>
                      <a:srgbClr val="EAF4F8"/>
                    </a:solidFill>
                  </a:tcPr>
                </a:tc>
                <a:tc>
                  <a:txBody>
                    <a:bodyPr/>
                    <a:lstStyle/>
                    <a:p>
                      <a:r>
                        <a:rPr sz="1425" b="1">
                          <a:solidFill>
                            <a:srgbClr val="17324D"/>
                          </a:solidFill>
                          <a:latin typeface="Aptos"/>
                          <a:ea typeface="Aptos"/>
                          <a:cs typeface="Aptos"/>
                        </a:rPr>
                        <a:t>Responsable</a:t>
                      </a:r>
                    </a:p>
                  </a:txBody>
                  <a:tcPr marL="91440" marR="91440" marT="45720" marB="45720">
                    <a:lnR w="9525">
                      <a:solidFill>
                        <a:srgbClr val="EAF4F8"/>
                      </a:solidFill>
                      <a:prstDash val="solid"/>
                    </a:lnR>
                    <a:lnB w="9525">
                      <a:solidFill>
                        <a:srgbClr val="EAF4F8"/>
                      </a:solidFill>
                      <a:prstDash val="solid"/>
                    </a:lnB>
                    <a:solidFill>
                      <a:srgbClr val="FFFFFF"/>
                    </a:solidFill>
                  </a:tcPr>
                </a:tc>
              </a:tr>
              <a:tr h="546100">
                <a:tc>
                  <a:txBody>
                    <a:bodyPr/>
                    <a:lstStyle/>
                    <a:p>
                      <a:pPr algn="ctr"/>
                      <a:r>
                        <a:rPr sz="1350" b="1">
                          <a:solidFill>
                            <a:srgbClr val="003366"/>
                          </a:solidFill>
                          <a:latin typeface="Aptos"/>
                          <a:ea typeface="Aptos"/>
                          <a:cs typeface="Aptos"/>
                        </a:rPr>
                        <a:t>5</a:t>
                      </a:r>
                    </a:p>
                  </a:txBody>
                  <a:tcPr marL="91440" marR="91440" marT="45720" marB="45720">
                    <a:lnL w="9525">
                      <a:solidFill>
                        <a:srgbClr val="EAF4F8"/>
                      </a:solidFill>
                      <a:prstDash val="solid"/>
                    </a:lnL>
                    <a:lnR w="9525">
                      <a:solidFill>
                        <a:srgbClr val="EAF4F8"/>
                      </a:solidFill>
                      <a:prstDash val="solid"/>
                    </a:lnR>
                    <a:lnB w="9525">
                      <a:solidFill>
                        <a:srgbClr val="EAF4F8"/>
                      </a:solidFill>
                      <a:prstDash val="solid"/>
                    </a:lnB>
                    <a:solidFill>
                      <a:srgbClr val="EAF4F8"/>
                    </a:solidFill>
                  </a:tcPr>
                </a:tc>
                <a:tc>
                  <a:txBody>
                    <a:bodyPr/>
                    <a:lstStyle/>
                    <a:p>
                      <a:r>
                        <a:rPr sz="1425" b="1">
                          <a:solidFill>
                            <a:srgbClr val="17324D"/>
                          </a:solidFill>
                          <a:latin typeface="Aptos"/>
                          <a:ea typeface="Aptos"/>
                          <a:cs typeface="Aptos"/>
                        </a:rPr>
                        <a:t>Etapa</a:t>
                      </a:r>
                    </a:p>
                  </a:txBody>
                  <a:tcPr marL="91440" marR="91440" marT="45720" marB="45720">
                    <a:lnR w="9525">
                      <a:solidFill>
                        <a:srgbClr val="EAF4F8"/>
                      </a:solidFill>
                      <a:prstDash val="solid"/>
                    </a:lnR>
                    <a:lnB w="9525">
                      <a:solidFill>
                        <a:srgbClr val="EAF4F8"/>
                      </a:solidFill>
                      <a:prstDash val="solid"/>
                    </a:lnB>
                    <a:solidFill>
                      <a:srgbClr val="FFFFFF"/>
                    </a:solidFill>
                  </a:tcPr>
                </a:tc>
                <a:tc>
                  <a:txBody>
                    <a:bodyPr/>
                    <a:lstStyle/>
                    <a:p>
                      <a:pPr algn="ctr"/>
                      <a:r>
                        <a:rPr sz="1350" b="1">
                          <a:solidFill>
                            <a:srgbClr val="003366"/>
                          </a:solidFill>
                          <a:latin typeface="Aptos"/>
                          <a:ea typeface="Aptos"/>
                          <a:cs typeface="Aptos"/>
                        </a:rPr>
                        <a:t>10</a:t>
                      </a:r>
                    </a:p>
                  </a:txBody>
                  <a:tcPr marL="91440" marR="91440" marT="45720" marB="45720">
                    <a:lnR w="9525">
                      <a:solidFill>
                        <a:srgbClr val="EAF4F8"/>
                      </a:solidFill>
                      <a:prstDash val="solid"/>
                    </a:lnR>
                    <a:lnB w="9525">
                      <a:solidFill>
                        <a:srgbClr val="EAF4F8"/>
                      </a:solidFill>
                      <a:prstDash val="solid"/>
                    </a:lnB>
                    <a:solidFill>
                      <a:srgbClr val="EAF4F8"/>
                    </a:solidFill>
                  </a:tcPr>
                </a:tc>
                <a:tc>
                  <a:txBody>
                    <a:bodyPr/>
                    <a:lstStyle/>
                    <a:p>
                      <a:r>
                        <a:rPr sz="1425" b="1">
                          <a:solidFill>
                            <a:srgbClr val="17324D"/>
                          </a:solidFill>
                          <a:latin typeface="Aptos"/>
                          <a:ea typeface="Aptos"/>
                          <a:cs typeface="Aptos"/>
                        </a:rPr>
                        <a:t>Observación</a:t>
                      </a:r>
                    </a:p>
                  </a:txBody>
                  <a:tcPr marL="91440" marR="91440" marT="45720" marB="45720">
                    <a:lnR w="9525">
                      <a:solidFill>
                        <a:srgbClr val="EAF4F8"/>
                      </a:solidFill>
                      <a:prstDash val="solid"/>
                    </a:lnR>
                    <a:lnB w="9525">
                      <a:solidFill>
                        <a:srgbClr val="EAF4F8"/>
                      </a:solidFill>
                      <a:prstDash val="solid"/>
                    </a:lnB>
                    <a:solidFill>
                      <a:srgbClr val="FFFFFF"/>
                    </a:solidFill>
                  </a:tcPr>
                </a:tc>
              </a:tr>
            </a:tbl>
          </a:graphicData>
        </a:graphic>
      </p:graphicFrame>
      <p:sp>
        <p:nvSpPr>
          <p:cNvPr id="5" name="fields-safety-box">
            <a:extLst xmlns:a="http://schemas.openxmlformats.org/drawingml/2006/main">
              <a:ext uri="{FF2B5EF4-FFF2-40B4-BE49-F238E27FC236}">
                <a16:creationId xmlns:a16="http://schemas.microsoft.com/office/drawing/2014/main" id="{AC776954-C267-4A29-9288-614F824654A6}"/>
              </a:ext>
            </a:extLst>
          </p:cNvPr>
          <p:cNvSpPr>
            <a:spLocks xmlns:a="http://schemas.openxmlformats.org/drawingml/2006/main" noGrp="1"/>
          </p:cNvSpPr>
          <p:nvPr/>
        </p:nvSpPr>
        <p:spPr>
          <a:xfrm xmlns:a="http://schemas.openxmlformats.org/drawingml/2006/main">
            <a:off x="2647950" y="5638800"/>
            <a:ext cx="6896100" cy="361950"/>
          </a:xfrm>
          <a:prstGeom xmlns:a="http://schemas.openxmlformats.org/drawingml/2006/main" prst="roundRect">
            <a:avLst>
              <a:gd name="adj" fmla="val 21053"/>
            </a:avLst>
          </a:prstGeom>
          <a:solidFill xmlns:a="http://schemas.openxmlformats.org/drawingml/2006/main">
            <a:srgbClr val="EAF4F8"/>
          </a:solidFill>
          <a:ln xmlns:a="http://schemas.openxmlformats.org/drawingml/2006/main" w="0">
            <a:noFill/>
            <a:prstDash val="solid"/>
          </a:ln>
        </p:spPr>
      </p:sp>
      <p:sp>
        <p:nvSpPr>
          <p:cNvPr id="6" name="fields-safety-text">
            <a:extLst xmlns:a="http://schemas.openxmlformats.org/drawingml/2006/main">
              <a:ext uri="{FF2B5EF4-FFF2-40B4-BE49-F238E27FC236}">
                <a16:creationId xmlns:a16="http://schemas.microsoft.com/office/drawing/2014/main" id="{7CABB4FC-9468-4740-AD16-40A971B5F12E}"/>
              </a:ext>
            </a:extLst>
          </p:cNvPr>
          <p:cNvSpPr>
            <a:spLocks xmlns:a="http://schemas.openxmlformats.org/drawingml/2006/main" noGrp="1"/>
          </p:cNvSpPr>
          <p:nvPr/>
        </p:nvSpPr>
        <p:spPr>
          <a:xfrm xmlns:a="http://schemas.openxmlformats.org/drawingml/2006/main">
            <a:off x="2762250" y="5705475"/>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003366"/>
                </a:solidFill>
                <a:latin typeface="Aptos"/>
                <a:ea typeface="Aptos"/>
                <a:cs typeface="Aptos"/>
              </a:defRPr>
            </a:defPPr>
            <a:lvl1pPr algn="ctr">
              <a:defRPr sz="1125" b="1" i="0">
                <a:solidFill>
                  <a:srgbClr val="003366"/>
                </a:solidFill>
                <a:latin typeface="Aptos"/>
                <a:ea typeface="Aptos"/>
                <a:cs typeface="Aptos"/>
              </a:defRPr>
            </a:lvl1pPr>
            <a:lvl2pPr algn="ctr">
              <a:defRPr sz="1125" b="1" i="0">
                <a:solidFill>
                  <a:srgbClr val="003366"/>
                </a:solidFill>
                <a:latin typeface="Aptos"/>
                <a:ea typeface="Aptos"/>
                <a:cs typeface="Aptos"/>
              </a:defRPr>
            </a:lvl2pPr>
            <a:lvl3pPr algn="ctr">
              <a:defRPr sz="1125" b="1" i="0">
                <a:solidFill>
                  <a:srgbClr val="003366"/>
                </a:solidFill>
                <a:latin typeface="Aptos"/>
                <a:ea typeface="Aptos"/>
                <a:cs typeface="Aptos"/>
              </a:defRPr>
            </a:lvl3pPr>
            <a:lvl4pPr algn="ctr">
              <a:defRPr sz="1125" b="1" i="0">
                <a:solidFill>
                  <a:srgbClr val="003366"/>
                </a:solidFill>
                <a:latin typeface="Aptos"/>
                <a:ea typeface="Aptos"/>
                <a:cs typeface="Aptos"/>
              </a:defRPr>
            </a:lvl4pPr>
            <a:lvl5pPr algn="ctr">
              <a:defRPr sz="1125" b="1" i="0">
                <a:solidFill>
                  <a:srgbClr val="003366"/>
                </a:solidFill>
                <a:latin typeface="Aptos"/>
                <a:ea typeface="Aptos"/>
                <a:cs typeface="Aptos"/>
              </a:defRPr>
            </a:lvl5pPr>
            <a:lvl6pPr algn="ctr">
              <a:defRPr sz="1125" b="1" i="0">
                <a:solidFill>
                  <a:srgbClr val="003366"/>
                </a:solidFill>
                <a:latin typeface="Aptos"/>
                <a:ea typeface="Aptos"/>
                <a:cs typeface="Aptos"/>
              </a:defRPr>
            </a:lvl6pPr>
            <a:lvl7pPr algn="ctr">
              <a:defRPr sz="1125" b="1" i="0">
                <a:solidFill>
                  <a:srgbClr val="003366"/>
                </a:solidFill>
                <a:latin typeface="Aptos"/>
                <a:ea typeface="Aptos"/>
                <a:cs typeface="Aptos"/>
              </a:defRPr>
            </a:lvl7pPr>
            <a:lvl8pPr algn="ctr">
              <a:defRPr sz="1125" b="1" i="0">
                <a:solidFill>
                  <a:srgbClr val="003366"/>
                </a:solidFill>
                <a:latin typeface="Aptos"/>
                <a:ea typeface="Aptos"/>
                <a:cs typeface="Aptos"/>
              </a:defRPr>
            </a:lvl8pPr>
            <a:lvl9pPr algn="ctr">
              <a:defRPr sz="1125" b="1" i="0">
                <a:solidFill>
                  <a:srgbClr val="003366"/>
                </a:solidFill>
                <a:latin typeface="Aptos"/>
                <a:ea typeface="Aptos"/>
                <a:cs typeface="Aptos"/>
              </a:defRPr>
            </a:lvl9pPr>
          </a:lstStyle>
          <a:p xmlns:a="http://schemas.openxmlformats.org/drawingml/2006/main">
            <a:pPr algn="ctr">
              <a:defRPr sz="1125" b="1" i="0">
                <a:solidFill>
                  <a:srgbClr val="003366"/>
                </a:solidFill>
                <a:latin typeface="Aptos"/>
                <a:ea typeface="Aptos"/>
                <a:cs typeface="Aptos"/>
              </a:defRPr>
            </a:pPr>
            <a:r>
              <a:rPr sz="1125" b="1" i="0">
                <a:solidFill>
                  <a:srgbClr val="003366"/>
                </a:solidFill>
                <a:latin typeface="Aptos"/>
                <a:ea typeface="Aptos"/>
                <a:cs typeface="Aptos"/>
              </a:rPr>
              <a:t>No guardes contraseñas, tarjetas, documentos de identidad ni datos sensibles</a:t>
            </a:r>
          </a:p>
        </p:txBody>
      </p:sp>
      <p:sp>
        <p:nvSpPr>
          <p:cNvPr id="7" name="brand-3">
            <a:extLst xmlns:a="http://schemas.openxmlformats.org/drawingml/2006/main">
              <a:ext uri="{FF2B5EF4-FFF2-40B4-BE49-F238E27FC236}">
                <a16:creationId xmlns:a16="http://schemas.microsoft.com/office/drawing/2014/main" id="{895C5DF7-EF70-4CA2-902B-3C3E61703294}"/>
              </a:ext>
            </a:extLst>
          </p:cNvPr>
          <p:cNvSpPr>
            <a:spLocks xmlns:a="http://schemas.openxmlformats.org/drawingml/2006/main" noGrp="1"/>
          </p:cNvSpPr>
          <p:nvPr/>
        </p:nvSpPr>
        <p:spPr>
          <a:xfrm xmlns:a="http://schemas.openxmlformats.org/drawingml/2006/main">
            <a:off x="685800" y="628650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i="0">
                <a:solidFill>
                  <a:srgbClr val="003366"/>
                </a:solidFill>
                <a:latin typeface="Aptos"/>
                <a:ea typeface="Aptos"/>
                <a:cs typeface="Aptos"/>
              </a:defRPr>
            </a:defPPr>
            <a:lvl1pPr algn="l">
              <a:defRPr sz="975" b="1" i="0">
                <a:solidFill>
                  <a:srgbClr val="003366"/>
                </a:solidFill>
                <a:latin typeface="Aptos"/>
                <a:ea typeface="Aptos"/>
                <a:cs typeface="Aptos"/>
              </a:defRPr>
            </a:lvl1pPr>
            <a:lvl2pPr algn="l">
              <a:defRPr sz="975" b="1" i="0">
                <a:solidFill>
                  <a:srgbClr val="003366"/>
                </a:solidFill>
                <a:latin typeface="Aptos"/>
                <a:ea typeface="Aptos"/>
                <a:cs typeface="Aptos"/>
              </a:defRPr>
            </a:lvl2pPr>
            <a:lvl3pPr algn="l">
              <a:defRPr sz="975" b="1" i="0">
                <a:solidFill>
                  <a:srgbClr val="003366"/>
                </a:solidFill>
                <a:latin typeface="Aptos"/>
                <a:ea typeface="Aptos"/>
                <a:cs typeface="Aptos"/>
              </a:defRPr>
            </a:lvl3pPr>
            <a:lvl4pPr algn="l">
              <a:defRPr sz="975" b="1" i="0">
                <a:solidFill>
                  <a:srgbClr val="003366"/>
                </a:solidFill>
                <a:latin typeface="Aptos"/>
                <a:ea typeface="Aptos"/>
                <a:cs typeface="Aptos"/>
              </a:defRPr>
            </a:lvl4pPr>
            <a:lvl5pPr algn="l">
              <a:defRPr sz="975" b="1" i="0">
                <a:solidFill>
                  <a:srgbClr val="003366"/>
                </a:solidFill>
                <a:latin typeface="Aptos"/>
                <a:ea typeface="Aptos"/>
                <a:cs typeface="Aptos"/>
              </a:defRPr>
            </a:lvl5pPr>
            <a:lvl6pPr algn="l">
              <a:defRPr sz="975" b="1" i="0">
                <a:solidFill>
                  <a:srgbClr val="003366"/>
                </a:solidFill>
                <a:latin typeface="Aptos"/>
                <a:ea typeface="Aptos"/>
                <a:cs typeface="Aptos"/>
              </a:defRPr>
            </a:lvl6pPr>
            <a:lvl7pPr algn="l">
              <a:defRPr sz="975" b="1" i="0">
                <a:solidFill>
                  <a:srgbClr val="003366"/>
                </a:solidFill>
                <a:latin typeface="Aptos"/>
                <a:ea typeface="Aptos"/>
                <a:cs typeface="Aptos"/>
              </a:defRPr>
            </a:lvl7pPr>
            <a:lvl8pPr algn="l">
              <a:defRPr sz="975" b="1" i="0">
                <a:solidFill>
                  <a:srgbClr val="003366"/>
                </a:solidFill>
                <a:latin typeface="Aptos"/>
                <a:ea typeface="Aptos"/>
                <a:cs typeface="Aptos"/>
              </a:defRPr>
            </a:lvl8pPr>
            <a:lvl9pPr algn="l">
              <a:defRPr sz="975" b="1" i="0">
                <a:solidFill>
                  <a:srgbClr val="003366"/>
                </a:solidFill>
                <a:latin typeface="Aptos"/>
                <a:ea typeface="Aptos"/>
                <a:cs typeface="Aptos"/>
              </a:defRPr>
            </a:lvl9pPr>
          </a:lstStyle>
          <a:p xmlns:a="http://schemas.openxmlformats.org/drawingml/2006/main">
            <a:pPr algn="l">
              <a:defRPr sz="975" b="1" i="0">
                <a:solidFill>
                  <a:srgbClr val="003366"/>
                </a:solidFill>
                <a:latin typeface="Aptos"/>
                <a:ea typeface="Aptos"/>
                <a:cs typeface="Aptos"/>
              </a:defRPr>
            </a:pPr>
            <a:r>
              <a:rPr sz="975" b="1" i="0">
                <a:solidFill>
                  <a:srgbClr val="003366"/>
                </a:solidFill>
                <a:latin typeface="Aptos"/>
                <a:ea typeface="Aptos"/>
                <a:cs typeface="Aptos"/>
              </a:rPr>
              <a:t>LANGUAGE CENTER CHILE</a:t>
            </a:r>
          </a:p>
        </p:txBody>
      </p:sp>
      <p:sp>
        <p:nvSpPr>
          <p:cNvPr id="8" name="page-3">
            <a:extLst xmlns:a="http://schemas.openxmlformats.org/drawingml/2006/main">
              <a:ext uri="{FF2B5EF4-FFF2-40B4-BE49-F238E27FC236}">
                <a16:creationId xmlns:a16="http://schemas.microsoft.com/office/drawing/2014/main" id="{A8744390-3C99-4133-B4EE-CD0ABF54989B}"/>
              </a:ext>
            </a:extLst>
          </p:cNvPr>
          <p:cNvSpPr>
            <a:spLocks xmlns:a="http://schemas.openxmlformats.org/drawingml/2006/main" noGrp="1"/>
          </p:cNvSpPr>
          <p:nvPr/>
        </p:nvSpPr>
        <p:spPr>
          <a:xfrm xmlns:a="http://schemas.openxmlformats.org/drawingml/2006/main">
            <a:off x="11144250" y="6267450"/>
            <a:ext cx="361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1" i="0">
                <a:solidFill>
                  <a:srgbClr val="526B7F"/>
                </a:solidFill>
                <a:latin typeface="Aptos"/>
                <a:ea typeface="Aptos"/>
                <a:cs typeface="Aptos"/>
              </a:defRPr>
            </a:defPPr>
            <a:lvl1pPr algn="r">
              <a:defRPr sz="975" b="1" i="0">
                <a:solidFill>
                  <a:srgbClr val="526B7F"/>
                </a:solidFill>
                <a:latin typeface="Aptos"/>
                <a:ea typeface="Aptos"/>
                <a:cs typeface="Aptos"/>
              </a:defRPr>
            </a:lvl1pPr>
            <a:lvl2pPr algn="r">
              <a:defRPr sz="975" b="1" i="0">
                <a:solidFill>
                  <a:srgbClr val="526B7F"/>
                </a:solidFill>
                <a:latin typeface="Aptos"/>
                <a:ea typeface="Aptos"/>
                <a:cs typeface="Aptos"/>
              </a:defRPr>
            </a:lvl2pPr>
            <a:lvl3pPr algn="r">
              <a:defRPr sz="975" b="1" i="0">
                <a:solidFill>
                  <a:srgbClr val="526B7F"/>
                </a:solidFill>
                <a:latin typeface="Aptos"/>
                <a:ea typeface="Aptos"/>
                <a:cs typeface="Aptos"/>
              </a:defRPr>
            </a:lvl3pPr>
            <a:lvl4pPr algn="r">
              <a:defRPr sz="975" b="1" i="0">
                <a:solidFill>
                  <a:srgbClr val="526B7F"/>
                </a:solidFill>
                <a:latin typeface="Aptos"/>
                <a:ea typeface="Aptos"/>
                <a:cs typeface="Aptos"/>
              </a:defRPr>
            </a:lvl4pPr>
            <a:lvl5pPr algn="r">
              <a:defRPr sz="975" b="1" i="0">
                <a:solidFill>
                  <a:srgbClr val="526B7F"/>
                </a:solidFill>
                <a:latin typeface="Aptos"/>
                <a:ea typeface="Aptos"/>
                <a:cs typeface="Aptos"/>
              </a:defRPr>
            </a:lvl5pPr>
            <a:lvl6pPr algn="r">
              <a:defRPr sz="975" b="1" i="0">
                <a:solidFill>
                  <a:srgbClr val="526B7F"/>
                </a:solidFill>
                <a:latin typeface="Aptos"/>
                <a:ea typeface="Aptos"/>
                <a:cs typeface="Aptos"/>
              </a:defRPr>
            </a:lvl6pPr>
            <a:lvl7pPr algn="r">
              <a:defRPr sz="975" b="1" i="0">
                <a:solidFill>
                  <a:srgbClr val="526B7F"/>
                </a:solidFill>
                <a:latin typeface="Aptos"/>
                <a:ea typeface="Aptos"/>
                <a:cs typeface="Aptos"/>
              </a:defRPr>
            </a:lvl7pPr>
            <a:lvl8pPr algn="r">
              <a:defRPr sz="975" b="1" i="0">
                <a:solidFill>
                  <a:srgbClr val="526B7F"/>
                </a:solidFill>
                <a:latin typeface="Aptos"/>
                <a:ea typeface="Aptos"/>
                <a:cs typeface="Aptos"/>
              </a:defRPr>
            </a:lvl8pPr>
            <a:lvl9pPr algn="r">
              <a:defRPr sz="975" b="1" i="0">
                <a:solidFill>
                  <a:srgbClr val="526B7F"/>
                </a:solidFill>
                <a:latin typeface="Aptos"/>
                <a:ea typeface="Aptos"/>
                <a:cs typeface="Aptos"/>
              </a:defRPr>
            </a:lvl9pPr>
          </a:lstStyle>
          <a:p xmlns:a="http://schemas.openxmlformats.org/drawingml/2006/main">
            <a:pPr algn="r">
              <a:defRPr sz="975" b="1" i="0">
                <a:solidFill>
                  <a:srgbClr val="526B7F"/>
                </a:solidFill>
                <a:latin typeface="Aptos"/>
                <a:ea typeface="Aptos"/>
                <a:cs typeface="Aptos"/>
              </a:defRPr>
            </a:pPr>
            <a:r>
              <a:rPr sz="975" b="1" i="0">
                <a:solidFill>
                  <a:srgbClr val="526B7F"/>
                </a:solidFill>
                <a:latin typeface="Aptos"/>
                <a:ea typeface="Aptos"/>
                <a:cs typeface="Aptos"/>
              </a:rPr>
              <a:t>03</a:t>
            </a:r>
          </a:p>
        </p:txBody>
      </p:sp>
    </p:spTree>
    <p:extLst>
      <p:ext uri="{BB962C8B-B14F-4D97-AF65-F5344CB8AC3E}">
        <p14:creationId xmlns:p14="http://schemas.microsoft.com/office/powerpoint/2010/main" val="160814863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title-4">
            <a:extLst xmlns:a="http://schemas.openxmlformats.org/drawingml/2006/main">
              <a:ext uri="{FF2B5EF4-FFF2-40B4-BE49-F238E27FC236}">
                <a16:creationId xmlns:a16="http://schemas.microsoft.com/office/drawing/2014/main" id="{FB2D56CB-2611-44FD-A898-7D1CE910EF86}"/>
              </a:ext>
            </a:extLst>
          </p:cNvPr>
          <p:cNvSpPr>
            <a:spLocks xmlns:a="http://schemas.openxmlformats.org/drawingml/2006/main" noGrp="1"/>
          </p:cNvSpPr>
          <p:nvPr/>
        </p:nvSpPr>
        <p:spPr>
          <a:xfrm xmlns:a="http://schemas.openxmlformats.org/drawingml/2006/main">
            <a:off x="685800" y="5334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850" b="1" i="0">
                <a:solidFill>
                  <a:srgbClr val="003366"/>
                </a:solidFill>
                <a:latin typeface="Aptos"/>
                <a:ea typeface="Aptos"/>
                <a:cs typeface="Aptos"/>
              </a:defRPr>
            </a:defPPr>
            <a:lvl1pPr algn="l">
              <a:defRPr sz="2850" b="1" i="0">
                <a:solidFill>
                  <a:srgbClr val="003366"/>
                </a:solidFill>
                <a:latin typeface="Aptos"/>
                <a:ea typeface="Aptos"/>
                <a:cs typeface="Aptos"/>
              </a:defRPr>
            </a:lvl1pPr>
            <a:lvl2pPr algn="l">
              <a:defRPr sz="2850" b="1" i="0">
                <a:solidFill>
                  <a:srgbClr val="003366"/>
                </a:solidFill>
                <a:latin typeface="Aptos"/>
                <a:ea typeface="Aptos"/>
                <a:cs typeface="Aptos"/>
              </a:defRPr>
            </a:lvl2pPr>
            <a:lvl3pPr algn="l">
              <a:defRPr sz="2850" b="1" i="0">
                <a:solidFill>
                  <a:srgbClr val="003366"/>
                </a:solidFill>
                <a:latin typeface="Aptos"/>
                <a:ea typeface="Aptos"/>
                <a:cs typeface="Aptos"/>
              </a:defRPr>
            </a:lvl3pPr>
            <a:lvl4pPr algn="l">
              <a:defRPr sz="2850" b="1" i="0">
                <a:solidFill>
                  <a:srgbClr val="003366"/>
                </a:solidFill>
                <a:latin typeface="Aptos"/>
                <a:ea typeface="Aptos"/>
                <a:cs typeface="Aptos"/>
              </a:defRPr>
            </a:lvl4pPr>
            <a:lvl5pPr algn="l">
              <a:defRPr sz="2850" b="1" i="0">
                <a:solidFill>
                  <a:srgbClr val="003366"/>
                </a:solidFill>
                <a:latin typeface="Aptos"/>
                <a:ea typeface="Aptos"/>
                <a:cs typeface="Aptos"/>
              </a:defRPr>
            </a:lvl5pPr>
            <a:lvl6pPr algn="l">
              <a:defRPr sz="2850" b="1" i="0">
                <a:solidFill>
                  <a:srgbClr val="003366"/>
                </a:solidFill>
                <a:latin typeface="Aptos"/>
                <a:ea typeface="Aptos"/>
                <a:cs typeface="Aptos"/>
              </a:defRPr>
            </a:lvl6pPr>
            <a:lvl7pPr algn="l">
              <a:defRPr sz="2850" b="1" i="0">
                <a:solidFill>
                  <a:srgbClr val="003366"/>
                </a:solidFill>
                <a:latin typeface="Aptos"/>
                <a:ea typeface="Aptos"/>
                <a:cs typeface="Aptos"/>
              </a:defRPr>
            </a:lvl7pPr>
            <a:lvl8pPr algn="l">
              <a:defRPr sz="2850" b="1" i="0">
                <a:solidFill>
                  <a:srgbClr val="003366"/>
                </a:solidFill>
                <a:latin typeface="Aptos"/>
                <a:ea typeface="Aptos"/>
                <a:cs typeface="Aptos"/>
              </a:defRPr>
            </a:lvl8pPr>
            <a:lvl9pPr algn="l">
              <a:defRPr sz="2850" b="1" i="0">
                <a:solidFill>
                  <a:srgbClr val="003366"/>
                </a:solidFill>
                <a:latin typeface="Aptos"/>
                <a:ea typeface="Aptos"/>
                <a:cs typeface="Aptos"/>
              </a:defRPr>
            </a:lvl9pPr>
          </a:lstStyle>
          <a:p xmlns:a="http://schemas.openxmlformats.org/drawingml/2006/main">
            <a:pPr algn="l">
              <a:defRPr sz="2850" b="1" i="0">
                <a:solidFill>
                  <a:srgbClr val="003366"/>
                </a:solidFill>
                <a:latin typeface="Aptos"/>
                <a:ea typeface="Aptos"/>
                <a:cs typeface="Aptos"/>
              </a:defRPr>
            </a:pPr>
            <a:r>
              <a:rPr sz="2850" b="1" i="0">
                <a:solidFill>
                  <a:srgbClr val="003366"/>
                </a:solidFill>
                <a:latin typeface="Aptos"/>
                <a:ea typeface="Aptos"/>
                <a:cs typeface="Aptos"/>
              </a:rPr>
              <a:t>Seis etapas con hechos observables</a:t>
            </a:r>
          </a:p>
        </p:txBody>
      </p:sp>
      <p:sp>
        <p:nvSpPr>
          <p:cNvPr id="2" name="title-rule-4">
            <a:extLst xmlns:a="http://schemas.openxmlformats.org/drawingml/2006/main">
              <a:ext uri="{FF2B5EF4-FFF2-40B4-BE49-F238E27FC236}">
                <a16:creationId xmlns:a16="http://schemas.microsoft.com/office/drawing/2014/main" id="{48C9CA3F-8555-4ECC-A91D-EF103E481B3F}"/>
              </a:ext>
            </a:extLst>
          </p:cNvPr>
          <p:cNvSpPr>
            <a:spLocks xmlns:a="http://schemas.openxmlformats.org/drawingml/2006/main" noGrp="1"/>
          </p:cNvSpPr>
          <p:nvPr/>
        </p:nvSpPr>
        <p:spPr>
          <a:xfrm xmlns:a="http://schemas.openxmlformats.org/drawingml/2006/main">
            <a:off x="685800" y="1295400"/>
            <a:ext cx="1047750" cy="47625"/>
          </a:xfrm>
          <a:prstGeom xmlns:a="http://schemas.openxmlformats.org/drawingml/2006/main" prst="rect">
            <a:avLst/>
          </a:prstGeom>
          <a:solidFill xmlns:a="http://schemas.openxmlformats.org/drawingml/2006/main">
            <a:srgbClr val="19A7CE"/>
          </a:solidFill>
          <a:ln xmlns:a="http://schemas.openxmlformats.org/drawingml/2006/main" w="0">
            <a:noFill/>
            <a:prstDash val="solid"/>
          </a:ln>
        </p:spPr>
      </p:sp>
      <p:sp>
        <p:nvSpPr>
          <p:cNvPr id="3" name="subtitle-4">
            <a:extLst xmlns:a="http://schemas.openxmlformats.org/drawingml/2006/main">
              <a:ext uri="{FF2B5EF4-FFF2-40B4-BE49-F238E27FC236}">
                <a16:creationId xmlns:a16="http://schemas.microsoft.com/office/drawing/2014/main" id="{B66D23B0-478C-4C8B-96AC-204AB8984AA6}"/>
              </a:ext>
            </a:extLst>
          </p:cNvPr>
          <p:cNvSpPr>
            <a:spLocks xmlns:a="http://schemas.openxmlformats.org/drawingml/2006/main" noGrp="1"/>
          </p:cNvSpPr>
          <p:nvPr/>
        </p:nvSpPr>
        <p:spPr>
          <a:xfrm xmlns:a="http://schemas.openxmlformats.org/drawingml/2006/main">
            <a:off x="685800" y="146685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0" i="0">
                <a:solidFill>
                  <a:srgbClr val="526B7F"/>
                </a:solidFill>
                <a:latin typeface="Aptos"/>
                <a:ea typeface="Aptos"/>
                <a:cs typeface="Aptos"/>
              </a:defRPr>
            </a:defPPr>
            <a:lvl1pPr algn="l">
              <a:defRPr sz="1425" b="0" i="0">
                <a:solidFill>
                  <a:srgbClr val="526B7F"/>
                </a:solidFill>
                <a:latin typeface="Aptos"/>
                <a:ea typeface="Aptos"/>
                <a:cs typeface="Aptos"/>
              </a:defRPr>
            </a:lvl1pPr>
            <a:lvl2pPr algn="l">
              <a:defRPr sz="1425" b="0" i="0">
                <a:solidFill>
                  <a:srgbClr val="526B7F"/>
                </a:solidFill>
                <a:latin typeface="Aptos"/>
                <a:ea typeface="Aptos"/>
                <a:cs typeface="Aptos"/>
              </a:defRPr>
            </a:lvl2pPr>
            <a:lvl3pPr algn="l">
              <a:defRPr sz="1425" b="0" i="0">
                <a:solidFill>
                  <a:srgbClr val="526B7F"/>
                </a:solidFill>
                <a:latin typeface="Aptos"/>
                <a:ea typeface="Aptos"/>
                <a:cs typeface="Aptos"/>
              </a:defRPr>
            </a:lvl3pPr>
            <a:lvl4pPr algn="l">
              <a:defRPr sz="1425" b="0" i="0">
                <a:solidFill>
                  <a:srgbClr val="526B7F"/>
                </a:solidFill>
                <a:latin typeface="Aptos"/>
                <a:ea typeface="Aptos"/>
                <a:cs typeface="Aptos"/>
              </a:defRPr>
            </a:lvl4pPr>
            <a:lvl5pPr algn="l">
              <a:defRPr sz="1425" b="0" i="0">
                <a:solidFill>
                  <a:srgbClr val="526B7F"/>
                </a:solidFill>
                <a:latin typeface="Aptos"/>
                <a:ea typeface="Aptos"/>
                <a:cs typeface="Aptos"/>
              </a:defRPr>
            </a:lvl5pPr>
            <a:lvl6pPr algn="l">
              <a:defRPr sz="1425" b="0" i="0">
                <a:solidFill>
                  <a:srgbClr val="526B7F"/>
                </a:solidFill>
                <a:latin typeface="Aptos"/>
                <a:ea typeface="Aptos"/>
                <a:cs typeface="Aptos"/>
              </a:defRPr>
            </a:lvl6pPr>
            <a:lvl7pPr algn="l">
              <a:defRPr sz="1425" b="0" i="0">
                <a:solidFill>
                  <a:srgbClr val="526B7F"/>
                </a:solidFill>
                <a:latin typeface="Aptos"/>
                <a:ea typeface="Aptos"/>
                <a:cs typeface="Aptos"/>
              </a:defRPr>
            </a:lvl7pPr>
            <a:lvl8pPr algn="l">
              <a:defRPr sz="1425" b="0" i="0">
                <a:solidFill>
                  <a:srgbClr val="526B7F"/>
                </a:solidFill>
                <a:latin typeface="Aptos"/>
                <a:ea typeface="Aptos"/>
                <a:cs typeface="Aptos"/>
              </a:defRPr>
            </a:lvl8pPr>
            <a:lvl9pPr algn="l">
              <a:defRPr sz="1425" b="0" i="0">
                <a:solidFill>
                  <a:srgbClr val="526B7F"/>
                </a:solidFill>
                <a:latin typeface="Aptos"/>
                <a:ea typeface="Aptos"/>
                <a:cs typeface="Aptos"/>
              </a:defRPr>
            </a:lvl9pPr>
          </a:lstStyle>
          <a:p xmlns:a="http://schemas.openxmlformats.org/drawingml/2006/main">
            <a:pPr algn="l">
              <a:defRPr sz="1425" b="0" i="0">
                <a:solidFill>
                  <a:srgbClr val="526B7F"/>
                </a:solidFill>
                <a:latin typeface="Aptos"/>
                <a:ea typeface="Aptos"/>
                <a:cs typeface="Aptos"/>
              </a:defRPr>
            </a:pPr>
            <a:r>
              <a:rPr sz="1425" b="0" i="0">
                <a:solidFill>
                  <a:srgbClr val="526B7F"/>
                </a:solidFill>
                <a:latin typeface="Aptos"/>
                <a:ea typeface="Aptos"/>
                <a:cs typeface="Aptos"/>
              </a:rPr>
              <a:t>Usa exactamente estos nombres para evitar versiones contradictorias.</a:t>
            </a:r>
          </a:p>
        </p:txBody>
      </p:sp>
      <p:sp>
        <p:nvSpPr>
          <p:cNvPr id="4" name="stage-circle-0">
            <a:extLst xmlns:a="http://schemas.openxmlformats.org/drawingml/2006/main">
              <a:ext uri="{FF2B5EF4-FFF2-40B4-BE49-F238E27FC236}">
                <a16:creationId xmlns:a16="http://schemas.microsoft.com/office/drawing/2014/main" id="{6E281321-4CD1-40B9-BDF3-2101A6AA8913}"/>
              </a:ext>
            </a:extLst>
          </p:cNvPr>
          <p:cNvSpPr>
            <a:spLocks xmlns:a="http://schemas.openxmlformats.org/drawingml/2006/main" noGrp="1"/>
          </p:cNvSpPr>
          <p:nvPr/>
        </p:nvSpPr>
        <p:spPr>
          <a:xfrm xmlns:a="http://schemas.openxmlformats.org/drawingml/2006/main">
            <a:off x="1466850" y="2362200"/>
            <a:ext cx="704850" cy="704850"/>
          </a:xfrm>
          <a:prstGeom xmlns:a="http://schemas.openxmlformats.org/drawingml/2006/main" prst="ellipse">
            <a:avLst/>
          </a:prstGeom>
          <a:solidFill xmlns:a="http://schemas.openxmlformats.org/drawingml/2006/main">
            <a:srgbClr val="003366"/>
          </a:solidFill>
          <a:ln xmlns:a="http://schemas.openxmlformats.org/drawingml/2006/main" w="0">
            <a:noFill/>
            <a:prstDash val="solid"/>
          </a:ln>
        </p:spPr>
      </p:sp>
      <p:sp>
        <p:nvSpPr>
          <p:cNvPr id="5" name="stage-number-0">
            <a:extLst xmlns:a="http://schemas.openxmlformats.org/drawingml/2006/main">
              <a:ext uri="{FF2B5EF4-FFF2-40B4-BE49-F238E27FC236}">
                <a16:creationId xmlns:a16="http://schemas.microsoft.com/office/drawing/2014/main" id="{413412EB-8647-4169-A8D5-70B4C8B4424B}"/>
              </a:ext>
            </a:extLst>
          </p:cNvPr>
          <p:cNvSpPr>
            <a:spLocks xmlns:a="http://schemas.openxmlformats.org/drawingml/2006/main" noGrp="1"/>
          </p:cNvSpPr>
          <p:nvPr/>
        </p:nvSpPr>
        <p:spPr>
          <a:xfrm xmlns:a="http://schemas.openxmlformats.org/drawingml/2006/main">
            <a:off x="1466850" y="2495550"/>
            <a:ext cx="704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00" b="1" i="0">
                <a:solidFill>
                  <a:srgbClr val="FFFFFF"/>
                </a:solidFill>
                <a:latin typeface="Aptos"/>
                <a:ea typeface="Aptos"/>
                <a:cs typeface="Aptos"/>
              </a:defRPr>
            </a:defPPr>
            <a:lvl1pPr algn="ctr">
              <a:defRPr sz="1800" b="1" i="0">
                <a:solidFill>
                  <a:srgbClr val="FFFFFF"/>
                </a:solidFill>
                <a:latin typeface="Aptos"/>
                <a:ea typeface="Aptos"/>
                <a:cs typeface="Aptos"/>
              </a:defRPr>
            </a:lvl1pPr>
            <a:lvl2pPr algn="ctr">
              <a:defRPr sz="1800" b="1" i="0">
                <a:solidFill>
                  <a:srgbClr val="FFFFFF"/>
                </a:solidFill>
                <a:latin typeface="Aptos"/>
                <a:ea typeface="Aptos"/>
                <a:cs typeface="Aptos"/>
              </a:defRPr>
            </a:lvl2pPr>
            <a:lvl3pPr algn="ctr">
              <a:defRPr sz="1800" b="1" i="0">
                <a:solidFill>
                  <a:srgbClr val="FFFFFF"/>
                </a:solidFill>
                <a:latin typeface="Aptos"/>
                <a:ea typeface="Aptos"/>
                <a:cs typeface="Aptos"/>
              </a:defRPr>
            </a:lvl3pPr>
            <a:lvl4pPr algn="ctr">
              <a:defRPr sz="1800" b="1" i="0">
                <a:solidFill>
                  <a:srgbClr val="FFFFFF"/>
                </a:solidFill>
                <a:latin typeface="Aptos"/>
                <a:ea typeface="Aptos"/>
                <a:cs typeface="Aptos"/>
              </a:defRPr>
            </a:lvl4pPr>
            <a:lvl5pPr algn="ctr">
              <a:defRPr sz="1800" b="1" i="0">
                <a:solidFill>
                  <a:srgbClr val="FFFFFF"/>
                </a:solidFill>
                <a:latin typeface="Aptos"/>
                <a:ea typeface="Aptos"/>
                <a:cs typeface="Aptos"/>
              </a:defRPr>
            </a:lvl5pPr>
            <a:lvl6pPr algn="ctr">
              <a:defRPr sz="1800" b="1" i="0">
                <a:solidFill>
                  <a:srgbClr val="FFFFFF"/>
                </a:solidFill>
                <a:latin typeface="Aptos"/>
                <a:ea typeface="Aptos"/>
                <a:cs typeface="Aptos"/>
              </a:defRPr>
            </a:lvl6pPr>
            <a:lvl7pPr algn="ctr">
              <a:defRPr sz="1800" b="1" i="0">
                <a:solidFill>
                  <a:srgbClr val="FFFFFF"/>
                </a:solidFill>
                <a:latin typeface="Aptos"/>
                <a:ea typeface="Aptos"/>
                <a:cs typeface="Aptos"/>
              </a:defRPr>
            </a:lvl7pPr>
            <a:lvl8pPr algn="ctr">
              <a:defRPr sz="1800" b="1" i="0">
                <a:solidFill>
                  <a:srgbClr val="FFFFFF"/>
                </a:solidFill>
                <a:latin typeface="Aptos"/>
                <a:ea typeface="Aptos"/>
                <a:cs typeface="Aptos"/>
              </a:defRPr>
            </a:lvl8pPr>
            <a:lvl9pPr algn="ctr">
              <a:defRPr sz="1800" b="1" i="0">
                <a:solidFill>
                  <a:srgbClr val="FFFFFF"/>
                </a:solidFill>
                <a:latin typeface="Aptos"/>
                <a:ea typeface="Aptos"/>
                <a:cs typeface="Aptos"/>
              </a:defRPr>
            </a:lvl9pPr>
          </a:lstStyle>
          <a:p xmlns:a="http://schemas.openxmlformats.org/drawingml/2006/main">
            <a:pPr algn="ctr">
              <a:defRPr sz="1800" b="1" i="0">
                <a:solidFill>
                  <a:srgbClr val="FFFFFF"/>
                </a:solidFill>
                <a:latin typeface="Aptos"/>
                <a:ea typeface="Aptos"/>
                <a:cs typeface="Aptos"/>
              </a:defRPr>
            </a:pPr>
            <a:r>
              <a:rPr sz="1800" b="1" i="0">
                <a:solidFill>
                  <a:srgbClr val="FFFFFF"/>
                </a:solidFill>
                <a:latin typeface="Aptos"/>
                <a:ea typeface="Aptos"/>
                <a:cs typeface="Aptos"/>
              </a:rPr>
              <a:t>1</a:t>
            </a:r>
          </a:p>
        </p:txBody>
      </p:sp>
      <p:sp>
        <p:nvSpPr>
          <p:cNvPr id="6" name="stage-title-0">
            <a:extLst xmlns:a="http://schemas.openxmlformats.org/drawingml/2006/main">
              <a:ext uri="{FF2B5EF4-FFF2-40B4-BE49-F238E27FC236}">
                <a16:creationId xmlns:a16="http://schemas.microsoft.com/office/drawing/2014/main" id="{7590867D-34C0-41E5-B78A-30EC7FC55E95}"/>
              </a:ext>
            </a:extLst>
          </p:cNvPr>
          <p:cNvSpPr>
            <a:spLocks xmlns:a="http://schemas.openxmlformats.org/drawingml/2006/main" noGrp="1"/>
          </p:cNvSpPr>
          <p:nvPr/>
        </p:nvSpPr>
        <p:spPr>
          <a:xfrm xmlns:a="http://schemas.openxmlformats.org/drawingml/2006/main">
            <a:off x="666750" y="3219450"/>
            <a:ext cx="2305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i="0">
                <a:solidFill>
                  <a:srgbClr val="003366"/>
                </a:solidFill>
                <a:latin typeface="Aptos"/>
                <a:ea typeface="Aptos"/>
                <a:cs typeface="Aptos"/>
              </a:defRPr>
            </a:defPPr>
            <a:lvl1pPr algn="ctr">
              <a:defRPr sz="1500" b="1" i="0">
                <a:solidFill>
                  <a:srgbClr val="003366"/>
                </a:solidFill>
                <a:latin typeface="Aptos"/>
                <a:ea typeface="Aptos"/>
                <a:cs typeface="Aptos"/>
              </a:defRPr>
            </a:lvl1pPr>
            <a:lvl2pPr algn="ctr">
              <a:defRPr sz="1500" b="1" i="0">
                <a:solidFill>
                  <a:srgbClr val="003366"/>
                </a:solidFill>
                <a:latin typeface="Aptos"/>
                <a:ea typeface="Aptos"/>
                <a:cs typeface="Aptos"/>
              </a:defRPr>
            </a:lvl2pPr>
            <a:lvl3pPr algn="ctr">
              <a:defRPr sz="1500" b="1" i="0">
                <a:solidFill>
                  <a:srgbClr val="003366"/>
                </a:solidFill>
                <a:latin typeface="Aptos"/>
                <a:ea typeface="Aptos"/>
                <a:cs typeface="Aptos"/>
              </a:defRPr>
            </a:lvl3pPr>
            <a:lvl4pPr algn="ctr">
              <a:defRPr sz="1500" b="1" i="0">
                <a:solidFill>
                  <a:srgbClr val="003366"/>
                </a:solidFill>
                <a:latin typeface="Aptos"/>
                <a:ea typeface="Aptos"/>
                <a:cs typeface="Aptos"/>
              </a:defRPr>
            </a:lvl4pPr>
            <a:lvl5pPr algn="ctr">
              <a:defRPr sz="1500" b="1" i="0">
                <a:solidFill>
                  <a:srgbClr val="003366"/>
                </a:solidFill>
                <a:latin typeface="Aptos"/>
                <a:ea typeface="Aptos"/>
                <a:cs typeface="Aptos"/>
              </a:defRPr>
            </a:lvl5pPr>
            <a:lvl6pPr algn="ctr">
              <a:defRPr sz="1500" b="1" i="0">
                <a:solidFill>
                  <a:srgbClr val="003366"/>
                </a:solidFill>
                <a:latin typeface="Aptos"/>
                <a:ea typeface="Aptos"/>
                <a:cs typeface="Aptos"/>
              </a:defRPr>
            </a:lvl6pPr>
            <a:lvl7pPr algn="ctr">
              <a:defRPr sz="1500" b="1" i="0">
                <a:solidFill>
                  <a:srgbClr val="003366"/>
                </a:solidFill>
                <a:latin typeface="Aptos"/>
                <a:ea typeface="Aptos"/>
                <a:cs typeface="Aptos"/>
              </a:defRPr>
            </a:lvl7pPr>
            <a:lvl8pPr algn="ctr">
              <a:defRPr sz="1500" b="1" i="0">
                <a:solidFill>
                  <a:srgbClr val="003366"/>
                </a:solidFill>
                <a:latin typeface="Aptos"/>
                <a:ea typeface="Aptos"/>
                <a:cs typeface="Aptos"/>
              </a:defRPr>
            </a:lvl8pPr>
            <a:lvl9pPr algn="ctr">
              <a:defRPr sz="1500" b="1" i="0">
                <a:solidFill>
                  <a:srgbClr val="003366"/>
                </a:solidFill>
                <a:latin typeface="Aptos"/>
                <a:ea typeface="Aptos"/>
                <a:cs typeface="Aptos"/>
              </a:defRPr>
            </a:lvl9pPr>
          </a:lstStyle>
          <a:p xmlns:a="http://schemas.openxmlformats.org/drawingml/2006/main">
            <a:pPr algn="ctr">
              <a:defRPr sz="1500" b="1" i="0">
                <a:solidFill>
                  <a:srgbClr val="003366"/>
                </a:solidFill>
                <a:latin typeface="Aptos"/>
                <a:ea typeface="Aptos"/>
                <a:cs typeface="Aptos"/>
              </a:defRPr>
            </a:pPr>
            <a:r>
              <a:rPr sz="1500" b="1" i="0">
                <a:solidFill>
                  <a:srgbClr val="003366"/>
                </a:solidFill>
                <a:latin typeface="Aptos"/>
                <a:ea typeface="Aptos"/>
                <a:cs typeface="Aptos"/>
              </a:rPr>
              <a:t>Nuevo</a:t>
            </a:r>
          </a:p>
        </p:txBody>
      </p:sp>
      <p:sp>
        <p:nvSpPr>
          <p:cNvPr id="7" name="stage-copy-0">
            <a:extLst xmlns:a="http://schemas.openxmlformats.org/drawingml/2006/main">
              <a:ext uri="{FF2B5EF4-FFF2-40B4-BE49-F238E27FC236}">
                <a16:creationId xmlns:a16="http://schemas.microsoft.com/office/drawing/2014/main" id="{BAF803EA-EE5C-4722-BAE1-84442B4619B2}"/>
              </a:ext>
            </a:extLst>
          </p:cNvPr>
          <p:cNvSpPr>
            <a:spLocks xmlns:a="http://schemas.openxmlformats.org/drawingml/2006/main" noGrp="1"/>
          </p:cNvSpPr>
          <p:nvPr/>
        </p:nvSpPr>
        <p:spPr>
          <a:xfrm xmlns:a="http://schemas.openxmlformats.org/drawingml/2006/main">
            <a:off x="666750" y="3562350"/>
            <a:ext cx="2305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00" b="0" i="0">
                <a:solidFill>
                  <a:srgbClr val="17324D"/>
                </a:solidFill>
                <a:latin typeface="Aptos"/>
                <a:ea typeface="Aptos"/>
                <a:cs typeface="Aptos"/>
              </a:defRPr>
            </a:defPPr>
            <a:lvl1pPr algn="ctr">
              <a:defRPr sz="1200" b="0" i="0">
                <a:solidFill>
                  <a:srgbClr val="17324D"/>
                </a:solidFill>
                <a:latin typeface="Aptos"/>
                <a:ea typeface="Aptos"/>
                <a:cs typeface="Aptos"/>
              </a:defRPr>
            </a:lvl1pPr>
            <a:lvl2pPr algn="ctr">
              <a:defRPr sz="1200" b="0" i="0">
                <a:solidFill>
                  <a:srgbClr val="17324D"/>
                </a:solidFill>
                <a:latin typeface="Aptos"/>
                <a:ea typeface="Aptos"/>
                <a:cs typeface="Aptos"/>
              </a:defRPr>
            </a:lvl2pPr>
            <a:lvl3pPr algn="ctr">
              <a:defRPr sz="1200" b="0" i="0">
                <a:solidFill>
                  <a:srgbClr val="17324D"/>
                </a:solidFill>
                <a:latin typeface="Aptos"/>
                <a:ea typeface="Aptos"/>
                <a:cs typeface="Aptos"/>
              </a:defRPr>
            </a:lvl3pPr>
            <a:lvl4pPr algn="ctr">
              <a:defRPr sz="1200" b="0" i="0">
                <a:solidFill>
                  <a:srgbClr val="17324D"/>
                </a:solidFill>
                <a:latin typeface="Aptos"/>
                <a:ea typeface="Aptos"/>
                <a:cs typeface="Aptos"/>
              </a:defRPr>
            </a:lvl4pPr>
            <a:lvl5pPr algn="ctr">
              <a:defRPr sz="1200" b="0" i="0">
                <a:solidFill>
                  <a:srgbClr val="17324D"/>
                </a:solidFill>
                <a:latin typeface="Aptos"/>
                <a:ea typeface="Aptos"/>
                <a:cs typeface="Aptos"/>
              </a:defRPr>
            </a:lvl5pPr>
            <a:lvl6pPr algn="ctr">
              <a:defRPr sz="1200" b="0" i="0">
                <a:solidFill>
                  <a:srgbClr val="17324D"/>
                </a:solidFill>
                <a:latin typeface="Aptos"/>
                <a:ea typeface="Aptos"/>
                <a:cs typeface="Aptos"/>
              </a:defRPr>
            </a:lvl6pPr>
            <a:lvl7pPr algn="ctr">
              <a:defRPr sz="1200" b="0" i="0">
                <a:solidFill>
                  <a:srgbClr val="17324D"/>
                </a:solidFill>
                <a:latin typeface="Aptos"/>
                <a:ea typeface="Aptos"/>
                <a:cs typeface="Aptos"/>
              </a:defRPr>
            </a:lvl7pPr>
            <a:lvl8pPr algn="ctr">
              <a:defRPr sz="1200" b="0" i="0">
                <a:solidFill>
                  <a:srgbClr val="17324D"/>
                </a:solidFill>
                <a:latin typeface="Aptos"/>
                <a:ea typeface="Aptos"/>
                <a:cs typeface="Aptos"/>
              </a:defRPr>
            </a:lvl8pPr>
            <a:lvl9pPr algn="ctr">
              <a:defRPr sz="1200" b="0" i="0">
                <a:solidFill>
                  <a:srgbClr val="17324D"/>
                </a:solidFill>
                <a:latin typeface="Aptos"/>
                <a:ea typeface="Aptos"/>
                <a:cs typeface="Aptos"/>
              </a:defRPr>
            </a:lvl9pPr>
          </a:lstStyle>
          <a:p xmlns:a="http://schemas.openxmlformats.org/drawingml/2006/main">
            <a:pPr algn="ctr">
              <a:defRPr sz="1200" b="0" i="0">
                <a:solidFill>
                  <a:srgbClr val="17324D"/>
                </a:solidFill>
                <a:latin typeface="Aptos"/>
                <a:ea typeface="Aptos"/>
                <a:cs typeface="Aptos"/>
              </a:defRPr>
            </a:pPr>
            <a:r>
              <a:rPr sz="1200" b="0" i="0">
                <a:solidFill>
                  <a:srgbClr val="17324D"/>
                </a:solidFill>
                <a:latin typeface="Aptos"/>
                <a:ea typeface="Aptos"/>
                <a:cs typeface="Aptos"/>
              </a:rPr>
              <a:t>Ingresó y debe revisarse</a:t>
            </a:r>
          </a:p>
        </p:txBody>
      </p:sp>
      <p:sp>
        <p:nvSpPr>
          <p:cNvPr id="8" name="stage-link-0">
            <a:extLst xmlns:a="http://schemas.openxmlformats.org/drawingml/2006/main">
              <a:ext uri="{FF2B5EF4-FFF2-40B4-BE49-F238E27FC236}">
                <a16:creationId xmlns:a16="http://schemas.microsoft.com/office/drawing/2014/main" id="{45F88CE8-8DF5-4DA8-A5A1-906CA1A59EAD}"/>
              </a:ext>
            </a:extLst>
          </p:cNvPr>
          <p:cNvSpPr>
            <a:spLocks xmlns:a="http://schemas.openxmlformats.org/drawingml/2006/main" noGrp="1"/>
          </p:cNvSpPr>
          <p:nvPr/>
        </p:nvSpPr>
        <p:spPr>
          <a:xfrm xmlns:a="http://schemas.openxmlformats.org/drawingml/2006/main">
            <a:off x="2228850" y="2695575"/>
            <a:ext cx="1238250" cy="38100"/>
          </a:xfrm>
          <a:prstGeom xmlns:a="http://schemas.openxmlformats.org/drawingml/2006/main" prst="rect">
            <a:avLst/>
          </a:prstGeom>
          <a:solidFill xmlns:a="http://schemas.openxmlformats.org/drawingml/2006/main">
            <a:srgbClr val="EAF4F8"/>
          </a:solidFill>
          <a:ln xmlns:a="http://schemas.openxmlformats.org/drawingml/2006/main" w="0">
            <a:noFill/>
            <a:prstDash val="solid"/>
          </a:ln>
        </p:spPr>
      </p:sp>
      <p:sp>
        <p:nvSpPr>
          <p:cNvPr id="9" name="stage-circle-1">
            <a:extLst xmlns:a="http://schemas.openxmlformats.org/drawingml/2006/main">
              <a:ext uri="{FF2B5EF4-FFF2-40B4-BE49-F238E27FC236}">
                <a16:creationId xmlns:a16="http://schemas.microsoft.com/office/drawing/2014/main" id="{F284158C-2DEE-4906-9F21-6FFF1D761DCC}"/>
              </a:ext>
            </a:extLst>
          </p:cNvPr>
          <p:cNvSpPr>
            <a:spLocks xmlns:a="http://schemas.openxmlformats.org/drawingml/2006/main" noGrp="1"/>
          </p:cNvSpPr>
          <p:nvPr/>
        </p:nvSpPr>
        <p:spPr>
          <a:xfrm xmlns:a="http://schemas.openxmlformats.org/drawingml/2006/main">
            <a:off x="4267200" y="2362200"/>
            <a:ext cx="704850" cy="704850"/>
          </a:xfrm>
          <a:prstGeom xmlns:a="http://schemas.openxmlformats.org/drawingml/2006/main" prst="ellipse">
            <a:avLst/>
          </a:prstGeom>
          <a:solidFill xmlns:a="http://schemas.openxmlformats.org/drawingml/2006/main">
            <a:srgbClr val="0878A8"/>
          </a:solidFill>
          <a:ln xmlns:a="http://schemas.openxmlformats.org/drawingml/2006/main" w="0">
            <a:noFill/>
            <a:prstDash val="solid"/>
          </a:ln>
        </p:spPr>
      </p:sp>
      <p:sp>
        <p:nvSpPr>
          <p:cNvPr id="10" name="stage-number-1">
            <a:extLst xmlns:a="http://schemas.openxmlformats.org/drawingml/2006/main">
              <a:ext uri="{FF2B5EF4-FFF2-40B4-BE49-F238E27FC236}">
                <a16:creationId xmlns:a16="http://schemas.microsoft.com/office/drawing/2014/main" id="{B5E92019-FE66-4462-A1EE-01C77BFBF585}"/>
              </a:ext>
            </a:extLst>
          </p:cNvPr>
          <p:cNvSpPr>
            <a:spLocks xmlns:a="http://schemas.openxmlformats.org/drawingml/2006/main" noGrp="1"/>
          </p:cNvSpPr>
          <p:nvPr/>
        </p:nvSpPr>
        <p:spPr>
          <a:xfrm xmlns:a="http://schemas.openxmlformats.org/drawingml/2006/main">
            <a:off x="4267200" y="2495550"/>
            <a:ext cx="704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00" b="1" i="0">
                <a:solidFill>
                  <a:srgbClr val="FFFFFF"/>
                </a:solidFill>
                <a:latin typeface="Aptos"/>
                <a:ea typeface="Aptos"/>
                <a:cs typeface="Aptos"/>
              </a:defRPr>
            </a:defPPr>
            <a:lvl1pPr algn="ctr">
              <a:defRPr sz="1800" b="1" i="0">
                <a:solidFill>
                  <a:srgbClr val="FFFFFF"/>
                </a:solidFill>
                <a:latin typeface="Aptos"/>
                <a:ea typeface="Aptos"/>
                <a:cs typeface="Aptos"/>
              </a:defRPr>
            </a:lvl1pPr>
            <a:lvl2pPr algn="ctr">
              <a:defRPr sz="1800" b="1" i="0">
                <a:solidFill>
                  <a:srgbClr val="FFFFFF"/>
                </a:solidFill>
                <a:latin typeface="Aptos"/>
                <a:ea typeface="Aptos"/>
                <a:cs typeface="Aptos"/>
              </a:defRPr>
            </a:lvl2pPr>
            <a:lvl3pPr algn="ctr">
              <a:defRPr sz="1800" b="1" i="0">
                <a:solidFill>
                  <a:srgbClr val="FFFFFF"/>
                </a:solidFill>
                <a:latin typeface="Aptos"/>
                <a:ea typeface="Aptos"/>
                <a:cs typeface="Aptos"/>
              </a:defRPr>
            </a:lvl3pPr>
            <a:lvl4pPr algn="ctr">
              <a:defRPr sz="1800" b="1" i="0">
                <a:solidFill>
                  <a:srgbClr val="FFFFFF"/>
                </a:solidFill>
                <a:latin typeface="Aptos"/>
                <a:ea typeface="Aptos"/>
                <a:cs typeface="Aptos"/>
              </a:defRPr>
            </a:lvl4pPr>
            <a:lvl5pPr algn="ctr">
              <a:defRPr sz="1800" b="1" i="0">
                <a:solidFill>
                  <a:srgbClr val="FFFFFF"/>
                </a:solidFill>
                <a:latin typeface="Aptos"/>
                <a:ea typeface="Aptos"/>
                <a:cs typeface="Aptos"/>
              </a:defRPr>
            </a:lvl5pPr>
            <a:lvl6pPr algn="ctr">
              <a:defRPr sz="1800" b="1" i="0">
                <a:solidFill>
                  <a:srgbClr val="FFFFFF"/>
                </a:solidFill>
                <a:latin typeface="Aptos"/>
                <a:ea typeface="Aptos"/>
                <a:cs typeface="Aptos"/>
              </a:defRPr>
            </a:lvl6pPr>
            <a:lvl7pPr algn="ctr">
              <a:defRPr sz="1800" b="1" i="0">
                <a:solidFill>
                  <a:srgbClr val="FFFFFF"/>
                </a:solidFill>
                <a:latin typeface="Aptos"/>
                <a:ea typeface="Aptos"/>
                <a:cs typeface="Aptos"/>
              </a:defRPr>
            </a:lvl7pPr>
            <a:lvl8pPr algn="ctr">
              <a:defRPr sz="1800" b="1" i="0">
                <a:solidFill>
                  <a:srgbClr val="FFFFFF"/>
                </a:solidFill>
                <a:latin typeface="Aptos"/>
                <a:ea typeface="Aptos"/>
                <a:cs typeface="Aptos"/>
              </a:defRPr>
            </a:lvl8pPr>
            <a:lvl9pPr algn="ctr">
              <a:defRPr sz="1800" b="1" i="0">
                <a:solidFill>
                  <a:srgbClr val="FFFFFF"/>
                </a:solidFill>
                <a:latin typeface="Aptos"/>
                <a:ea typeface="Aptos"/>
                <a:cs typeface="Aptos"/>
              </a:defRPr>
            </a:lvl9pPr>
          </a:lstStyle>
          <a:p xmlns:a="http://schemas.openxmlformats.org/drawingml/2006/main">
            <a:pPr algn="ctr">
              <a:defRPr sz="1800" b="1" i="0">
                <a:solidFill>
                  <a:srgbClr val="FFFFFF"/>
                </a:solidFill>
                <a:latin typeface="Aptos"/>
                <a:ea typeface="Aptos"/>
                <a:cs typeface="Aptos"/>
              </a:defRPr>
            </a:pPr>
            <a:r>
              <a:rPr sz="1800" b="1" i="0">
                <a:solidFill>
                  <a:srgbClr val="FFFFFF"/>
                </a:solidFill>
                <a:latin typeface="Aptos"/>
                <a:ea typeface="Aptos"/>
                <a:cs typeface="Aptos"/>
              </a:rPr>
              <a:t>2</a:t>
            </a:r>
          </a:p>
        </p:txBody>
      </p:sp>
      <p:sp>
        <p:nvSpPr>
          <p:cNvPr id="11" name="stage-title-1">
            <a:extLst xmlns:a="http://schemas.openxmlformats.org/drawingml/2006/main">
              <a:ext uri="{FF2B5EF4-FFF2-40B4-BE49-F238E27FC236}">
                <a16:creationId xmlns:a16="http://schemas.microsoft.com/office/drawing/2014/main" id="{3606F946-9E67-414B-8C8E-7B662B3945AB}"/>
              </a:ext>
            </a:extLst>
          </p:cNvPr>
          <p:cNvSpPr>
            <a:spLocks xmlns:a="http://schemas.openxmlformats.org/drawingml/2006/main" noGrp="1"/>
          </p:cNvSpPr>
          <p:nvPr/>
        </p:nvSpPr>
        <p:spPr>
          <a:xfrm xmlns:a="http://schemas.openxmlformats.org/drawingml/2006/main">
            <a:off x="3467100" y="3219450"/>
            <a:ext cx="2305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i="0">
                <a:solidFill>
                  <a:srgbClr val="003366"/>
                </a:solidFill>
                <a:latin typeface="Aptos"/>
                <a:ea typeface="Aptos"/>
                <a:cs typeface="Aptos"/>
              </a:defRPr>
            </a:defPPr>
            <a:lvl1pPr algn="ctr">
              <a:defRPr sz="1500" b="1" i="0">
                <a:solidFill>
                  <a:srgbClr val="003366"/>
                </a:solidFill>
                <a:latin typeface="Aptos"/>
                <a:ea typeface="Aptos"/>
                <a:cs typeface="Aptos"/>
              </a:defRPr>
            </a:lvl1pPr>
            <a:lvl2pPr algn="ctr">
              <a:defRPr sz="1500" b="1" i="0">
                <a:solidFill>
                  <a:srgbClr val="003366"/>
                </a:solidFill>
                <a:latin typeface="Aptos"/>
                <a:ea typeface="Aptos"/>
                <a:cs typeface="Aptos"/>
              </a:defRPr>
            </a:lvl2pPr>
            <a:lvl3pPr algn="ctr">
              <a:defRPr sz="1500" b="1" i="0">
                <a:solidFill>
                  <a:srgbClr val="003366"/>
                </a:solidFill>
                <a:latin typeface="Aptos"/>
                <a:ea typeface="Aptos"/>
                <a:cs typeface="Aptos"/>
              </a:defRPr>
            </a:lvl3pPr>
            <a:lvl4pPr algn="ctr">
              <a:defRPr sz="1500" b="1" i="0">
                <a:solidFill>
                  <a:srgbClr val="003366"/>
                </a:solidFill>
                <a:latin typeface="Aptos"/>
                <a:ea typeface="Aptos"/>
                <a:cs typeface="Aptos"/>
              </a:defRPr>
            </a:lvl4pPr>
            <a:lvl5pPr algn="ctr">
              <a:defRPr sz="1500" b="1" i="0">
                <a:solidFill>
                  <a:srgbClr val="003366"/>
                </a:solidFill>
                <a:latin typeface="Aptos"/>
                <a:ea typeface="Aptos"/>
                <a:cs typeface="Aptos"/>
              </a:defRPr>
            </a:lvl5pPr>
            <a:lvl6pPr algn="ctr">
              <a:defRPr sz="1500" b="1" i="0">
                <a:solidFill>
                  <a:srgbClr val="003366"/>
                </a:solidFill>
                <a:latin typeface="Aptos"/>
                <a:ea typeface="Aptos"/>
                <a:cs typeface="Aptos"/>
              </a:defRPr>
            </a:lvl6pPr>
            <a:lvl7pPr algn="ctr">
              <a:defRPr sz="1500" b="1" i="0">
                <a:solidFill>
                  <a:srgbClr val="003366"/>
                </a:solidFill>
                <a:latin typeface="Aptos"/>
                <a:ea typeface="Aptos"/>
                <a:cs typeface="Aptos"/>
              </a:defRPr>
            </a:lvl7pPr>
            <a:lvl8pPr algn="ctr">
              <a:defRPr sz="1500" b="1" i="0">
                <a:solidFill>
                  <a:srgbClr val="003366"/>
                </a:solidFill>
                <a:latin typeface="Aptos"/>
                <a:ea typeface="Aptos"/>
                <a:cs typeface="Aptos"/>
              </a:defRPr>
            </a:lvl8pPr>
            <a:lvl9pPr algn="ctr">
              <a:defRPr sz="1500" b="1" i="0">
                <a:solidFill>
                  <a:srgbClr val="003366"/>
                </a:solidFill>
                <a:latin typeface="Aptos"/>
                <a:ea typeface="Aptos"/>
                <a:cs typeface="Aptos"/>
              </a:defRPr>
            </a:lvl9pPr>
          </a:lstStyle>
          <a:p xmlns:a="http://schemas.openxmlformats.org/drawingml/2006/main">
            <a:pPr algn="ctr">
              <a:defRPr sz="1500" b="1" i="0">
                <a:solidFill>
                  <a:srgbClr val="003366"/>
                </a:solidFill>
                <a:latin typeface="Aptos"/>
                <a:ea typeface="Aptos"/>
                <a:cs typeface="Aptos"/>
              </a:defRPr>
            </a:pPr>
            <a:r>
              <a:rPr sz="1500" b="1" i="0">
                <a:solidFill>
                  <a:srgbClr val="003366"/>
                </a:solidFill>
                <a:latin typeface="Aptos"/>
                <a:ea typeface="Aptos"/>
                <a:cs typeface="Aptos"/>
              </a:rPr>
              <a:t>Contactado</a:t>
            </a:r>
          </a:p>
        </p:txBody>
      </p:sp>
      <p:sp>
        <p:nvSpPr>
          <p:cNvPr id="12" name="stage-copy-1">
            <a:extLst xmlns:a="http://schemas.openxmlformats.org/drawingml/2006/main">
              <a:ext uri="{FF2B5EF4-FFF2-40B4-BE49-F238E27FC236}">
                <a16:creationId xmlns:a16="http://schemas.microsoft.com/office/drawing/2014/main" id="{6213CCBC-8F53-4CAC-A8B9-6F74334F860E}"/>
              </a:ext>
            </a:extLst>
          </p:cNvPr>
          <p:cNvSpPr>
            <a:spLocks xmlns:a="http://schemas.openxmlformats.org/drawingml/2006/main" noGrp="1"/>
          </p:cNvSpPr>
          <p:nvPr/>
        </p:nvSpPr>
        <p:spPr>
          <a:xfrm xmlns:a="http://schemas.openxmlformats.org/drawingml/2006/main">
            <a:off x="3467100" y="3562350"/>
            <a:ext cx="2305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00" b="0" i="0">
                <a:solidFill>
                  <a:srgbClr val="17324D"/>
                </a:solidFill>
                <a:latin typeface="Aptos"/>
                <a:ea typeface="Aptos"/>
                <a:cs typeface="Aptos"/>
              </a:defRPr>
            </a:defPPr>
            <a:lvl1pPr algn="ctr">
              <a:defRPr sz="1200" b="0" i="0">
                <a:solidFill>
                  <a:srgbClr val="17324D"/>
                </a:solidFill>
                <a:latin typeface="Aptos"/>
                <a:ea typeface="Aptos"/>
                <a:cs typeface="Aptos"/>
              </a:defRPr>
            </a:lvl1pPr>
            <a:lvl2pPr algn="ctr">
              <a:defRPr sz="1200" b="0" i="0">
                <a:solidFill>
                  <a:srgbClr val="17324D"/>
                </a:solidFill>
                <a:latin typeface="Aptos"/>
                <a:ea typeface="Aptos"/>
                <a:cs typeface="Aptos"/>
              </a:defRPr>
            </a:lvl2pPr>
            <a:lvl3pPr algn="ctr">
              <a:defRPr sz="1200" b="0" i="0">
                <a:solidFill>
                  <a:srgbClr val="17324D"/>
                </a:solidFill>
                <a:latin typeface="Aptos"/>
                <a:ea typeface="Aptos"/>
                <a:cs typeface="Aptos"/>
              </a:defRPr>
            </a:lvl3pPr>
            <a:lvl4pPr algn="ctr">
              <a:defRPr sz="1200" b="0" i="0">
                <a:solidFill>
                  <a:srgbClr val="17324D"/>
                </a:solidFill>
                <a:latin typeface="Aptos"/>
                <a:ea typeface="Aptos"/>
                <a:cs typeface="Aptos"/>
              </a:defRPr>
            </a:lvl4pPr>
            <a:lvl5pPr algn="ctr">
              <a:defRPr sz="1200" b="0" i="0">
                <a:solidFill>
                  <a:srgbClr val="17324D"/>
                </a:solidFill>
                <a:latin typeface="Aptos"/>
                <a:ea typeface="Aptos"/>
                <a:cs typeface="Aptos"/>
              </a:defRPr>
            </a:lvl5pPr>
            <a:lvl6pPr algn="ctr">
              <a:defRPr sz="1200" b="0" i="0">
                <a:solidFill>
                  <a:srgbClr val="17324D"/>
                </a:solidFill>
                <a:latin typeface="Aptos"/>
                <a:ea typeface="Aptos"/>
                <a:cs typeface="Aptos"/>
              </a:defRPr>
            </a:lvl6pPr>
            <a:lvl7pPr algn="ctr">
              <a:defRPr sz="1200" b="0" i="0">
                <a:solidFill>
                  <a:srgbClr val="17324D"/>
                </a:solidFill>
                <a:latin typeface="Aptos"/>
                <a:ea typeface="Aptos"/>
                <a:cs typeface="Aptos"/>
              </a:defRPr>
            </a:lvl7pPr>
            <a:lvl8pPr algn="ctr">
              <a:defRPr sz="1200" b="0" i="0">
                <a:solidFill>
                  <a:srgbClr val="17324D"/>
                </a:solidFill>
                <a:latin typeface="Aptos"/>
                <a:ea typeface="Aptos"/>
                <a:cs typeface="Aptos"/>
              </a:defRPr>
            </a:lvl8pPr>
            <a:lvl9pPr algn="ctr">
              <a:defRPr sz="1200" b="0" i="0">
                <a:solidFill>
                  <a:srgbClr val="17324D"/>
                </a:solidFill>
                <a:latin typeface="Aptos"/>
                <a:ea typeface="Aptos"/>
                <a:cs typeface="Aptos"/>
              </a:defRPr>
            </a:lvl9pPr>
          </a:lstStyle>
          <a:p xmlns:a="http://schemas.openxmlformats.org/drawingml/2006/main">
            <a:pPr algn="ctr">
              <a:defRPr sz="1200" b="0" i="0">
                <a:solidFill>
                  <a:srgbClr val="17324D"/>
                </a:solidFill>
                <a:latin typeface="Aptos"/>
                <a:ea typeface="Aptos"/>
                <a:cs typeface="Aptos"/>
              </a:defRPr>
            </a:pPr>
            <a:r>
              <a:rPr sz="1200" b="0" i="0">
                <a:solidFill>
                  <a:srgbClr val="17324D"/>
                </a:solidFill>
                <a:latin typeface="Aptos"/>
                <a:ea typeface="Aptos"/>
                <a:cs typeface="Aptos"/>
              </a:rPr>
              <a:t>Ocurrió la primera respuesta</a:t>
            </a:r>
          </a:p>
        </p:txBody>
      </p:sp>
      <p:sp>
        <p:nvSpPr>
          <p:cNvPr id="13" name="stage-link-1">
            <a:extLst xmlns:a="http://schemas.openxmlformats.org/drawingml/2006/main">
              <a:ext uri="{FF2B5EF4-FFF2-40B4-BE49-F238E27FC236}">
                <a16:creationId xmlns:a16="http://schemas.microsoft.com/office/drawing/2014/main" id="{24084E70-C3AF-4012-9B5F-E119060030D0}"/>
              </a:ext>
            </a:extLst>
          </p:cNvPr>
          <p:cNvSpPr>
            <a:spLocks xmlns:a="http://schemas.openxmlformats.org/drawingml/2006/main" noGrp="1"/>
          </p:cNvSpPr>
          <p:nvPr/>
        </p:nvSpPr>
        <p:spPr>
          <a:xfrm xmlns:a="http://schemas.openxmlformats.org/drawingml/2006/main">
            <a:off x="5029200" y="2695575"/>
            <a:ext cx="1238250" cy="38100"/>
          </a:xfrm>
          <a:prstGeom xmlns:a="http://schemas.openxmlformats.org/drawingml/2006/main" prst="rect">
            <a:avLst/>
          </a:prstGeom>
          <a:solidFill xmlns:a="http://schemas.openxmlformats.org/drawingml/2006/main">
            <a:srgbClr val="EAF4F8"/>
          </a:solidFill>
          <a:ln xmlns:a="http://schemas.openxmlformats.org/drawingml/2006/main" w="0">
            <a:noFill/>
            <a:prstDash val="solid"/>
          </a:ln>
        </p:spPr>
      </p:sp>
      <p:sp>
        <p:nvSpPr>
          <p:cNvPr id="14" name="stage-circle-2">
            <a:extLst xmlns:a="http://schemas.openxmlformats.org/drawingml/2006/main">
              <a:ext uri="{FF2B5EF4-FFF2-40B4-BE49-F238E27FC236}">
                <a16:creationId xmlns:a16="http://schemas.microsoft.com/office/drawing/2014/main" id="{B8E26BF9-C48F-4242-854F-65B36BD238E9}"/>
              </a:ext>
            </a:extLst>
          </p:cNvPr>
          <p:cNvSpPr>
            <a:spLocks xmlns:a="http://schemas.openxmlformats.org/drawingml/2006/main" noGrp="1"/>
          </p:cNvSpPr>
          <p:nvPr/>
        </p:nvSpPr>
        <p:spPr>
          <a:xfrm xmlns:a="http://schemas.openxmlformats.org/drawingml/2006/main">
            <a:off x="7067550" y="2362200"/>
            <a:ext cx="704850" cy="704850"/>
          </a:xfrm>
          <a:prstGeom xmlns:a="http://schemas.openxmlformats.org/drawingml/2006/main" prst="ellipse">
            <a:avLst/>
          </a:prstGeom>
          <a:solidFill xmlns:a="http://schemas.openxmlformats.org/drawingml/2006/main">
            <a:srgbClr val="19A7CE"/>
          </a:solidFill>
          <a:ln xmlns:a="http://schemas.openxmlformats.org/drawingml/2006/main" w="0">
            <a:noFill/>
            <a:prstDash val="solid"/>
          </a:ln>
        </p:spPr>
      </p:sp>
      <p:sp>
        <p:nvSpPr>
          <p:cNvPr id="15" name="stage-number-2">
            <a:extLst xmlns:a="http://schemas.openxmlformats.org/drawingml/2006/main">
              <a:ext uri="{FF2B5EF4-FFF2-40B4-BE49-F238E27FC236}">
                <a16:creationId xmlns:a16="http://schemas.microsoft.com/office/drawing/2014/main" id="{08415486-3E97-4F65-A3F6-FD11056C1E96}"/>
              </a:ext>
            </a:extLst>
          </p:cNvPr>
          <p:cNvSpPr>
            <a:spLocks xmlns:a="http://schemas.openxmlformats.org/drawingml/2006/main" noGrp="1"/>
          </p:cNvSpPr>
          <p:nvPr/>
        </p:nvSpPr>
        <p:spPr>
          <a:xfrm xmlns:a="http://schemas.openxmlformats.org/drawingml/2006/main">
            <a:off x="7067550" y="2495550"/>
            <a:ext cx="704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00" b="1" i="0">
                <a:solidFill>
                  <a:srgbClr val="FFFFFF"/>
                </a:solidFill>
                <a:latin typeface="Aptos"/>
                <a:ea typeface="Aptos"/>
                <a:cs typeface="Aptos"/>
              </a:defRPr>
            </a:defPPr>
            <a:lvl1pPr algn="ctr">
              <a:defRPr sz="1800" b="1" i="0">
                <a:solidFill>
                  <a:srgbClr val="FFFFFF"/>
                </a:solidFill>
                <a:latin typeface="Aptos"/>
                <a:ea typeface="Aptos"/>
                <a:cs typeface="Aptos"/>
              </a:defRPr>
            </a:lvl1pPr>
            <a:lvl2pPr algn="ctr">
              <a:defRPr sz="1800" b="1" i="0">
                <a:solidFill>
                  <a:srgbClr val="FFFFFF"/>
                </a:solidFill>
                <a:latin typeface="Aptos"/>
                <a:ea typeface="Aptos"/>
                <a:cs typeface="Aptos"/>
              </a:defRPr>
            </a:lvl2pPr>
            <a:lvl3pPr algn="ctr">
              <a:defRPr sz="1800" b="1" i="0">
                <a:solidFill>
                  <a:srgbClr val="FFFFFF"/>
                </a:solidFill>
                <a:latin typeface="Aptos"/>
                <a:ea typeface="Aptos"/>
                <a:cs typeface="Aptos"/>
              </a:defRPr>
            </a:lvl3pPr>
            <a:lvl4pPr algn="ctr">
              <a:defRPr sz="1800" b="1" i="0">
                <a:solidFill>
                  <a:srgbClr val="FFFFFF"/>
                </a:solidFill>
                <a:latin typeface="Aptos"/>
                <a:ea typeface="Aptos"/>
                <a:cs typeface="Aptos"/>
              </a:defRPr>
            </a:lvl4pPr>
            <a:lvl5pPr algn="ctr">
              <a:defRPr sz="1800" b="1" i="0">
                <a:solidFill>
                  <a:srgbClr val="FFFFFF"/>
                </a:solidFill>
                <a:latin typeface="Aptos"/>
                <a:ea typeface="Aptos"/>
                <a:cs typeface="Aptos"/>
              </a:defRPr>
            </a:lvl5pPr>
            <a:lvl6pPr algn="ctr">
              <a:defRPr sz="1800" b="1" i="0">
                <a:solidFill>
                  <a:srgbClr val="FFFFFF"/>
                </a:solidFill>
                <a:latin typeface="Aptos"/>
                <a:ea typeface="Aptos"/>
                <a:cs typeface="Aptos"/>
              </a:defRPr>
            </a:lvl6pPr>
            <a:lvl7pPr algn="ctr">
              <a:defRPr sz="1800" b="1" i="0">
                <a:solidFill>
                  <a:srgbClr val="FFFFFF"/>
                </a:solidFill>
                <a:latin typeface="Aptos"/>
                <a:ea typeface="Aptos"/>
                <a:cs typeface="Aptos"/>
              </a:defRPr>
            </a:lvl7pPr>
            <a:lvl8pPr algn="ctr">
              <a:defRPr sz="1800" b="1" i="0">
                <a:solidFill>
                  <a:srgbClr val="FFFFFF"/>
                </a:solidFill>
                <a:latin typeface="Aptos"/>
                <a:ea typeface="Aptos"/>
                <a:cs typeface="Aptos"/>
              </a:defRPr>
            </a:lvl8pPr>
            <a:lvl9pPr algn="ctr">
              <a:defRPr sz="1800" b="1" i="0">
                <a:solidFill>
                  <a:srgbClr val="FFFFFF"/>
                </a:solidFill>
                <a:latin typeface="Aptos"/>
                <a:ea typeface="Aptos"/>
                <a:cs typeface="Aptos"/>
              </a:defRPr>
            </a:lvl9pPr>
          </a:lstStyle>
          <a:p xmlns:a="http://schemas.openxmlformats.org/drawingml/2006/main">
            <a:pPr algn="ctr">
              <a:defRPr sz="1800" b="1" i="0">
                <a:solidFill>
                  <a:srgbClr val="FFFFFF"/>
                </a:solidFill>
                <a:latin typeface="Aptos"/>
                <a:ea typeface="Aptos"/>
                <a:cs typeface="Aptos"/>
              </a:defRPr>
            </a:pPr>
            <a:r>
              <a:rPr sz="1800" b="1" i="0">
                <a:solidFill>
                  <a:srgbClr val="FFFFFF"/>
                </a:solidFill>
                <a:latin typeface="Aptos"/>
                <a:ea typeface="Aptos"/>
                <a:cs typeface="Aptos"/>
              </a:rPr>
              <a:t>3</a:t>
            </a:r>
          </a:p>
        </p:txBody>
      </p:sp>
      <p:sp>
        <p:nvSpPr>
          <p:cNvPr id="16" name="stage-title-2">
            <a:extLst xmlns:a="http://schemas.openxmlformats.org/drawingml/2006/main">
              <a:ext uri="{FF2B5EF4-FFF2-40B4-BE49-F238E27FC236}">
                <a16:creationId xmlns:a16="http://schemas.microsoft.com/office/drawing/2014/main" id="{BFB8A175-1BC3-4FC3-81B0-4A1C34584BF7}"/>
              </a:ext>
            </a:extLst>
          </p:cNvPr>
          <p:cNvSpPr>
            <a:spLocks xmlns:a="http://schemas.openxmlformats.org/drawingml/2006/main" noGrp="1"/>
          </p:cNvSpPr>
          <p:nvPr/>
        </p:nvSpPr>
        <p:spPr>
          <a:xfrm xmlns:a="http://schemas.openxmlformats.org/drawingml/2006/main">
            <a:off x="6267450" y="3219450"/>
            <a:ext cx="2305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i="0">
                <a:solidFill>
                  <a:srgbClr val="003366"/>
                </a:solidFill>
                <a:latin typeface="Aptos"/>
                <a:ea typeface="Aptos"/>
                <a:cs typeface="Aptos"/>
              </a:defRPr>
            </a:defPPr>
            <a:lvl1pPr algn="ctr">
              <a:defRPr sz="1500" b="1" i="0">
                <a:solidFill>
                  <a:srgbClr val="003366"/>
                </a:solidFill>
                <a:latin typeface="Aptos"/>
                <a:ea typeface="Aptos"/>
                <a:cs typeface="Aptos"/>
              </a:defRPr>
            </a:lvl1pPr>
            <a:lvl2pPr algn="ctr">
              <a:defRPr sz="1500" b="1" i="0">
                <a:solidFill>
                  <a:srgbClr val="003366"/>
                </a:solidFill>
                <a:latin typeface="Aptos"/>
                <a:ea typeface="Aptos"/>
                <a:cs typeface="Aptos"/>
              </a:defRPr>
            </a:lvl2pPr>
            <a:lvl3pPr algn="ctr">
              <a:defRPr sz="1500" b="1" i="0">
                <a:solidFill>
                  <a:srgbClr val="003366"/>
                </a:solidFill>
                <a:latin typeface="Aptos"/>
                <a:ea typeface="Aptos"/>
                <a:cs typeface="Aptos"/>
              </a:defRPr>
            </a:lvl3pPr>
            <a:lvl4pPr algn="ctr">
              <a:defRPr sz="1500" b="1" i="0">
                <a:solidFill>
                  <a:srgbClr val="003366"/>
                </a:solidFill>
                <a:latin typeface="Aptos"/>
                <a:ea typeface="Aptos"/>
                <a:cs typeface="Aptos"/>
              </a:defRPr>
            </a:lvl4pPr>
            <a:lvl5pPr algn="ctr">
              <a:defRPr sz="1500" b="1" i="0">
                <a:solidFill>
                  <a:srgbClr val="003366"/>
                </a:solidFill>
                <a:latin typeface="Aptos"/>
                <a:ea typeface="Aptos"/>
                <a:cs typeface="Aptos"/>
              </a:defRPr>
            </a:lvl5pPr>
            <a:lvl6pPr algn="ctr">
              <a:defRPr sz="1500" b="1" i="0">
                <a:solidFill>
                  <a:srgbClr val="003366"/>
                </a:solidFill>
                <a:latin typeface="Aptos"/>
                <a:ea typeface="Aptos"/>
                <a:cs typeface="Aptos"/>
              </a:defRPr>
            </a:lvl6pPr>
            <a:lvl7pPr algn="ctr">
              <a:defRPr sz="1500" b="1" i="0">
                <a:solidFill>
                  <a:srgbClr val="003366"/>
                </a:solidFill>
                <a:latin typeface="Aptos"/>
                <a:ea typeface="Aptos"/>
                <a:cs typeface="Aptos"/>
              </a:defRPr>
            </a:lvl7pPr>
            <a:lvl8pPr algn="ctr">
              <a:defRPr sz="1500" b="1" i="0">
                <a:solidFill>
                  <a:srgbClr val="003366"/>
                </a:solidFill>
                <a:latin typeface="Aptos"/>
                <a:ea typeface="Aptos"/>
                <a:cs typeface="Aptos"/>
              </a:defRPr>
            </a:lvl8pPr>
            <a:lvl9pPr algn="ctr">
              <a:defRPr sz="1500" b="1" i="0">
                <a:solidFill>
                  <a:srgbClr val="003366"/>
                </a:solidFill>
                <a:latin typeface="Aptos"/>
                <a:ea typeface="Aptos"/>
                <a:cs typeface="Aptos"/>
              </a:defRPr>
            </a:lvl9pPr>
          </a:lstStyle>
          <a:p xmlns:a="http://schemas.openxmlformats.org/drawingml/2006/main">
            <a:pPr algn="ctr">
              <a:defRPr sz="1500" b="1" i="0">
                <a:solidFill>
                  <a:srgbClr val="003366"/>
                </a:solidFill>
                <a:latin typeface="Aptos"/>
                <a:ea typeface="Aptos"/>
                <a:cs typeface="Aptos"/>
              </a:defRPr>
            </a:pPr>
            <a:r>
              <a:rPr sz="1500" b="1" i="0">
                <a:solidFill>
                  <a:srgbClr val="003366"/>
                </a:solidFill>
                <a:latin typeface="Aptos"/>
                <a:ea typeface="Aptos"/>
                <a:cs typeface="Aptos"/>
              </a:rPr>
              <a:t>Calificado</a:t>
            </a:r>
          </a:p>
        </p:txBody>
      </p:sp>
      <p:sp>
        <p:nvSpPr>
          <p:cNvPr id="17" name="stage-copy-2">
            <a:extLst xmlns:a="http://schemas.openxmlformats.org/drawingml/2006/main">
              <a:ext uri="{FF2B5EF4-FFF2-40B4-BE49-F238E27FC236}">
                <a16:creationId xmlns:a16="http://schemas.microsoft.com/office/drawing/2014/main" id="{CFC9E338-1AE4-4581-A89F-8868BD289AC9}"/>
              </a:ext>
            </a:extLst>
          </p:cNvPr>
          <p:cNvSpPr>
            <a:spLocks xmlns:a="http://schemas.openxmlformats.org/drawingml/2006/main" noGrp="1"/>
          </p:cNvSpPr>
          <p:nvPr/>
        </p:nvSpPr>
        <p:spPr>
          <a:xfrm xmlns:a="http://schemas.openxmlformats.org/drawingml/2006/main">
            <a:off x="6267450" y="3562350"/>
            <a:ext cx="2305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00" b="0" i="0">
                <a:solidFill>
                  <a:srgbClr val="17324D"/>
                </a:solidFill>
                <a:latin typeface="Aptos"/>
                <a:ea typeface="Aptos"/>
                <a:cs typeface="Aptos"/>
              </a:defRPr>
            </a:defPPr>
            <a:lvl1pPr algn="ctr">
              <a:defRPr sz="1200" b="0" i="0">
                <a:solidFill>
                  <a:srgbClr val="17324D"/>
                </a:solidFill>
                <a:latin typeface="Aptos"/>
                <a:ea typeface="Aptos"/>
                <a:cs typeface="Aptos"/>
              </a:defRPr>
            </a:lvl1pPr>
            <a:lvl2pPr algn="ctr">
              <a:defRPr sz="1200" b="0" i="0">
                <a:solidFill>
                  <a:srgbClr val="17324D"/>
                </a:solidFill>
                <a:latin typeface="Aptos"/>
                <a:ea typeface="Aptos"/>
                <a:cs typeface="Aptos"/>
              </a:defRPr>
            </a:lvl2pPr>
            <a:lvl3pPr algn="ctr">
              <a:defRPr sz="1200" b="0" i="0">
                <a:solidFill>
                  <a:srgbClr val="17324D"/>
                </a:solidFill>
                <a:latin typeface="Aptos"/>
                <a:ea typeface="Aptos"/>
                <a:cs typeface="Aptos"/>
              </a:defRPr>
            </a:lvl3pPr>
            <a:lvl4pPr algn="ctr">
              <a:defRPr sz="1200" b="0" i="0">
                <a:solidFill>
                  <a:srgbClr val="17324D"/>
                </a:solidFill>
                <a:latin typeface="Aptos"/>
                <a:ea typeface="Aptos"/>
                <a:cs typeface="Aptos"/>
              </a:defRPr>
            </a:lvl4pPr>
            <a:lvl5pPr algn="ctr">
              <a:defRPr sz="1200" b="0" i="0">
                <a:solidFill>
                  <a:srgbClr val="17324D"/>
                </a:solidFill>
                <a:latin typeface="Aptos"/>
                <a:ea typeface="Aptos"/>
                <a:cs typeface="Aptos"/>
              </a:defRPr>
            </a:lvl5pPr>
            <a:lvl6pPr algn="ctr">
              <a:defRPr sz="1200" b="0" i="0">
                <a:solidFill>
                  <a:srgbClr val="17324D"/>
                </a:solidFill>
                <a:latin typeface="Aptos"/>
                <a:ea typeface="Aptos"/>
                <a:cs typeface="Aptos"/>
              </a:defRPr>
            </a:lvl6pPr>
            <a:lvl7pPr algn="ctr">
              <a:defRPr sz="1200" b="0" i="0">
                <a:solidFill>
                  <a:srgbClr val="17324D"/>
                </a:solidFill>
                <a:latin typeface="Aptos"/>
                <a:ea typeface="Aptos"/>
                <a:cs typeface="Aptos"/>
              </a:defRPr>
            </a:lvl7pPr>
            <a:lvl8pPr algn="ctr">
              <a:defRPr sz="1200" b="0" i="0">
                <a:solidFill>
                  <a:srgbClr val="17324D"/>
                </a:solidFill>
                <a:latin typeface="Aptos"/>
                <a:ea typeface="Aptos"/>
                <a:cs typeface="Aptos"/>
              </a:defRPr>
            </a:lvl8pPr>
            <a:lvl9pPr algn="ctr">
              <a:defRPr sz="1200" b="0" i="0">
                <a:solidFill>
                  <a:srgbClr val="17324D"/>
                </a:solidFill>
                <a:latin typeface="Aptos"/>
                <a:ea typeface="Aptos"/>
                <a:cs typeface="Aptos"/>
              </a:defRPr>
            </a:lvl9pPr>
          </a:lstStyle>
          <a:p xmlns:a="http://schemas.openxmlformats.org/drawingml/2006/main">
            <a:pPr algn="ctr">
              <a:defRPr sz="1200" b="0" i="0">
                <a:solidFill>
                  <a:srgbClr val="17324D"/>
                </a:solidFill>
                <a:latin typeface="Aptos"/>
                <a:ea typeface="Aptos"/>
                <a:cs typeface="Aptos"/>
              </a:defRPr>
            </a:pPr>
            <a:r>
              <a:rPr sz="1200" b="0" i="0">
                <a:solidFill>
                  <a:srgbClr val="17324D"/>
                </a:solidFill>
                <a:latin typeface="Aptos"/>
                <a:ea typeface="Aptos"/>
                <a:cs typeface="Aptos"/>
              </a:rPr>
              <a:t>La necesidad está clara</a:t>
            </a:r>
          </a:p>
        </p:txBody>
      </p:sp>
      <p:sp>
        <p:nvSpPr>
          <p:cNvPr id="18" name="stage-link-2">
            <a:extLst xmlns:a="http://schemas.openxmlformats.org/drawingml/2006/main">
              <a:ext uri="{FF2B5EF4-FFF2-40B4-BE49-F238E27FC236}">
                <a16:creationId xmlns:a16="http://schemas.microsoft.com/office/drawing/2014/main" id="{EF1797CF-B8F1-44A1-A4F3-B2BCA8F36C5A}"/>
              </a:ext>
            </a:extLst>
          </p:cNvPr>
          <p:cNvSpPr>
            <a:spLocks xmlns:a="http://schemas.openxmlformats.org/drawingml/2006/main" noGrp="1"/>
          </p:cNvSpPr>
          <p:nvPr/>
        </p:nvSpPr>
        <p:spPr>
          <a:xfrm xmlns:a="http://schemas.openxmlformats.org/drawingml/2006/main">
            <a:off x="7829550" y="2695575"/>
            <a:ext cx="1238250" cy="38100"/>
          </a:xfrm>
          <a:prstGeom xmlns:a="http://schemas.openxmlformats.org/drawingml/2006/main" prst="rect">
            <a:avLst/>
          </a:prstGeom>
          <a:solidFill xmlns:a="http://schemas.openxmlformats.org/drawingml/2006/main">
            <a:srgbClr val="EAF4F8"/>
          </a:solidFill>
          <a:ln xmlns:a="http://schemas.openxmlformats.org/drawingml/2006/main" w="0">
            <a:noFill/>
            <a:prstDash val="solid"/>
          </a:ln>
        </p:spPr>
      </p:sp>
      <p:sp>
        <p:nvSpPr>
          <p:cNvPr id="19" name="stage-circle-3">
            <a:extLst xmlns:a="http://schemas.openxmlformats.org/drawingml/2006/main">
              <a:ext uri="{FF2B5EF4-FFF2-40B4-BE49-F238E27FC236}">
                <a16:creationId xmlns:a16="http://schemas.microsoft.com/office/drawing/2014/main" id="{75A0CB8A-60E8-4256-92E9-96AF4C4DD72F}"/>
              </a:ext>
            </a:extLst>
          </p:cNvPr>
          <p:cNvSpPr>
            <a:spLocks xmlns:a="http://schemas.openxmlformats.org/drawingml/2006/main" noGrp="1"/>
          </p:cNvSpPr>
          <p:nvPr/>
        </p:nvSpPr>
        <p:spPr>
          <a:xfrm xmlns:a="http://schemas.openxmlformats.org/drawingml/2006/main">
            <a:off x="9867900" y="2362200"/>
            <a:ext cx="704850" cy="704850"/>
          </a:xfrm>
          <a:prstGeom xmlns:a="http://schemas.openxmlformats.org/drawingml/2006/main" prst="ellipse">
            <a:avLst/>
          </a:prstGeom>
          <a:solidFill xmlns:a="http://schemas.openxmlformats.org/drawingml/2006/main">
            <a:srgbClr val="D6A84B"/>
          </a:solidFill>
          <a:ln xmlns:a="http://schemas.openxmlformats.org/drawingml/2006/main" w="0">
            <a:noFill/>
            <a:prstDash val="solid"/>
          </a:ln>
        </p:spPr>
      </p:sp>
      <p:sp>
        <p:nvSpPr>
          <p:cNvPr id="20" name="stage-number-3">
            <a:extLst xmlns:a="http://schemas.openxmlformats.org/drawingml/2006/main">
              <a:ext uri="{FF2B5EF4-FFF2-40B4-BE49-F238E27FC236}">
                <a16:creationId xmlns:a16="http://schemas.microsoft.com/office/drawing/2014/main" id="{2BAA7504-2048-4204-9835-D393433AF501}"/>
              </a:ext>
            </a:extLst>
          </p:cNvPr>
          <p:cNvSpPr>
            <a:spLocks xmlns:a="http://schemas.openxmlformats.org/drawingml/2006/main" noGrp="1"/>
          </p:cNvSpPr>
          <p:nvPr/>
        </p:nvSpPr>
        <p:spPr>
          <a:xfrm xmlns:a="http://schemas.openxmlformats.org/drawingml/2006/main">
            <a:off x="9867900" y="2495550"/>
            <a:ext cx="704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00" b="1" i="0">
                <a:solidFill>
                  <a:srgbClr val="FFFFFF"/>
                </a:solidFill>
                <a:latin typeface="Aptos"/>
                <a:ea typeface="Aptos"/>
                <a:cs typeface="Aptos"/>
              </a:defRPr>
            </a:defPPr>
            <a:lvl1pPr algn="ctr">
              <a:defRPr sz="1800" b="1" i="0">
                <a:solidFill>
                  <a:srgbClr val="FFFFFF"/>
                </a:solidFill>
                <a:latin typeface="Aptos"/>
                <a:ea typeface="Aptos"/>
                <a:cs typeface="Aptos"/>
              </a:defRPr>
            </a:lvl1pPr>
            <a:lvl2pPr algn="ctr">
              <a:defRPr sz="1800" b="1" i="0">
                <a:solidFill>
                  <a:srgbClr val="FFFFFF"/>
                </a:solidFill>
                <a:latin typeface="Aptos"/>
                <a:ea typeface="Aptos"/>
                <a:cs typeface="Aptos"/>
              </a:defRPr>
            </a:lvl2pPr>
            <a:lvl3pPr algn="ctr">
              <a:defRPr sz="1800" b="1" i="0">
                <a:solidFill>
                  <a:srgbClr val="FFFFFF"/>
                </a:solidFill>
                <a:latin typeface="Aptos"/>
                <a:ea typeface="Aptos"/>
                <a:cs typeface="Aptos"/>
              </a:defRPr>
            </a:lvl3pPr>
            <a:lvl4pPr algn="ctr">
              <a:defRPr sz="1800" b="1" i="0">
                <a:solidFill>
                  <a:srgbClr val="FFFFFF"/>
                </a:solidFill>
                <a:latin typeface="Aptos"/>
                <a:ea typeface="Aptos"/>
                <a:cs typeface="Aptos"/>
              </a:defRPr>
            </a:lvl4pPr>
            <a:lvl5pPr algn="ctr">
              <a:defRPr sz="1800" b="1" i="0">
                <a:solidFill>
                  <a:srgbClr val="FFFFFF"/>
                </a:solidFill>
                <a:latin typeface="Aptos"/>
                <a:ea typeface="Aptos"/>
                <a:cs typeface="Aptos"/>
              </a:defRPr>
            </a:lvl5pPr>
            <a:lvl6pPr algn="ctr">
              <a:defRPr sz="1800" b="1" i="0">
                <a:solidFill>
                  <a:srgbClr val="FFFFFF"/>
                </a:solidFill>
                <a:latin typeface="Aptos"/>
                <a:ea typeface="Aptos"/>
                <a:cs typeface="Aptos"/>
              </a:defRPr>
            </a:lvl6pPr>
            <a:lvl7pPr algn="ctr">
              <a:defRPr sz="1800" b="1" i="0">
                <a:solidFill>
                  <a:srgbClr val="FFFFFF"/>
                </a:solidFill>
                <a:latin typeface="Aptos"/>
                <a:ea typeface="Aptos"/>
                <a:cs typeface="Aptos"/>
              </a:defRPr>
            </a:lvl7pPr>
            <a:lvl8pPr algn="ctr">
              <a:defRPr sz="1800" b="1" i="0">
                <a:solidFill>
                  <a:srgbClr val="FFFFFF"/>
                </a:solidFill>
                <a:latin typeface="Aptos"/>
                <a:ea typeface="Aptos"/>
                <a:cs typeface="Aptos"/>
              </a:defRPr>
            </a:lvl8pPr>
            <a:lvl9pPr algn="ctr">
              <a:defRPr sz="1800" b="1" i="0">
                <a:solidFill>
                  <a:srgbClr val="FFFFFF"/>
                </a:solidFill>
                <a:latin typeface="Aptos"/>
                <a:ea typeface="Aptos"/>
                <a:cs typeface="Aptos"/>
              </a:defRPr>
            </a:lvl9pPr>
          </a:lstStyle>
          <a:p xmlns:a="http://schemas.openxmlformats.org/drawingml/2006/main">
            <a:pPr algn="ctr">
              <a:defRPr sz="1800" b="1" i="0">
                <a:solidFill>
                  <a:srgbClr val="FFFFFF"/>
                </a:solidFill>
                <a:latin typeface="Aptos"/>
                <a:ea typeface="Aptos"/>
                <a:cs typeface="Aptos"/>
              </a:defRPr>
            </a:pPr>
            <a:r>
              <a:rPr sz="1800" b="1" i="0">
                <a:solidFill>
                  <a:srgbClr val="FFFFFF"/>
                </a:solidFill>
                <a:latin typeface="Aptos"/>
                <a:ea typeface="Aptos"/>
                <a:cs typeface="Aptos"/>
              </a:rPr>
              <a:t>4</a:t>
            </a:r>
          </a:p>
        </p:txBody>
      </p:sp>
      <p:sp>
        <p:nvSpPr>
          <p:cNvPr id="21" name="stage-title-3">
            <a:extLst xmlns:a="http://schemas.openxmlformats.org/drawingml/2006/main">
              <a:ext uri="{FF2B5EF4-FFF2-40B4-BE49-F238E27FC236}">
                <a16:creationId xmlns:a16="http://schemas.microsoft.com/office/drawing/2014/main" id="{589060D5-7530-45D1-9982-20D23018E6C9}"/>
              </a:ext>
            </a:extLst>
          </p:cNvPr>
          <p:cNvSpPr>
            <a:spLocks xmlns:a="http://schemas.openxmlformats.org/drawingml/2006/main" noGrp="1"/>
          </p:cNvSpPr>
          <p:nvPr/>
        </p:nvSpPr>
        <p:spPr>
          <a:xfrm xmlns:a="http://schemas.openxmlformats.org/drawingml/2006/main">
            <a:off x="9067800" y="3219450"/>
            <a:ext cx="2305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i="0">
                <a:solidFill>
                  <a:srgbClr val="003366"/>
                </a:solidFill>
                <a:latin typeface="Aptos"/>
                <a:ea typeface="Aptos"/>
                <a:cs typeface="Aptos"/>
              </a:defRPr>
            </a:defPPr>
            <a:lvl1pPr algn="ctr">
              <a:defRPr sz="1500" b="1" i="0">
                <a:solidFill>
                  <a:srgbClr val="003366"/>
                </a:solidFill>
                <a:latin typeface="Aptos"/>
                <a:ea typeface="Aptos"/>
                <a:cs typeface="Aptos"/>
              </a:defRPr>
            </a:lvl1pPr>
            <a:lvl2pPr algn="ctr">
              <a:defRPr sz="1500" b="1" i="0">
                <a:solidFill>
                  <a:srgbClr val="003366"/>
                </a:solidFill>
                <a:latin typeface="Aptos"/>
                <a:ea typeface="Aptos"/>
                <a:cs typeface="Aptos"/>
              </a:defRPr>
            </a:lvl2pPr>
            <a:lvl3pPr algn="ctr">
              <a:defRPr sz="1500" b="1" i="0">
                <a:solidFill>
                  <a:srgbClr val="003366"/>
                </a:solidFill>
                <a:latin typeface="Aptos"/>
                <a:ea typeface="Aptos"/>
                <a:cs typeface="Aptos"/>
              </a:defRPr>
            </a:lvl3pPr>
            <a:lvl4pPr algn="ctr">
              <a:defRPr sz="1500" b="1" i="0">
                <a:solidFill>
                  <a:srgbClr val="003366"/>
                </a:solidFill>
                <a:latin typeface="Aptos"/>
                <a:ea typeface="Aptos"/>
                <a:cs typeface="Aptos"/>
              </a:defRPr>
            </a:lvl4pPr>
            <a:lvl5pPr algn="ctr">
              <a:defRPr sz="1500" b="1" i="0">
                <a:solidFill>
                  <a:srgbClr val="003366"/>
                </a:solidFill>
                <a:latin typeface="Aptos"/>
                <a:ea typeface="Aptos"/>
                <a:cs typeface="Aptos"/>
              </a:defRPr>
            </a:lvl5pPr>
            <a:lvl6pPr algn="ctr">
              <a:defRPr sz="1500" b="1" i="0">
                <a:solidFill>
                  <a:srgbClr val="003366"/>
                </a:solidFill>
                <a:latin typeface="Aptos"/>
                <a:ea typeface="Aptos"/>
                <a:cs typeface="Aptos"/>
              </a:defRPr>
            </a:lvl6pPr>
            <a:lvl7pPr algn="ctr">
              <a:defRPr sz="1500" b="1" i="0">
                <a:solidFill>
                  <a:srgbClr val="003366"/>
                </a:solidFill>
                <a:latin typeface="Aptos"/>
                <a:ea typeface="Aptos"/>
                <a:cs typeface="Aptos"/>
              </a:defRPr>
            </a:lvl7pPr>
            <a:lvl8pPr algn="ctr">
              <a:defRPr sz="1500" b="1" i="0">
                <a:solidFill>
                  <a:srgbClr val="003366"/>
                </a:solidFill>
                <a:latin typeface="Aptos"/>
                <a:ea typeface="Aptos"/>
                <a:cs typeface="Aptos"/>
              </a:defRPr>
            </a:lvl8pPr>
            <a:lvl9pPr algn="ctr">
              <a:defRPr sz="1500" b="1" i="0">
                <a:solidFill>
                  <a:srgbClr val="003366"/>
                </a:solidFill>
                <a:latin typeface="Aptos"/>
                <a:ea typeface="Aptos"/>
                <a:cs typeface="Aptos"/>
              </a:defRPr>
            </a:lvl9pPr>
          </a:lstStyle>
          <a:p xmlns:a="http://schemas.openxmlformats.org/drawingml/2006/main">
            <a:pPr algn="ctr">
              <a:defRPr sz="1500" b="1" i="0">
                <a:solidFill>
                  <a:srgbClr val="003366"/>
                </a:solidFill>
                <a:latin typeface="Aptos"/>
                <a:ea typeface="Aptos"/>
                <a:cs typeface="Aptos"/>
              </a:defRPr>
            </a:pPr>
            <a:r>
              <a:rPr sz="1500" b="1" i="0">
                <a:solidFill>
                  <a:srgbClr val="003366"/>
                </a:solidFill>
                <a:latin typeface="Aptos"/>
                <a:ea typeface="Aptos"/>
                <a:cs typeface="Aptos"/>
              </a:rPr>
              <a:t>Oferta</a:t>
            </a:r>
          </a:p>
        </p:txBody>
      </p:sp>
      <p:sp>
        <p:nvSpPr>
          <p:cNvPr id="22" name="stage-copy-3">
            <a:extLst xmlns:a="http://schemas.openxmlformats.org/drawingml/2006/main">
              <a:ext uri="{FF2B5EF4-FFF2-40B4-BE49-F238E27FC236}">
                <a16:creationId xmlns:a16="http://schemas.microsoft.com/office/drawing/2014/main" id="{D2ED3868-5D21-473F-A401-60C5E557142F}"/>
              </a:ext>
            </a:extLst>
          </p:cNvPr>
          <p:cNvSpPr>
            <a:spLocks xmlns:a="http://schemas.openxmlformats.org/drawingml/2006/main" noGrp="1"/>
          </p:cNvSpPr>
          <p:nvPr/>
        </p:nvSpPr>
        <p:spPr>
          <a:xfrm xmlns:a="http://schemas.openxmlformats.org/drawingml/2006/main">
            <a:off x="9067800" y="3562350"/>
            <a:ext cx="2305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00" b="0" i="0">
                <a:solidFill>
                  <a:srgbClr val="17324D"/>
                </a:solidFill>
                <a:latin typeface="Aptos"/>
                <a:ea typeface="Aptos"/>
                <a:cs typeface="Aptos"/>
              </a:defRPr>
            </a:defPPr>
            <a:lvl1pPr algn="ctr">
              <a:defRPr sz="1200" b="0" i="0">
                <a:solidFill>
                  <a:srgbClr val="17324D"/>
                </a:solidFill>
                <a:latin typeface="Aptos"/>
                <a:ea typeface="Aptos"/>
                <a:cs typeface="Aptos"/>
              </a:defRPr>
            </a:lvl1pPr>
            <a:lvl2pPr algn="ctr">
              <a:defRPr sz="1200" b="0" i="0">
                <a:solidFill>
                  <a:srgbClr val="17324D"/>
                </a:solidFill>
                <a:latin typeface="Aptos"/>
                <a:ea typeface="Aptos"/>
                <a:cs typeface="Aptos"/>
              </a:defRPr>
            </a:lvl2pPr>
            <a:lvl3pPr algn="ctr">
              <a:defRPr sz="1200" b="0" i="0">
                <a:solidFill>
                  <a:srgbClr val="17324D"/>
                </a:solidFill>
                <a:latin typeface="Aptos"/>
                <a:ea typeface="Aptos"/>
                <a:cs typeface="Aptos"/>
              </a:defRPr>
            </a:lvl3pPr>
            <a:lvl4pPr algn="ctr">
              <a:defRPr sz="1200" b="0" i="0">
                <a:solidFill>
                  <a:srgbClr val="17324D"/>
                </a:solidFill>
                <a:latin typeface="Aptos"/>
                <a:ea typeface="Aptos"/>
                <a:cs typeface="Aptos"/>
              </a:defRPr>
            </a:lvl4pPr>
            <a:lvl5pPr algn="ctr">
              <a:defRPr sz="1200" b="0" i="0">
                <a:solidFill>
                  <a:srgbClr val="17324D"/>
                </a:solidFill>
                <a:latin typeface="Aptos"/>
                <a:ea typeface="Aptos"/>
                <a:cs typeface="Aptos"/>
              </a:defRPr>
            </a:lvl5pPr>
            <a:lvl6pPr algn="ctr">
              <a:defRPr sz="1200" b="0" i="0">
                <a:solidFill>
                  <a:srgbClr val="17324D"/>
                </a:solidFill>
                <a:latin typeface="Aptos"/>
                <a:ea typeface="Aptos"/>
                <a:cs typeface="Aptos"/>
              </a:defRPr>
            </a:lvl6pPr>
            <a:lvl7pPr algn="ctr">
              <a:defRPr sz="1200" b="0" i="0">
                <a:solidFill>
                  <a:srgbClr val="17324D"/>
                </a:solidFill>
                <a:latin typeface="Aptos"/>
                <a:ea typeface="Aptos"/>
                <a:cs typeface="Aptos"/>
              </a:defRPr>
            </a:lvl7pPr>
            <a:lvl8pPr algn="ctr">
              <a:defRPr sz="1200" b="0" i="0">
                <a:solidFill>
                  <a:srgbClr val="17324D"/>
                </a:solidFill>
                <a:latin typeface="Aptos"/>
                <a:ea typeface="Aptos"/>
                <a:cs typeface="Aptos"/>
              </a:defRPr>
            </a:lvl8pPr>
            <a:lvl9pPr algn="ctr">
              <a:defRPr sz="1200" b="0" i="0">
                <a:solidFill>
                  <a:srgbClr val="17324D"/>
                </a:solidFill>
                <a:latin typeface="Aptos"/>
                <a:ea typeface="Aptos"/>
                <a:cs typeface="Aptos"/>
              </a:defRPr>
            </a:lvl9pPr>
          </a:lstStyle>
          <a:p xmlns:a="http://schemas.openxmlformats.org/drawingml/2006/main">
            <a:pPr algn="ctr">
              <a:defRPr sz="1200" b="0" i="0">
                <a:solidFill>
                  <a:srgbClr val="17324D"/>
                </a:solidFill>
                <a:latin typeface="Aptos"/>
                <a:ea typeface="Aptos"/>
                <a:cs typeface="Aptos"/>
              </a:defRPr>
            </a:pPr>
            <a:r>
              <a:rPr sz="1200" b="0" i="0">
                <a:solidFill>
                  <a:srgbClr val="17324D"/>
                </a:solidFill>
                <a:latin typeface="Aptos"/>
                <a:ea typeface="Aptos"/>
                <a:cs typeface="Aptos"/>
              </a:rPr>
              <a:t>Existe una alternativa para evaluar</a:t>
            </a:r>
          </a:p>
        </p:txBody>
      </p:sp>
      <p:sp>
        <p:nvSpPr>
          <p:cNvPr id="23" name="stage-circle-4">
            <a:extLst xmlns:a="http://schemas.openxmlformats.org/drawingml/2006/main">
              <a:ext uri="{FF2B5EF4-FFF2-40B4-BE49-F238E27FC236}">
                <a16:creationId xmlns:a16="http://schemas.microsoft.com/office/drawing/2014/main" id="{44042366-9798-4437-87BE-F94A9DCE23D8}"/>
              </a:ext>
            </a:extLst>
          </p:cNvPr>
          <p:cNvSpPr>
            <a:spLocks xmlns:a="http://schemas.openxmlformats.org/drawingml/2006/main" noGrp="1"/>
          </p:cNvSpPr>
          <p:nvPr/>
        </p:nvSpPr>
        <p:spPr>
          <a:xfrm xmlns:a="http://schemas.openxmlformats.org/drawingml/2006/main">
            <a:off x="4267200" y="4343400"/>
            <a:ext cx="704850" cy="704850"/>
          </a:xfrm>
          <a:prstGeom xmlns:a="http://schemas.openxmlformats.org/drawingml/2006/main" prst="ellipse">
            <a:avLst/>
          </a:prstGeom>
          <a:solidFill xmlns:a="http://schemas.openxmlformats.org/drawingml/2006/main">
            <a:srgbClr val="4A8F77"/>
          </a:solidFill>
          <a:ln xmlns:a="http://schemas.openxmlformats.org/drawingml/2006/main" w="0">
            <a:noFill/>
            <a:prstDash val="solid"/>
          </a:ln>
        </p:spPr>
      </p:sp>
      <p:sp>
        <p:nvSpPr>
          <p:cNvPr id="24" name="stage-number-4">
            <a:extLst xmlns:a="http://schemas.openxmlformats.org/drawingml/2006/main">
              <a:ext uri="{FF2B5EF4-FFF2-40B4-BE49-F238E27FC236}">
                <a16:creationId xmlns:a16="http://schemas.microsoft.com/office/drawing/2014/main" id="{BDC43D9F-AED6-4157-B5C8-B06CC6CB4591}"/>
              </a:ext>
            </a:extLst>
          </p:cNvPr>
          <p:cNvSpPr>
            <a:spLocks xmlns:a="http://schemas.openxmlformats.org/drawingml/2006/main" noGrp="1"/>
          </p:cNvSpPr>
          <p:nvPr/>
        </p:nvSpPr>
        <p:spPr>
          <a:xfrm xmlns:a="http://schemas.openxmlformats.org/drawingml/2006/main">
            <a:off x="4267200" y="4476750"/>
            <a:ext cx="704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00" b="1" i="0">
                <a:solidFill>
                  <a:srgbClr val="FFFFFF"/>
                </a:solidFill>
                <a:latin typeface="Aptos"/>
                <a:ea typeface="Aptos"/>
                <a:cs typeface="Aptos"/>
              </a:defRPr>
            </a:defPPr>
            <a:lvl1pPr algn="ctr">
              <a:defRPr sz="1800" b="1" i="0">
                <a:solidFill>
                  <a:srgbClr val="FFFFFF"/>
                </a:solidFill>
                <a:latin typeface="Aptos"/>
                <a:ea typeface="Aptos"/>
                <a:cs typeface="Aptos"/>
              </a:defRPr>
            </a:lvl1pPr>
            <a:lvl2pPr algn="ctr">
              <a:defRPr sz="1800" b="1" i="0">
                <a:solidFill>
                  <a:srgbClr val="FFFFFF"/>
                </a:solidFill>
                <a:latin typeface="Aptos"/>
                <a:ea typeface="Aptos"/>
                <a:cs typeface="Aptos"/>
              </a:defRPr>
            </a:lvl2pPr>
            <a:lvl3pPr algn="ctr">
              <a:defRPr sz="1800" b="1" i="0">
                <a:solidFill>
                  <a:srgbClr val="FFFFFF"/>
                </a:solidFill>
                <a:latin typeface="Aptos"/>
                <a:ea typeface="Aptos"/>
                <a:cs typeface="Aptos"/>
              </a:defRPr>
            </a:lvl3pPr>
            <a:lvl4pPr algn="ctr">
              <a:defRPr sz="1800" b="1" i="0">
                <a:solidFill>
                  <a:srgbClr val="FFFFFF"/>
                </a:solidFill>
                <a:latin typeface="Aptos"/>
                <a:ea typeface="Aptos"/>
                <a:cs typeface="Aptos"/>
              </a:defRPr>
            </a:lvl4pPr>
            <a:lvl5pPr algn="ctr">
              <a:defRPr sz="1800" b="1" i="0">
                <a:solidFill>
                  <a:srgbClr val="FFFFFF"/>
                </a:solidFill>
                <a:latin typeface="Aptos"/>
                <a:ea typeface="Aptos"/>
                <a:cs typeface="Aptos"/>
              </a:defRPr>
            </a:lvl5pPr>
            <a:lvl6pPr algn="ctr">
              <a:defRPr sz="1800" b="1" i="0">
                <a:solidFill>
                  <a:srgbClr val="FFFFFF"/>
                </a:solidFill>
                <a:latin typeface="Aptos"/>
                <a:ea typeface="Aptos"/>
                <a:cs typeface="Aptos"/>
              </a:defRPr>
            </a:lvl6pPr>
            <a:lvl7pPr algn="ctr">
              <a:defRPr sz="1800" b="1" i="0">
                <a:solidFill>
                  <a:srgbClr val="FFFFFF"/>
                </a:solidFill>
                <a:latin typeface="Aptos"/>
                <a:ea typeface="Aptos"/>
                <a:cs typeface="Aptos"/>
              </a:defRPr>
            </a:lvl7pPr>
            <a:lvl8pPr algn="ctr">
              <a:defRPr sz="1800" b="1" i="0">
                <a:solidFill>
                  <a:srgbClr val="FFFFFF"/>
                </a:solidFill>
                <a:latin typeface="Aptos"/>
                <a:ea typeface="Aptos"/>
                <a:cs typeface="Aptos"/>
              </a:defRPr>
            </a:lvl8pPr>
            <a:lvl9pPr algn="ctr">
              <a:defRPr sz="1800" b="1" i="0">
                <a:solidFill>
                  <a:srgbClr val="FFFFFF"/>
                </a:solidFill>
                <a:latin typeface="Aptos"/>
                <a:ea typeface="Aptos"/>
                <a:cs typeface="Aptos"/>
              </a:defRPr>
            </a:lvl9pPr>
          </a:lstStyle>
          <a:p xmlns:a="http://schemas.openxmlformats.org/drawingml/2006/main">
            <a:pPr algn="ctr">
              <a:defRPr sz="1800" b="1" i="0">
                <a:solidFill>
                  <a:srgbClr val="FFFFFF"/>
                </a:solidFill>
                <a:latin typeface="Aptos"/>
                <a:ea typeface="Aptos"/>
                <a:cs typeface="Aptos"/>
              </a:defRPr>
            </a:pPr>
            <a:r>
              <a:rPr sz="1800" b="1" i="0">
                <a:solidFill>
                  <a:srgbClr val="FFFFFF"/>
                </a:solidFill>
                <a:latin typeface="Aptos"/>
                <a:ea typeface="Aptos"/>
                <a:cs typeface="Aptos"/>
              </a:rPr>
              <a:t>5</a:t>
            </a:r>
          </a:p>
        </p:txBody>
      </p:sp>
      <p:sp>
        <p:nvSpPr>
          <p:cNvPr id="25" name="stage-title-4">
            <a:extLst xmlns:a="http://schemas.openxmlformats.org/drawingml/2006/main">
              <a:ext uri="{FF2B5EF4-FFF2-40B4-BE49-F238E27FC236}">
                <a16:creationId xmlns:a16="http://schemas.microsoft.com/office/drawing/2014/main" id="{E079DA80-D8AB-4F98-A919-055C4FFDF3BF}"/>
              </a:ext>
            </a:extLst>
          </p:cNvPr>
          <p:cNvSpPr>
            <a:spLocks xmlns:a="http://schemas.openxmlformats.org/drawingml/2006/main" noGrp="1"/>
          </p:cNvSpPr>
          <p:nvPr/>
        </p:nvSpPr>
        <p:spPr>
          <a:xfrm xmlns:a="http://schemas.openxmlformats.org/drawingml/2006/main">
            <a:off x="3467100" y="5200650"/>
            <a:ext cx="2305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i="0">
                <a:solidFill>
                  <a:srgbClr val="003366"/>
                </a:solidFill>
                <a:latin typeface="Aptos"/>
                <a:ea typeface="Aptos"/>
                <a:cs typeface="Aptos"/>
              </a:defRPr>
            </a:defPPr>
            <a:lvl1pPr algn="ctr">
              <a:defRPr sz="1500" b="1" i="0">
                <a:solidFill>
                  <a:srgbClr val="003366"/>
                </a:solidFill>
                <a:latin typeface="Aptos"/>
                <a:ea typeface="Aptos"/>
                <a:cs typeface="Aptos"/>
              </a:defRPr>
            </a:lvl1pPr>
            <a:lvl2pPr algn="ctr">
              <a:defRPr sz="1500" b="1" i="0">
                <a:solidFill>
                  <a:srgbClr val="003366"/>
                </a:solidFill>
                <a:latin typeface="Aptos"/>
                <a:ea typeface="Aptos"/>
                <a:cs typeface="Aptos"/>
              </a:defRPr>
            </a:lvl2pPr>
            <a:lvl3pPr algn="ctr">
              <a:defRPr sz="1500" b="1" i="0">
                <a:solidFill>
                  <a:srgbClr val="003366"/>
                </a:solidFill>
                <a:latin typeface="Aptos"/>
                <a:ea typeface="Aptos"/>
                <a:cs typeface="Aptos"/>
              </a:defRPr>
            </a:lvl3pPr>
            <a:lvl4pPr algn="ctr">
              <a:defRPr sz="1500" b="1" i="0">
                <a:solidFill>
                  <a:srgbClr val="003366"/>
                </a:solidFill>
                <a:latin typeface="Aptos"/>
                <a:ea typeface="Aptos"/>
                <a:cs typeface="Aptos"/>
              </a:defRPr>
            </a:lvl4pPr>
            <a:lvl5pPr algn="ctr">
              <a:defRPr sz="1500" b="1" i="0">
                <a:solidFill>
                  <a:srgbClr val="003366"/>
                </a:solidFill>
                <a:latin typeface="Aptos"/>
                <a:ea typeface="Aptos"/>
                <a:cs typeface="Aptos"/>
              </a:defRPr>
            </a:lvl5pPr>
            <a:lvl6pPr algn="ctr">
              <a:defRPr sz="1500" b="1" i="0">
                <a:solidFill>
                  <a:srgbClr val="003366"/>
                </a:solidFill>
                <a:latin typeface="Aptos"/>
                <a:ea typeface="Aptos"/>
                <a:cs typeface="Aptos"/>
              </a:defRPr>
            </a:lvl6pPr>
            <a:lvl7pPr algn="ctr">
              <a:defRPr sz="1500" b="1" i="0">
                <a:solidFill>
                  <a:srgbClr val="003366"/>
                </a:solidFill>
                <a:latin typeface="Aptos"/>
                <a:ea typeface="Aptos"/>
                <a:cs typeface="Aptos"/>
              </a:defRPr>
            </a:lvl7pPr>
            <a:lvl8pPr algn="ctr">
              <a:defRPr sz="1500" b="1" i="0">
                <a:solidFill>
                  <a:srgbClr val="003366"/>
                </a:solidFill>
                <a:latin typeface="Aptos"/>
                <a:ea typeface="Aptos"/>
                <a:cs typeface="Aptos"/>
              </a:defRPr>
            </a:lvl8pPr>
            <a:lvl9pPr algn="ctr">
              <a:defRPr sz="1500" b="1" i="0">
                <a:solidFill>
                  <a:srgbClr val="003366"/>
                </a:solidFill>
                <a:latin typeface="Aptos"/>
                <a:ea typeface="Aptos"/>
                <a:cs typeface="Aptos"/>
              </a:defRPr>
            </a:lvl9pPr>
          </a:lstStyle>
          <a:p xmlns:a="http://schemas.openxmlformats.org/drawingml/2006/main">
            <a:pPr algn="ctr">
              <a:defRPr sz="1500" b="1" i="0">
                <a:solidFill>
                  <a:srgbClr val="003366"/>
                </a:solidFill>
                <a:latin typeface="Aptos"/>
                <a:ea typeface="Aptos"/>
                <a:cs typeface="Aptos"/>
              </a:defRPr>
            </a:pPr>
            <a:r>
              <a:rPr sz="1500" b="1" i="0">
                <a:solidFill>
                  <a:srgbClr val="003366"/>
                </a:solidFill>
                <a:latin typeface="Aptos"/>
                <a:ea typeface="Aptos"/>
                <a:cs typeface="Aptos"/>
              </a:rPr>
              <a:t>Cerrado</a:t>
            </a:r>
          </a:p>
        </p:txBody>
      </p:sp>
      <p:sp>
        <p:nvSpPr>
          <p:cNvPr id="26" name="stage-copy-4">
            <a:extLst xmlns:a="http://schemas.openxmlformats.org/drawingml/2006/main">
              <a:ext uri="{FF2B5EF4-FFF2-40B4-BE49-F238E27FC236}">
                <a16:creationId xmlns:a16="http://schemas.microsoft.com/office/drawing/2014/main" id="{EBCB5161-18E8-4277-92F7-AD6729A76CAE}"/>
              </a:ext>
            </a:extLst>
          </p:cNvPr>
          <p:cNvSpPr>
            <a:spLocks xmlns:a="http://schemas.openxmlformats.org/drawingml/2006/main" noGrp="1"/>
          </p:cNvSpPr>
          <p:nvPr/>
        </p:nvSpPr>
        <p:spPr>
          <a:xfrm xmlns:a="http://schemas.openxmlformats.org/drawingml/2006/main">
            <a:off x="3467100" y="5543550"/>
            <a:ext cx="2305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00" b="0" i="0">
                <a:solidFill>
                  <a:srgbClr val="17324D"/>
                </a:solidFill>
                <a:latin typeface="Aptos"/>
                <a:ea typeface="Aptos"/>
                <a:cs typeface="Aptos"/>
              </a:defRPr>
            </a:defPPr>
            <a:lvl1pPr algn="ctr">
              <a:defRPr sz="1200" b="0" i="0">
                <a:solidFill>
                  <a:srgbClr val="17324D"/>
                </a:solidFill>
                <a:latin typeface="Aptos"/>
                <a:ea typeface="Aptos"/>
                <a:cs typeface="Aptos"/>
              </a:defRPr>
            </a:lvl1pPr>
            <a:lvl2pPr algn="ctr">
              <a:defRPr sz="1200" b="0" i="0">
                <a:solidFill>
                  <a:srgbClr val="17324D"/>
                </a:solidFill>
                <a:latin typeface="Aptos"/>
                <a:ea typeface="Aptos"/>
                <a:cs typeface="Aptos"/>
              </a:defRPr>
            </a:lvl2pPr>
            <a:lvl3pPr algn="ctr">
              <a:defRPr sz="1200" b="0" i="0">
                <a:solidFill>
                  <a:srgbClr val="17324D"/>
                </a:solidFill>
                <a:latin typeface="Aptos"/>
                <a:ea typeface="Aptos"/>
                <a:cs typeface="Aptos"/>
              </a:defRPr>
            </a:lvl3pPr>
            <a:lvl4pPr algn="ctr">
              <a:defRPr sz="1200" b="0" i="0">
                <a:solidFill>
                  <a:srgbClr val="17324D"/>
                </a:solidFill>
                <a:latin typeface="Aptos"/>
                <a:ea typeface="Aptos"/>
                <a:cs typeface="Aptos"/>
              </a:defRPr>
            </a:lvl4pPr>
            <a:lvl5pPr algn="ctr">
              <a:defRPr sz="1200" b="0" i="0">
                <a:solidFill>
                  <a:srgbClr val="17324D"/>
                </a:solidFill>
                <a:latin typeface="Aptos"/>
                <a:ea typeface="Aptos"/>
                <a:cs typeface="Aptos"/>
              </a:defRPr>
            </a:lvl5pPr>
            <a:lvl6pPr algn="ctr">
              <a:defRPr sz="1200" b="0" i="0">
                <a:solidFill>
                  <a:srgbClr val="17324D"/>
                </a:solidFill>
                <a:latin typeface="Aptos"/>
                <a:ea typeface="Aptos"/>
                <a:cs typeface="Aptos"/>
              </a:defRPr>
            </a:lvl6pPr>
            <a:lvl7pPr algn="ctr">
              <a:defRPr sz="1200" b="0" i="0">
                <a:solidFill>
                  <a:srgbClr val="17324D"/>
                </a:solidFill>
                <a:latin typeface="Aptos"/>
                <a:ea typeface="Aptos"/>
                <a:cs typeface="Aptos"/>
              </a:defRPr>
            </a:lvl7pPr>
            <a:lvl8pPr algn="ctr">
              <a:defRPr sz="1200" b="0" i="0">
                <a:solidFill>
                  <a:srgbClr val="17324D"/>
                </a:solidFill>
                <a:latin typeface="Aptos"/>
                <a:ea typeface="Aptos"/>
                <a:cs typeface="Aptos"/>
              </a:defRPr>
            </a:lvl8pPr>
            <a:lvl9pPr algn="ctr">
              <a:defRPr sz="1200" b="0" i="0">
                <a:solidFill>
                  <a:srgbClr val="17324D"/>
                </a:solidFill>
                <a:latin typeface="Aptos"/>
                <a:ea typeface="Aptos"/>
                <a:cs typeface="Aptos"/>
              </a:defRPr>
            </a:lvl9pPr>
          </a:lstStyle>
          <a:p xmlns:a="http://schemas.openxmlformats.org/drawingml/2006/main">
            <a:pPr algn="ctr">
              <a:defRPr sz="1200" b="0" i="0">
                <a:solidFill>
                  <a:srgbClr val="17324D"/>
                </a:solidFill>
                <a:latin typeface="Aptos"/>
                <a:ea typeface="Aptos"/>
                <a:cs typeface="Aptos"/>
              </a:defRPr>
            </a:pPr>
            <a:r>
              <a:rPr sz="1200" b="0" i="0">
                <a:solidFill>
                  <a:srgbClr val="17324D"/>
                </a:solidFill>
                <a:latin typeface="Aptos"/>
                <a:ea typeface="Aptos"/>
                <a:cs typeface="Aptos"/>
              </a:rPr>
              <a:t>Terminó con el resultado previsto</a:t>
            </a:r>
          </a:p>
        </p:txBody>
      </p:sp>
      <p:sp>
        <p:nvSpPr>
          <p:cNvPr id="27" name="stage-circle-5">
            <a:extLst xmlns:a="http://schemas.openxmlformats.org/drawingml/2006/main">
              <a:ext uri="{FF2B5EF4-FFF2-40B4-BE49-F238E27FC236}">
                <a16:creationId xmlns:a16="http://schemas.microsoft.com/office/drawing/2014/main" id="{37C9F36D-E3BC-44A4-9AD0-E1E71D7B0E99}"/>
              </a:ext>
            </a:extLst>
          </p:cNvPr>
          <p:cNvSpPr>
            <a:spLocks xmlns:a="http://schemas.openxmlformats.org/drawingml/2006/main" noGrp="1"/>
          </p:cNvSpPr>
          <p:nvPr/>
        </p:nvSpPr>
        <p:spPr>
          <a:xfrm xmlns:a="http://schemas.openxmlformats.org/drawingml/2006/main">
            <a:off x="7067550" y="4343400"/>
            <a:ext cx="704850" cy="704850"/>
          </a:xfrm>
          <a:prstGeom xmlns:a="http://schemas.openxmlformats.org/drawingml/2006/main" prst="ellipse">
            <a:avLst/>
          </a:prstGeom>
          <a:solidFill xmlns:a="http://schemas.openxmlformats.org/drawingml/2006/main">
            <a:srgbClr val="A94A4A"/>
          </a:solidFill>
          <a:ln xmlns:a="http://schemas.openxmlformats.org/drawingml/2006/main" w="0">
            <a:noFill/>
            <a:prstDash val="solid"/>
          </a:ln>
        </p:spPr>
      </p:sp>
      <p:sp>
        <p:nvSpPr>
          <p:cNvPr id="28" name="stage-number-5">
            <a:extLst xmlns:a="http://schemas.openxmlformats.org/drawingml/2006/main">
              <a:ext uri="{FF2B5EF4-FFF2-40B4-BE49-F238E27FC236}">
                <a16:creationId xmlns:a16="http://schemas.microsoft.com/office/drawing/2014/main" id="{200CBE7A-F03B-416D-97DE-A8B95D0805D5}"/>
              </a:ext>
            </a:extLst>
          </p:cNvPr>
          <p:cNvSpPr>
            <a:spLocks xmlns:a="http://schemas.openxmlformats.org/drawingml/2006/main" noGrp="1"/>
          </p:cNvSpPr>
          <p:nvPr/>
        </p:nvSpPr>
        <p:spPr>
          <a:xfrm xmlns:a="http://schemas.openxmlformats.org/drawingml/2006/main">
            <a:off x="7067550" y="4476750"/>
            <a:ext cx="704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00" b="1" i="0">
                <a:solidFill>
                  <a:srgbClr val="FFFFFF"/>
                </a:solidFill>
                <a:latin typeface="Aptos"/>
                <a:ea typeface="Aptos"/>
                <a:cs typeface="Aptos"/>
              </a:defRPr>
            </a:defPPr>
            <a:lvl1pPr algn="ctr">
              <a:defRPr sz="1800" b="1" i="0">
                <a:solidFill>
                  <a:srgbClr val="FFFFFF"/>
                </a:solidFill>
                <a:latin typeface="Aptos"/>
                <a:ea typeface="Aptos"/>
                <a:cs typeface="Aptos"/>
              </a:defRPr>
            </a:lvl1pPr>
            <a:lvl2pPr algn="ctr">
              <a:defRPr sz="1800" b="1" i="0">
                <a:solidFill>
                  <a:srgbClr val="FFFFFF"/>
                </a:solidFill>
                <a:latin typeface="Aptos"/>
                <a:ea typeface="Aptos"/>
                <a:cs typeface="Aptos"/>
              </a:defRPr>
            </a:lvl2pPr>
            <a:lvl3pPr algn="ctr">
              <a:defRPr sz="1800" b="1" i="0">
                <a:solidFill>
                  <a:srgbClr val="FFFFFF"/>
                </a:solidFill>
                <a:latin typeface="Aptos"/>
                <a:ea typeface="Aptos"/>
                <a:cs typeface="Aptos"/>
              </a:defRPr>
            </a:lvl3pPr>
            <a:lvl4pPr algn="ctr">
              <a:defRPr sz="1800" b="1" i="0">
                <a:solidFill>
                  <a:srgbClr val="FFFFFF"/>
                </a:solidFill>
                <a:latin typeface="Aptos"/>
                <a:ea typeface="Aptos"/>
                <a:cs typeface="Aptos"/>
              </a:defRPr>
            </a:lvl4pPr>
            <a:lvl5pPr algn="ctr">
              <a:defRPr sz="1800" b="1" i="0">
                <a:solidFill>
                  <a:srgbClr val="FFFFFF"/>
                </a:solidFill>
                <a:latin typeface="Aptos"/>
                <a:ea typeface="Aptos"/>
                <a:cs typeface="Aptos"/>
              </a:defRPr>
            </a:lvl5pPr>
            <a:lvl6pPr algn="ctr">
              <a:defRPr sz="1800" b="1" i="0">
                <a:solidFill>
                  <a:srgbClr val="FFFFFF"/>
                </a:solidFill>
                <a:latin typeface="Aptos"/>
                <a:ea typeface="Aptos"/>
                <a:cs typeface="Aptos"/>
              </a:defRPr>
            </a:lvl6pPr>
            <a:lvl7pPr algn="ctr">
              <a:defRPr sz="1800" b="1" i="0">
                <a:solidFill>
                  <a:srgbClr val="FFFFFF"/>
                </a:solidFill>
                <a:latin typeface="Aptos"/>
                <a:ea typeface="Aptos"/>
                <a:cs typeface="Aptos"/>
              </a:defRPr>
            </a:lvl7pPr>
            <a:lvl8pPr algn="ctr">
              <a:defRPr sz="1800" b="1" i="0">
                <a:solidFill>
                  <a:srgbClr val="FFFFFF"/>
                </a:solidFill>
                <a:latin typeface="Aptos"/>
                <a:ea typeface="Aptos"/>
                <a:cs typeface="Aptos"/>
              </a:defRPr>
            </a:lvl8pPr>
            <a:lvl9pPr algn="ctr">
              <a:defRPr sz="1800" b="1" i="0">
                <a:solidFill>
                  <a:srgbClr val="FFFFFF"/>
                </a:solidFill>
                <a:latin typeface="Aptos"/>
                <a:ea typeface="Aptos"/>
                <a:cs typeface="Aptos"/>
              </a:defRPr>
            </a:lvl9pPr>
          </a:lstStyle>
          <a:p xmlns:a="http://schemas.openxmlformats.org/drawingml/2006/main">
            <a:pPr algn="ctr">
              <a:defRPr sz="1800" b="1" i="0">
                <a:solidFill>
                  <a:srgbClr val="FFFFFF"/>
                </a:solidFill>
                <a:latin typeface="Aptos"/>
                <a:ea typeface="Aptos"/>
                <a:cs typeface="Aptos"/>
              </a:defRPr>
            </a:pPr>
            <a:r>
              <a:rPr sz="1800" b="1" i="0">
                <a:solidFill>
                  <a:srgbClr val="FFFFFF"/>
                </a:solidFill>
                <a:latin typeface="Aptos"/>
                <a:ea typeface="Aptos"/>
                <a:cs typeface="Aptos"/>
              </a:rPr>
              <a:t>6</a:t>
            </a:r>
          </a:p>
        </p:txBody>
      </p:sp>
      <p:sp>
        <p:nvSpPr>
          <p:cNvPr id="29" name="stage-title-5">
            <a:extLst xmlns:a="http://schemas.openxmlformats.org/drawingml/2006/main">
              <a:ext uri="{FF2B5EF4-FFF2-40B4-BE49-F238E27FC236}">
                <a16:creationId xmlns:a16="http://schemas.microsoft.com/office/drawing/2014/main" id="{D5BB5E52-A9BA-451B-957B-8F01E3051835}"/>
              </a:ext>
            </a:extLst>
          </p:cNvPr>
          <p:cNvSpPr>
            <a:spLocks xmlns:a="http://schemas.openxmlformats.org/drawingml/2006/main" noGrp="1"/>
          </p:cNvSpPr>
          <p:nvPr/>
        </p:nvSpPr>
        <p:spPr>
          <a:xfrm xmlns:a="http://schemas.openxmlformats.org/drawingml/2006/main">
            <a:off x="6267450" y="5200650"/>
            <a:ext cx="2305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i="0">
                <a:solidFill>
                  <a:srgbClr val="003366"/>
                </a:solidFill>
                <a:latin typeface="Aptos"/>
                <a:ea typeface="Aptos"/>
                <a:cs typeface="Aptos"/>
              </a:defRPr>
            </a:defPPr>
            <a:lvl1pPr algn="ctr">
              <a:defRPr sz="1500" b="1" i="0">
                <a:solidFill>
                  <a:srgbClr val="003366"/>
                </a:solidFill>
                <a:latin typeface="Aptos"/>
                <a:ea typeface="Aptos"/>
                <a:cs typeface="Aptos"/>
              </a:defRPr>
            </a:lvl1pPr>
            <a:lvl2pPr algn="ctr">
              <a:defRPr sz="1500" b="1" i="0">
                <a:solidFill>
                  <a:srgbClr val="003366"/>
                </a:solidFill>
                <a:latin typeface="Aptos"/>
                <a:ea typeface="Aptos"/>
                <a:cs typeface="Aptos"/>
              </a:defRPr>
            </a:lvl2pPr>
            <a:lvl3pPr algn="ctr">
              <a:defRPr sz="1500" b="1" i="0">
                <a:solidFill>
                  <a:srgbClr val="003366"/>
                </a:solidFill>
                <a:latin typeface="Aptos"/>
                <a:ea typeface="Aptos"/>
                <a:cs typeface="Aptos"/>
              </a:defRPr>
            </a:lvl3pPr>
            <a:lvl4pPr algn="ctr">
              <a:defRPr sz="1500" b="1" i="0">
                <a:solidFill>
                  <a:srgbClr val="003366"/>
                </a:solidFill>
                <a:latin typeface="Aptos"/>
                <a:ea typeface="Aptos"/>
                <a:cs typeface="Aptos"/>
              </a:defRPr>
            </a:lvl4pPr>
            <a:lvl5pPr algn="ctr">
              <a:defRPr sz="1500" b="1" i="0">
                <a:solidFill>
                  <a:srgbClr val="003366"/>
                </a:solidFill>
                <a:latin typeface="Aptos"/>
                <a:ea typeface="Aptos"/>
                <a:cs typeface="Aptos"/>
              </a:defRPr>
            </a:lvl5pPr>
            <a:lvl6pPr algn="ctr">
              <a:defRPr sz="1500" b="1" i="0">
                <a:solidFill>
                  <a:srgbClr val="003366"/>
                </a:solidFill>
                <a:latin typeface="Aptos"/>
                <a:ea typeface="Aptos"/>
                <a:cs typeface="Aptos"/>
              </a:defRPr>
            </a:lvl6pPr>
            <a:lvl7pPr algn="ctr">
              <a:defRPr sz="1500" b="1" i="0">
                <a:solidFill>
                  <a:srgbClr val="003366"/>
                </a:solidFill>
                <a:latin typeface="Aptos"/>
                <a:ea typeface="Aptos"/>
                <a:cs typeface="Aptos"/>
              </a:defRPr>
            </a:lvl7pPr>
            <a:lvl8pPr algn="ctr">
              <a:defRPr sz="1500" b="1" i="0">
                <a:solidFill>
                  <a:srgbClr val="003366"/>
                </a:solidFill>
                <a:latin typeface="Aptos"/>
                <a:ea typeface="Aptos"/>
                <a:cs typeface="Aptos"/>
              </a:defRPr>
            </a:lvl8pPr>
            <a:lvl9pPr algn="ctr">
              <a:defRPr sz="1500" b="1" i="0">
                <a:solidFill>
                  <a:srgbClr val="003366"/>
                </a:solidFill>
                <a:latin typeface="Aptos"/>
                <a:ea typeface="Aptos"/>
                <a:cs typeface="Aptos"/>
              </a:defRPr>
            </a:lvl9pPr>
          </a:lstStyle>
          <a:p xmlns:a="http://schemas.openxmlformats.org/drawingml/2006/main">
            <a:pPr algn="ctr">
              <a:defRPr sz="1500" b="1" i="0">
                <a:solidFill>
                  <a:srgbClr val="003366"/>
                </a:solidFill>
                <a:latin typeface="Aptos"/>
                <a:ea typeface="Aptos"/>
                <a:cs typeface="Aptos"/>
              </a:defRPr>
            </a:pPr>
            <a:r>
              <a:rPr sz="1500" b="1" i="0">
                <a:solidFill>
                  <a:srgbClr val="003366"/>
                </a:solidFill>
                <a:latin typeface="Aptos"/>
                <a:ea typeface="Aptos"/>
                <a:cs typeface="Aptos"/>
              </a:rPr>
              <a:t>Descartado</a:t>
            </a:r>
          </a:p>
        </p:txBody>
      </p:sp>
      <p:sp>
        <p:nvSpPr>
          <p:cNvPr id="30" name="stage-copy-5">
            <a:extLst xmlns:a="http://schemas.openxmlformats.org/drawingml/2006/main">
              <a:ext uri="{FF2B5EF4-FFF2-40B4-BE49-F238E27FC236}">
                <a16:creationId xmlns:a16="http://schemas.microsoft.com/office/drawing/2014/main" id="{3A7C06BE-C04D-494C-B3A8-18827524078E}"/>
              </a:ext>
            </a:extLst>
          </p:cNvPr>
          <p:cNvSpPr>
            <a:spLocks xmlns:a="http://schemas.openxmlformats.org/drawingml/2006/main" noGrp="1"/>
          </p:cNvSpPr>
          <p:nvPr/>
        </p:nvSpPr>
        <p:spPr>
          <a:xfrm xmlns:a="http://schemas.openxmlformats.org/drawingml/2006/main">
            <a:off x="6267450" y="5543550"/>
            <a:ext cx="2305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00" b="0" i="0">
                <a:solidFill>
                  <a:srgbClr val="17324D"/>
                </a:solidFill>
                <a:latin typeface="Aptos"/>
                <a:ea typeface="Aptos"/>
                <a:cs typeface="Aptos"/>
              </a:defRPr>
            </a:defPPr>
            <a:lvl1pPr algn="ctr">
              <a:defRPr sz="1200" b="0" i="0">
                <a:solidFill>
                  <a:srgbClr val="17324D"/>
                </a:solidFill>
                <a:latin typeface="Aptos"/>
                <a:ea typeface="Aptos"/>
                <a:cs typeface="Aptos"/>
              </a:defRPr>
            </a:lvl1pPr>
            <a:lvl2pPr algn="ctr">
              <a:defRPr sz="1200" b="0" i="0">
                <a:solidFill>
                  <a:srgbClr val="17324D"/>
                </a:solidFill>
                <a:latin typeface="Aptos"/>
                <a:ea typeface="Aptos"/>
                <a:cs typeface="Aptos"/>
              </a:defRPr>
            </a:lvl2pPr>
            <a:lvl3pPr algn="ctr">
              <a:defRPr sz="1200" b="0" i="0">
                <a:solidFill>
                  <a:srgbClr val="17324D"/>
                </a:solidFill>
                <a:latin typeface="Aptos"/>
                <a:ea typeface="Aptos"/>
                <a:cs typeface="Aptos"/>
              </a:defRPr>
            </a:lvl3pPr>
            <a:lvl4pPr algn="ctr">
              <a:defRPr sz="1200" b="0" i="0">
                <a:solidFill>
                  <a:srgbClr val="17324D"/>
                </a:solidFill>
                <a:latin typeface="Aptos"/>
                <a:ea typeface="Aptos"/>
                <a:cs typeface="Aptos"/>
              </a:defRPr>
            </a:lvl4pPr>
            <a:lvl5pPr algn="ctr">
              <a:defRPr sz="1200" b="0" i="0">
                <a:solidFill>
                  <a:srgbClr val="17324D"/>
                </a:solidFill>
                <a:latin typeface="Aptos"/>
                <a:ea typeface="Aptos"/>
                <a:cs typeface="Aptos"/>
              </a:defRPr>
            </a:lvl5pPr>
            <a:lvl6pPr algn="ctr">
              <a:defRPr sz="1200" b="0" i="0">
                <a:solidFill>
                  <a:srgbClr val="17324D"/>
                </a:solidFill>
                <a:latin typeface="Aptos"/>
                <a:ea typeface="Aptos"/>
                <a:cs typeface="Aptos"/>
              </a:defRPr>
            </a:lvl6pPr>
            <a:lvl7pPr algn="ctr">
              <a:defRPr sz="1200" b="0" i="0">
                <a:solidFill>
                  <a:srgbClr val="17324D"/>
                </a:solidFill>
                <a:latin typeface="Aptos"/>
                <a:ea typeface="Aptos"/>
                <a:cs typeface="Aptos"/>
              </a:defRPr>
            </a:lvl7pPr>
            <a:lvl8pPr algn="ctr">
              <a:defRPr sz="1200" b="0" i="0">
                <a:solidFill>
                  <a:srgbClr val="17324D"/>
                </a:solidFill>
                <a:latin typeface="Aptos"/>
                <a:ea typeface="Aptos"/>
                <a:cs typeface="Aptos"/>
              </a:defRPr>
            </a:lvl8pPr>
            <a:lvl9pPr algn="ctr">
              <a:defRPr sz="1200" b="0" i="0">
                <a:solidFill>
                  <a:srgbClr val="17324D"/>
                </a:solidFill>
                <a:latin typeface="Aptos"/>
                <a:ea typeface="Aptos"/>
                <a:cs typeface="Aptos"/>
              </a:defRPr>
            </a:lvl9pPr>
          </a:lstStyle>
          <a:p xmlns:a="http://schemas.openxmlformats.org/drawingml/2006/main">
            <a:pPr algn="ctr">
              <a:defRPr sz="1200" b="0" i="0">
                <a:solidFill>
                  <a:srgbClr val="17324D"/>
                </a:solidFill>
                <a:latin typeface="Aptos"/>
                <a:ea typeface="Aptos"/>
                <a:cs typeface="Aptos"/>
              </a:defRPr>
            </a:pPr>
            <a:r>
              <a:rPr sz="1200" b="0" i="0">
                <a:solidFill>
                  <a:srgbClr val="17324D"/>
                </a:solidFill>
                <a:latin typeface="Aptos"/>
                <a:ea typeface="Aptos"/>
                <a:cs typeface="Aptos"/>
              </a:rPr>
              <a:t>Se decidió no continuar</a:t>
            </a:r>
          </a:p>
        </p:txBody>
      </p:sp>
      <p:sp>
        <p:nvSpPr>
          <p:cNvPr id="31" name="stage-pause">
            <a:extLst xmlns:a="http://schemas.openxmlformats.org/drawingml/2006/main">
              <a:ext uri="{FF2B5EF4-FFF2-40B4-BE49-F238E27FC236}">
                <a16:creationId xmlns:a16="http://schemas.microsoft.com/office/drawing/2014/main" id="{E2387C4A-7A2C-4FD0-A32B-0929927F838F}"/>
              </a:ext>
            </a:extLst>
          </p:cNvPr>
          <p:cNvSpPr>
            <a:spLocks xmlns:a="http://schemas.openxmlformats.org/drawingml/2006/main" noGrp="1"/>
          </p:cNvSpPr>
          <p:nvPr/>
        </p:nvSpPr>
        <p:spPr>
          <a:xfrm xmlns:a="http://schemas.openxmlformats.org/drawingml/2006/main">
            <a:off x="1562100" y="5905500"/>
            <a:ext cx="9067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425" b="1" i="0">
                <a:solidFill>
                  <a:srgbClr val="003366"/>
                </a:solidFill>
                <a:latin typeface="Aptos"/>
                <a:ea typeface="Aptos"/>
                <a:cs typeface="Aptos"/>
              </a:defRPr>
            </a:defPPr>
            <a:lvl1pPr algn="ctr">
              <a:defRPr sz="1425" b="1" i="0">
                <a:solidFill>
                  <a:srgbClr val="003366"/>
                </a:solidFill>
                <a:latin typeface="Aptos"/>
                <a:ea typeface="Aptos"/>
                <a:cs typeface="Aptos"/>
              </a:defRPr>
            </a:lvl1pPr>
            <a:lvl2pPr algn="ctr">
              <a:defRPr sz="1425" b="1" i="0">
                <a:solidFill>
                  <a:srgbClr val="003366"/>
                </a:solidFill>
                <a:latin typeface="Aptos"/>
                <a:ea typeface="Aptos"/>
                <a:cs typeface="Aptos"/>
              </a:defRPr>
            </a:lvl2pPr>
            <a:lvl3pPr algn="ctr">
              <a:defRPr sz="1425" b="1" i="0">
                <a:solidFill>
                  <a:srgbClr val="003366"/>
                </a:solidFill>
                <a:latin typeface="Aptos"/>
                <a:ea typeface="Aptos"/>
                <a:cs typeface="Aptos"/>
              </a:defRPr>
            </a:lvl3pPr>
            <a:lvl4pPr algn="ctr">
              <a:defRPr sz="1425" b="1" i="0">
                <a:solidFill>
                  <a:srgbClr val="003366"/>
                </a:solidFill>
                <a:latin typeface="Aptos"/>
                <a:ea typeface="Aptos"/>
                <a:cs typeface="Aptos"/>
              </a:defRPr>
            </a:lvl4pPr>
            <a:lvl5pPr algn="ctr">
              <a:defRPr sz="1425" b="1" i="0">
                <a:solidFill>
                  <a:srgbClr val="003366"/>
                </a:solidFill>
                <a:latin typeface="Aptos"/>
                <a:ea typeface="Aptos"/>
                <a:cs typeface="Aptos"/>
              </a:defRPr>
            </a:lvl5pPr>
            <a:lvl6pPr algn="ctr">
              <a:defRPr sz="1425" b="1" i="0">
                <a:solidFill>
                  <a:srgbClr val="003366"/>
                </a:solidFill>
                <a:latin typeface="Aptos"/>
                <a:ea typeface="Aptos"/>
                <a:cs typeface="Aptos"/>
              </a:defRPr>
            </a:lvl6pPr>
            <a:lvl7pPr algn="ctr">
              <a:defRPr sz="1425" b="1" i="0">
                <a:solidFill>
                  <a:srgbClr val="003366"/>
                </a:solidFill>
                <a:latin typeface="Aptos"/>
                <a:ea typeface="Aptos"/>
                <a:cs typeface="Aptos"/>
              </a:defRPr>
            </a:lvl7pPr>
            <a:lvl8pPr algn="ctr">
              <a:defRPr sz="1425" b="1" i="0">
                <a:solidFill>
                  <a:srgbClr val="003366"/>
                </a:solidFill>
                <a:latin typeface="Aptos"/>
                <a:ea typeface="Aptos"/>
                <a:cs typeface="Aptos"/>
              </a:defRPr>
            </a:lvl8pPr>
            <a:lvl9pPr algn="ctr">
              <a:defRPr sz="1425" b="1" i="0">
                <a:solidFill>
                  <a:srgbClr val="003366"/>
                </a:solidFill>
                <a:latin typeface="Aptos"/>
                <a:ea typeface="Aptos"/>
                <a:cs typeface="Aptos"/>
              </a:defRPr>
            </a:lvl9pPr>
          </a:lstStyle>
          <a:p xmlns:a="http://schemas.openxmlformats.org/drawingml/2006/main">
            <a:pPr algn="ctr">
              <a:defRPr sz="1425" b="1" i="0">
                <a:solidFill>
                  <a:srgbClr val="003366"/>
                </a:solidFill>
                <a:latin typeface="Aptos"/>
                <a:ea typeface="Aptos"/>
                <a:cs typeface="Aptos"/>
              </a:defRPr>
            </a:pPr>
            <a:r>
              <a:rPr sz="1425" b="1" i="0">
                <a:solidFill>
                  <a:srgbClr val="003366"/>
                </a:solidFill>
                <a:latin typeface="Aptos"/>
                <a:ea typeface="Aptos"/>
                <a:cs typeface="Aptos"/>
              </a:rPr>
              <a:t>Si un caso queda en pausa, conserva la etapa actual y define una Fecha próxima.</a:t>
            </a:r>
          </a:p>
        </p:txBody>
      </p:sp>
      <p:sp>
        <p:nvSpPr>
          <p:cNvPr id="32" name="brand-4">
            <a:extLst xmlns:a="http://schemas.openxmlformats.org/drawingml/2006/main">
              <a:ext uri="{FF2B5EF4-FFF2-40B4-BE49-F238E27FC236}">
                <a16:creationId xmlns:a16="http://schemas.microsoft.com/office/drawing/2014/main" id="{570B3979-82EC-442A-BBF7-FCF455247473}"/>
              </a:ext>
            </a:extLst>
          </p:cNvPr>
          <p:cNvSpPr>
            <a:spLocks xmlns:a="http://schemas.openxmlformats.org/drawingml/2006/main" noGrp="1"/>
          </p:cNvSpPr>
          <p:nvPr/>
        </p:nvSpPr>
        <p:spPr>
          <a:xfrm xmlns:a="http://schemas.openxmlformats.org/drawingml/2006/main">
            <a:off x="685800" y="628650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i="0">
                <a:solidFill>
                  <a:srgbClr val="003366"/>
                </a:solidFill>
                <a:latin typeface="Aptos"/>
                <a:ea typeface="Aptos"/>
                <a:cs typeface="Aptos"/>
              </a:defRPr>
            </a:defPPr>
            <a:lvl1pPr algn="l">
              <a:defRPr sz="975" b="1" i="0">
                <a:solidFill>
                  <a:srgbClr val="003366"/>
                </a:solidFill>
                <a:latin typeface="Aptos"/>
                <a:ea typeface="Aptos"/>
                <a:cs typeface="Aptos"/>
              </a:defRPr>
            </a:lvl1pPr>
            <a:lvl2pPr algn="l">
              <a:defRPr sz="975" b="1" i="0">
                <a:solidFill>
                  <a:srgbClr val="003366"/>
                </a:solidFill>
                <a:latin typeface="Aptos"/>
                <a:ea typeface="Aptos"/>
                <a:cs typeface="Aptos"/>
              </a:defRPr>
            </a:lvl2pPr>
            <a:lvl3pPr algn="l">
              <a:defRPr sz="975" b="1" i="0">
                <a:solidFill>
                  <a:srgbClr val="003366"/>
                </a:solidFill>
                <a:latin typeface="Aptos"/>
                <a:ea typeface="Aptos"/>
                <a:cs typeface="Aptos"/>
              </a:defRPr>
            </a:lvl3pPr>
            <a:lvl4pPr algn="l">
              <a:defRPr sz="975" b="1" i="0">
                <a:solidFill>
                  <a:srgbClr val="003366"/>
                </a:solidFill>
                <a:latin typeface="Aptos"/>
                <a:ea typeface="Aptos"/>
                <a:cs typeface="Aptos"/>
              </a:defRPr>
            </a:lvl4pPr>
            <a:lvl5pPr algn="l">
              <a:defRPr sz="975" b="1" i="0">
                <a:solidFill>
                  <a:srgbClr val="003366"/>
                </a:solidFill>
                <a:latin typeface="Aptos"/>
                <a:ea typeface="Aptos"/>
                <a:cs typeface="Aptos"/>
              </a:defRPr>
            </a:lvl5pPr>
            <a:lvl6pPr algn="l">
              <a:defRPr sz="975" b="1" i="0">
                <a:solidFill>
                  <a:srgbClr val="003366"/>
                </a:solidFill>
                <a:latin typeface="Aptos"/>
                <a:ea typeface="Aptos"/>
                <a:cs typeface="Aptos"/>
              </a:defRPr>
            </a:lvl6pPr>
            <a:lvl7pPr algn="l">
              <a:defRPr sz="975" b="1" i="0">
                <a:solidFill>
                  <a:srgbClr val="003366"/>
                </a:solidFill>
                <a:latin typeface="Aptos"/>
                <a:ea typeface="Aptos"/>
                <a:cs typeface="Aptos"/>
              </a:defRPr>
            </a:lvl7pPr>
            <a:lvl8pPr algn="l">
              <a:defRPr sz="975" b="1" i="0">
                <a:solidFill>
                  <a:srgbClr val="003366"/>
                </a:solidFill>
                <a:latin typeface="Aptos"/>
                <a:ea typeface="Aptos"/>
                <a:cs typeface="Aptos"/>
              </a:defRPr>
            </a:lvl8pPr>
            <a:lvl9pPr algn="l">
              <a:defRPr sz="975" b="1" i="0">
                <a:solidFill>
                  <a:srgbClr val="003366"/>
                </a:solidFill>
                <a:latin typeface="Aptos"/>
                <a:ea typeface="Aptos"/>
                <a:cs typeface="Aptos"/>
              </a:defRPr>
            </a:lvl9pPr>
          </a:lstStyle>
          <a:p xmlns:a="http://schemas.openxmlformats.org/drawingml/2006/main">
            <a:pPr algn="l">
              <a:defRPr sz="975" b="1" i="0">
                <a:solidFill>
                  <a:srgbClr val="003366"/>
                </a:solidFill>
                <a:latin typeface="Aptos"/>
                <a:ea typeface="Aptos"/>
                <a:cs typeface="Aptos"/>
              </a:defRPr>
            </a:pPr>
            <a:r>
              <a:rPr sz="975" b="1" i="0">
                <a:solidFill>
                  <a:srgbClr val="003366"/>
                </a:solidFill>
                <a:latin typeface="Aptos"/>
                <a:ea typeface="Aptos"/>
                <a:cs typeface="Aptos"/>
              </a:rPr>
              <a:t>LANGUAGE CENTER CHILE</a:t>
            </a:r>
          </a:p>
        </p:txBody>
      </p:sp>
      <p:sp>
        <p:nvSpPr>
          <p:cNvPr id="33" name="page-4">
            <a:extLst xmlns:a="http://schemas.openxmlformats.org/drawingml/2006/main">
              <a:ext uri="{FF2B5EF4-FFF2-40B4-BE49-F238E27FC236}">
                <a16:creationId xmlns:a16="http://schemas.microsoft.com/office/drawing/2014/main" id="{84D70B7A-C52E-47C1-85DA-148058A1A1E2}"/>
              </a:ext>
            </a:extLst>
          </p:cNvPr>
          <p:cNvSpPr>
            <a:spLocks xmlns:a="http://schemas.openxmlformats.org/drawingml/2006/main" noGrp="1"/>
          </p:cNvSpPr>
          <p:nvPr/>
        </p:nvSpPr>
        <p:spPr>
          <a:xfrm xmlns:a="http://schemas.openxmlformats.org/drawingml/2006/main">
            <a:off x="11144250" y="6267450"/>
            <a:ext cx="361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1" i="0">
                <a:solidFill>
                  <a:srgbClr val="526B7F"/>
                </a:solidFill>
                <a:latin typeface="Aptos"/>
                <a:ea typeface="Aptos"/>
                <a:cs typeface="Aptos"/>
              </a:defRPr>
            </a:defPPr>
            <a:lvl1pPr algn="r">
              <a:defRPr sz="975" b="1" i="0">
                <a:solidFill>
                  <a:srgbClr val="526B7F"/>
                </a:solidFill>
                <a:latin typeface="Aptos"/>
                <a:ea typeface="Aptos"/>
                <a:cs typeface="Aptos"/>
              </a:defRPr>
            </a:lvl1pPr>
            <a:lvl2pPr algn="r">
              <a:defRPr sz="975" b="1" i="0">
                <a:solidFill>
                  <a:srgbClr val="526B7F"/>
                </a:solidFill>
                <a:latin typeface="Aptos"/>
                <a:ea typeface="Aptos"/>
                <a:cs typeface="Aptos"/>
              </a:defRPr>
            </a:lvl2pPr>
            <a:lvl3pPr algn="r">
              <a:defRPr sz="975" b="1" i="0">
                <a:solidFill>
                  <a:srgbClr val="526B7F"/>
                </a:solidFill>
                <a:latin typeface="Aptos"/>
                <a:ea typeface="Aptos"/>
                <a:cs typeface="Aptos"/>
              </a:defRPr>
            </a:lvl3pPr>
            <a:lvl4pPr algn="r">
              <a:defRPr sz="975" b="1" i="0">
                <a:solidFill>
                  <a:srgbClr val="526B7F"/>
                </a:solidFill>
                <a:latin typeface="Aptos"/>
                <a:ea typeface="Aptos"/>
                <a:cs typeface="Aptos"/>
              </a:defRPr>
            </a:lvl4pPr>
            <a:lvl5pPr algn="r">
              <a:defRPr sz="975" b="1" i="0">
                <a:solidFill>
                  <a:srgbClr val="526B7F"/>
                </a:solidFill>
                <a:latin typeface="Aptos"/>
                <a:ea typeface="Aptos"/>
                <a:cs typeface="Aptos"/>
              </a:defRPr>
            </a:lvl5pPr>
            <a:lvl6pPr algn="r">
              <a:defRPr sz="975" b="1" i="0">
                <a:solidFill>
                  <a:srgbClr val="526B7F"/>
                </a:solidFill>
                <a:latin typeface="Aptos"/>
                <a:ea typeface="Aptos"/>
                <a:cs typeface="Aptos"/>
              </a:defRPr>
            </a:lvl6pPr>
            <a:lvl7pPr algn="r">
              <a:defRPr sz="975" b="1" i="0">
                <a:solidFill>
                  <a:srgbClr val="526B7F"/>
                </a:solidFill>
                <a:latin typeface="Aptos"/>
                <a:ea typeface="Aptos"/>
                <a:cs typeface="Aptos"/>
              </a:defRPr>
            </a:lvl7pPr>
            <a:lvl8pPr algn="r">
              <a:defRPr sz="975" b="1" i="0">
                <a:solidFill>
                  <a:srgbClr val="526B7F"/>
                </a:solidFill>
                <a:latin typeface="Aptos"/>
                <a:ea typeface="Aptos"/>
                <a:cs typeface="Aptos"/>
              </a:defRPr>
            </a:lvl8pPr>
            <a:lvl9pPr algn="r">
              <a:defRPr sz="975" b="1" i="0">
                <a:solidFill>
                  <a:srgbClr val="526B7F"/>
                </a:solidFill>
                <a:latin typeface="Aptos"/>
                <a:ea typeface="Aptos"/>
                <a:cs typeface="Aptos"/>
              </a:defRPr>
            </a:lvl9pPr>
          </a:lstStyle>
          <a:p xmlns:a="http://schemas.openxmlformats.org/drawingml/2006/main">
            <a:pPr algn="r">
              <a:defRPr sz="975" b="1" i="0">
                <a:solidFill>
                  <a:srgbClr val="526B7F"/>
                </a:solidFill>
                <a:latin typeface="Aptos"/>
                <a:ea typeface="Aptos"/>
                <a:cs typeface="Aptos"/>
              </a:defRPr>
            </a:pPr>
            <a:r>
              <a:rPr sz="975" b="1" i="0">
                <a:solidFill>
                  <a:srgbClr val="526B7F"/>
                </a:solidFill>
                <a:latin typeface="Aptos"/>
                <a:ea typeface="Aptos"/>
                <a:cs typeface="Aptos"/>
              </a:rPr>
              <a:t>04</a:t>
            </a:r>
          </a:p>
        </p:txBody>
      </p:sp>
    </p:spTree>
    <p:extLst>
      <p:ext uri="{BB962C8B-B14F-4D97-AF65-F5344CB8AC3E}">
        <p14:creationId xmlns:p14="http://schemas.microsoft.com/office/powerpoint/2010/main" val="1102777939"/>
      </p:ext>
    </p:extLst>
  </p:cSld>
</p:sld>
</file>

<file path=ppt/slides/slide5.xml><?xml version="1.0" encoding="utf-8"?>
<p:sld xmlns:p="http://schemas.openxmlformats.org/presentationml/2006/main">
  <p:cSld>
    <p:bg>
      <p:bgPr>
        <a:solidFill xmlns:a="http://schemas.openxmlformats.org/drawingml/2006/main">
          <a:srgbClr val="F5F9FB"/>
        </a:solidFill>
      </p:bgPr>
    </p:bg>
    <p:spTree>
      <p:nvGrpSpPr>
        <p:cNvPr id="1" name=""/>
        <p:cNvGrpSpPr/>
        <p:nvPr/>
      </p:nvGrpSpPr>
      <p:grpSpPr>
        <a:xfrm xmlns:a="http://schemas.openxmlformats.org/drawingml/2006/main"/>
      </p:grpSpPr>
      <p:sp>
        <p:nvSpPr>
          <p:cNvPr id="8" name="title-5">
            <a:extLst xmlns:a="http://schemas.openxmlformats.org/drawingml/2006/main">
              <a:ext uri="{FF2B5EF4-FFF2-40B4-BE49-F238E27FC236}">
                <a16:creationId xmlns:a16="http://schemas.microsoft.com/office/drawing/2014/main" id="{DCA43158-F90B-493E-95A4-E64D3F8611A8}"/>
              </a:ext>
            </a:extLst>
          </p:cNvPr>
          <p:cNvSpPr>
            <a:spLocks xmlns:a="http://schemas.openxmlformats.org/drawingml/2006/main" noGrp="1"/>
          </p:cNvSpPr>
          <p:nvPr/>
        </p:nvSpPr>
        <p:spPr>
          <a:xfrm xmlns:a="http://schemas.openxmlformats.org/drawingml/2006/main">
            <a:off x="685800" y="5334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850" b="1" i="0">
                <a:solidFill>
                  <a:srgbClr val="003366"/>
                </a:solidFill>
                <a:latin typeface="Aptos"/>
                <a:ea typeface="Aptos"/>
                <a:cs typeface="Aptos"/>
              </a:defRPr>
            </a:defPPr>
            <a:lvl1pPr algn="l">
              <a:defRPr sz="2850" b="1" i="0">
                <a:solidFill>
                  <a:srgbClr val="003366"/>
                </a:solidFill>
                <a:latin typeface="Aptos"/>
                <a:ea typeface="Aptos"/>
                <a:cs typeface="Aptos"/>
              </a:defRPr>
            </a:lvl1pPr>
            <a:lvl2pPr algn="l">
              <a:defRPr sz="2850" b="1" i="0">
                <a:solidFill>
                  <a:srgbClr val="003366"/>
                </a:solidFill>
                <a:latin typeface="Aptos"/>
                <a:ea typeface="Aptos"/>
                <a:cs typeface="Aptos"/>
              </a:defRPr>
            </a:lvl2pPr>
            <a:lvl3pPr algn="l">
              <a:defRPr sz="2850" b="1" i="0">
                <a:solidFill>
                  <a:srgbClr val="003366"/>
                </a:solidFill>
                <a:latin typeface="Aptos"/>
                <a:ea typeface="Aptos"/>
                <a:cs typeface="Aptos"/>
              </a:defRPr>
            </a:lvl3pPr>
            <a:lvl4pPr algn="l">
              <a:defRPr sz="2850" b="1" i="0">
                <a:solidFill>
                  <a:srgbClr val="003366"/>
                </a:solidFill>
                <a:latin typeface="Aptos"/>
                <a:ea typeface="Aptos"/>
                <a:cs typeface="Aptos"/>
              </a:defRPr>
            </a:lvl4pPr>
            <a:lvl5pPr algn="l">
              <a:defRPr sz="2850" b="1" i="0">
                <a:solidFill>
                  <a:srgbClr val="003366"/>
                </a:solidFill>
                <a:latin typeface="Aptos"/>
                <a:ea typeface="Aptos"/>
                <a:cs typeface="Aptos"/>
              </a:defRPr>
            </a:lvl5pPr>
            <a:lvl6pPr algn="l">
              <a:defRPr sz="2850" b="1" i="0">
                <a:solidFill>
                  <a:srgbClr val="003366"/>
                </a:solidFill>
                <a:latin typeface="Aptos"/>
                <a:ea typeface="Aptos"/>
                <a:cs typeface="Aptos"/>
              </a:defRPr>
            </a:lvl6pPr>
            <a:lvl7pPr algn="l">
              <a:defRPr sz="2850" b="1" i="0">
                <a:solidFill>
                  <a:srgbClr val="003366"/>
                </a:solidFill>
                <a:latin typeface="Aptos"/>
                <a:ea typeface="Aptos"/>
                <a:cs typeface="Aptos"/>
              </a:defRPr>
            </a:lvl7pPr>
            <a:lvl8pPr algn="l">
              <a:defRPr sz="2850" b="1" i="0">
                <a:solidFill>
                  <a:srgbClr val="003366"/>
                </a:solidFill>
                <a:latin typeface="Aptos"/>
                <a:ea typeface="Aptos"/>
                <a:cs typeface="Aptos"/>
              </a:defRPr>
            </a:lvl8pPr>
            <a:lvl9pPr algn="l">
              <a:defRPr sz="2850" b="1" i="0">
                <a:solidFill>
                  <a:srgbClr val="003366"/>
                </a:solidFill>
                <a:latin typeface="Aptos"/>
                <a:ea typeface="Aptos"/>
                <a:cs typeface="Aptos"/>
              </a:defRPr>
            </a:lvl9pPr>
          </a:lstStyle>
          <a:p xmlns:a="http://schemas.openxmlformats.org/drawingml/2006/main">
            <a:pPr algn="l">
              <a:defRPr sz="2850" b="1" i="0">
                <a:solidFill>
                  <a:srgbClr val="003366"/>
                </a:solidFill>
                <a:latin typeface="Aptos"/>
                <a:ea typeface="Aptos"/>
                <a:cs typeface="Aptos"/>
              </a:defRPr>
            </a:pPr>
            <a:r>
              <a:rPr sz="2850" b="1" i="0">
                <a:solidFill>
                  <a:srgbClr val="003366"/>
                </a:solidFill>
                <a:latin typeface="Aptos"/>
                <a:ea typeface="Aptos"/>
                <a:cs typeface="Aptos"/>
              </a:rPr>
              <a:t>Cinco registros completamente ficticios</a:t>
            </a:r>
          </a:p>
        </p:txBody>
      </p:sp>
      <p:sp>
        <p:nvSpPr>
          <p:cNvPr id="2" name="title-rule-5">
            <a:extLst xmlns:a="http://schemas.openxmlformats.org/drawingml/2006/main">
              <a:ext uri="{FF2B5EF4-FFF2-40B4-BE49-F238E27FC236}">
                <a16:creationId xmlns:a16="http://schemas.microsoft.com/office/drawing/2014/main" id="{A132D6A1-4064-463A-9FC2-DDAEC4FB7989}"/>
              </a:ext>
            </a:extLst>
          </p:cNvPr>
          <p:cNvSpPr>
            <a:spLocks xmlns:a="http://schemas.openxmlformats.org/drawingml/2006/main" noGrp="1"/>
          </p:cNvSpPr>
          <p:nvPr/>
        </p:nvSpPr>
        <p:spPr>
          <a:xfrm xmlns:a="http://schemas.openxmlformats.org/drawingml/2006/main">
            <a:off x="685800" y="1295400"/>
            <a:ext cx="1047750" cy="47625"/>
          </a:xfrm>
          <a:prstGeom xmlns:a="http://schemas.openxmlformats.org/drawingml/2006/main" prst="rect">
            <a:avLst/>
          </a:prstGeom>
          <a:solidFill xmlns:a="http://schemas.openxmlformats.org/drawingml/2006/main">
            <a:srgbClr val="19A7CE"/>
          </a:solidFill>
          <a:ln xmlns:a="http://schemas.openxmlformats.org/drawingml/2006/main" w="0">
            <a:noFill/>
            <a:prstDash val="solid"/>
          </a:ln>
        </p:spPr>
      </p:sp>
      <p:sp>
        <p:nvSpPr>
          <p:cNvPr id="3" name="subtitle-5">
            <a:extLst xmlns:a="http://schemas.openxmlformats.org/drawingml/2006/main">
              <a:ext uri="{FF2B5EF4-FFF2-40B4-BE49-F238E27FC236}">
                <a16:creationId xmlns:a16="http://schemas.microsoft.com/office/drawing/2014/main" id="{88F11FC2-4281-4809-A0AA-625F243EF0CB}"/>
              </a:ext>
            </a:extLst>
          </p:cNvPr>
          <p:cNvSpPr>
            <a:spLocks xmlns:a="http://schemas.openxmlformats.org/drawingml/2006/main" noGrp="1"/>
          </p:cNvSpPr>
          <p:nvPr/>
        </p:nvSpPr>
        <p:spPr>
          <a:xfrm xmlns:a="http://schemas.openxmlformats.org/drawingml/2006/main">
            <a:off x="685800" y="146685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0" i="0">
                <a:solidFill>
                  <a:srgbClr val="526B7F"/>
                </a:solidFill>
                <a:latin typeface="Aptos"/>
                <a:ea typeface="Aptos"/>
                <a:cs typeface="Aptos"/>
              </a:defRPr>
            </a:defPPr>
            <a:lvl1pPr algn="l">
              <a:defRPr sz="1425" b="0" i="0">
                <a:solidFill>
                  <a:srgbClr val="526B7F"/>
                </a:solidFill>
                <a:latin typeface="Aptos"/>
                <a:ea typeface="Aptos"/>
                <a:cs typeface="Aptos"/>
              </a:defRPr>
            </a:lvl1pPr>
            <a:lvl2pPr algn="l">
              <a:defRPr sz="1425" b="0" i="0">
                <a:solidFill>
                  <a:srgbClr val="526B7F"/>
                </a:solidFill>
                <a:latin typeface="Aptos"/>
                <a:ea typeface="Aptos"/>
                <a:cs typeface="Aptos"/>
              </a:defRPr>
            </a:lvl2pPr>
            <a:lvl3pPr algn="l">
              <a:defRPr sz="1425" b="0" i="0">
                <a:solidFill>
                  <a:srgbClr val="526B7F"/>
                </a:solidFill>
                <a:latin typeface="Aptos"/>
                <a:ea typeface="Aptos"/>
                <a:cs typeface="Aptos"/>
              </a:defRPr>
            </a:lvl3pPr>
            <a:lvl4pPr algn="l">
              <a:defRPr sz="1425" b="0" i="0">
                <a:solidFill>
                  <a:srgbClr val="526B7F"/>
                </a:solidFill>
                <a:latin typeface="Aptos"/>
                <a:ea typeface="Aptos"/>
                <a:cs typeface="Aptos"/>
              </a:defRPr>
            </a:lvl4pPr>
            <a:lvl5pPr algn="l">
              <a:defRPr sz="1425" b="0" i="0">
                <a:solidFill>
                  <a:srgbClr val="526B7F"/>
                </a:solidFill>
                <a:latin typeface="Aptos"/>
                <a:ea typeface="Aptos"/>
                <a:cs typeface="Aptos"/>
              </a:defRPr>
            </a:lvl5pPr>
            <a:lvl6pPr algn="l">
              <a:defRPr sz="1425" b="0" i="0">
                <a:solidFill>
                  <a:srgbClr val="526B7F"/>
                </a:solidFill>
                <a:latin typeface="Aptos"/>
                <a:ea typeface="Aptos"/>
                <a:cs typeface="Aptos"/>
              </a:defRPr>
            </a:lvl6pPr>
            <a:lvl7pPr algn="l">
              <a:defRPr sz="1425" b="0" i="0">
                <a:solidFill>
                  <a:srgbClr val="526B7F"/>
                </a:solidFill>
                <a:latin typeface="Aptos"/>
                <a:ea typeface="Aptos"/>
                <a:cs typeface="Aptos"/>
              </a:defRPr>
            </a:lvl7pPr>
            <a:lvl8pPr algn="l">
              <a:defRPr sz="1425" b="0" i="0">
                <a:solidFill>
                  <a:srgbClr val="526B7F"/>
                </a:solidFill>
                <a:latin typeface="Aptos"/>
                <a:ea typeface="Aptos"/>
                <a:cs typeface="Aptos"/>
              </a:defRPr>
            </a:lvl8pPr>
            <a:lvl9pPr algn="l">
              <a:defRPr sz="1425" b="0" i="0">
                <a:solidFill>
                  <a:srgbClr val="526B7F"/>
                </a:solidFill>
                <a:latin typeface="Aptos"/>
                <a:ea typeface="Aptos"/>
                <a:cs typeface="Aptos"/>
              </a:defRPr>
            </a:lvl9pPr>
          </a:lstStyle>
          <a:p xmlns:a="http://schemas.openxmlformats.org/drawingml/2006/main">
            <a:pPr algn="l">
              <a:defRPr sz="1425" b="0" i="0">
                <a:solidFill>
                  <a:srgbClr val="526B7F"/>
                </a:solidFill>
                <a:latin typeface="Aptos"/>
                <a:ea typeface="Aptos"/>
                <a:cs typeface="Aptos"/>
              </a:defRPr>
            </a:pPr>
            <a:r>
              <a:rPr sz="1425" b="0" i="0">
                <a:solidFill>
                  <a:srgbClr val="526B7F"/>
                </a:solidFill>
                <a:latin typeface="Aptos"/>
                <a:ea typeface="Aptos"/>
                <a:cs typeface="Aptos"/>
              </a:rPr>
              <a:t>IDs únicos, etapas válidas y acciones escritas con verbo.</a:t>
            </a:r>
          </a:p>
        </p:txBody>
      </p:sp>
      <p:graphicFrame>
        <p:nvGraphicFramePr>
          <p:cNvPr id="4" name="">
            <a:extLst xmlns:a="http://schemas.openxmlformats.org/drawingml/2006/main">
              <a:ext uri="{FF2B5EF4-FFF2-40B4-BE49-F238E27FC236}">
                <a16:creationId xmlns:a16="http://schemas.microsoft.com/office/drawing/2014/main" id="{DADC4B06-411B-4D07-B457-B33887651E2F}"/>
              </a:ext>
            </a:extLst>
          </p:cNvPr>
          <p:cNvGraphicFramePr/>
          <p:nvPr/>
        </p:nvGraphicFramePr>
        <p:xfrm>
          <a:off xmlns:a="http://schemas.openxmlformats.org/drawingml/2006/main" x="590550" y="2095500"/>
          <a:ext xmlns:a="http://schemas.openxmlformats.org/drawingml/2006/main" cx="11010900" cy="3390900"/>
        </p:xfrm>
        <a:graphic xmlns:a="http://schemas.openxmlformats.org/drawingml/2006/main">
          <a:graphicData uri="http://schemas.openxmlformats.org/drawingml/2006/table">
            <a:tbl>
              <a:tblPr/>
              <a:tblGrid>
                <a:gridCol w="1333500"/>
                <a:gridCol w="1524000"/>
                <a:gridCol w="4076700"/>
                <a:gridCol w="1771650"/>
                <a:gridCol w="2305050"/>
              </a:tblGrid>
              <a:tr h="565150">
                <a:tc>
                  <a:txBody>
                    <a:bodyPr/>
                    <a:lstStyle/>
                    <a:p>
                      <a:pPr algn="ctr"/>
                      <a:r>
                        <a:rPr sz="1125" b="1">
                          <a:solidFill>
                            <a:srgbClr val="FFFFFF"/>
                          </a:solidFill>
                          <a:latin typeface="Aptos"/>
                          <a:ea typeface="Aptos"/>
                          <a:cs typeface="Aptos"/>
                        </a:rPr>
                        <a:t>Lead ID</a:t>
                      </a:r>
                    </a:p>
                  </a:txBody>
                  <a:tcPr marL="91440" marR="91440" marT="45720" marB="45720">
                    <a:lnL w="9525">
                      <a:solidFill>
                        <a:srgbClr val="EAF4F8"/>
                      </a:solidFill>
                      <a:prstDash val="solid"/>
                    </a:lnL>
                    <a:lnR w="9525">
                      <a:solidFill>
                        <a:srgbClr val="EAF4F8"/>
                      </a:solidFill>
                      <a:prstDash val="solid"/>
                    </a:lnR>
                    <a:lnT w="9525">
                      <a:solidFill>
                        <a:srgbClr val="EAF4F8"/>
                      </a:solidFill>
                      <a:prstDash val="solid"/>
                    </a:lnT>
                    <a:lnB w="9525">
                      <a:solidFill>
                        <a:srgbClr val="EAF4F8"/>
                      </a:solidFill>
                      <a:prstDash val="solid"/>
                    </a:lnB>
                    <a:solidFill>
                      <a:srgbClr val="003366"/>
                    </a:solidFill>
                  </a:tcPr>
                </a:tc>
                <a:tc>
                  <a:txBody>
                    <a:bodyPr/>
                    <a:lstStyle/>
                    <a:p>
                      <a:pPr algn="ctr"/>
                      <a:r>
                        <a:rPr sz="1125" b="1">
                          <a:solidFill>
                            <a:srgbClr val="FFFFFF"/>
                          </a:solidFill>
                          <a:latin typeface="Aptos"/>
                          <a:ea typeface="Aptos"/>
                          <a:cs typeface="Aptos"/>
                        </a:rPr>
                        <a:t>Etapa</a:t>
                      </a:r>
                    </a:p>
                  </a:txBody>
                  <a:tcPr marL="91440" marR="91440" marT="45720" marB="45720">
                    <a:lnR w="9525">
                      <a:solidFill>
                        <a:srgbClr val="EAF4F8"/>
                      </a:solidFill>
                      <a:prstDash val="solid"/>
                    </a:lnR>
                    <a:lnT w="9525">
                      <a:solidFill>
                        <a:srgbClr val="EAF4F8"/>
                      </a:solidFill>
                      <a:prstDash val="solid"/>
                    </a:lnT>
                    <a:lnB w="9525">
                      <a:solidFill>
                        <a:srgbClr val="EAF4F8"/>
                      </a:solidFill>
                      <a:prstDash val="solid"/>
                    </a:lnB>
                    <a:solidFill>
                      <a:srgbClr val="003366"/>
                    </a:solidFill>
                  </a:tcPr>
                </a:tc>
                <a:tc>
                  <a:txBody>
                    <a:bodyPr/>
                    <a:lstStyle/>
                    <a:p>
                      <a:pPr algn="ctr"/>
                      <a:r>
                        <a:rPr sz="1125" b="1">
                          <a:solidFill>
                            <a:srgbClr val="FFFFFF"/>
                          </a:solidFill>
                          <a:latin typeface="Aptos"/>
                          <a:ea typeface="Aptos"/>
                          <a:cs typeface="Aptos"/>
                        </a:rPr>
                        <a:t>Próximo paso</a:t>
                      </a:r>
                    </a:p>
                  </a:txBody>
                  <a:tcPr marL="91440" marR="91440" marT="45720" marB="45720">
                    <a:lnR w="9525">
                      <a:solidFill>
                        <a:srgbClr val="EAF4F8"/>
                      </a:solidFill>
                      <a:prstDash val="solid"/>
                    </a:lnR>
                    <a:lnT w="9525">
                      <a:solidFill>
                        <a:srgbClr val="EAF4F8"/>
                      </a:solidFill>
                      <a:prstDash val="solid"/>
                    </a:lnT>
                    <a:lnB w="9525">
                      <a:solidFill>
                        <a:srgbClr val="EAF4F8"/>
                      </a:solidFill>
                      <a:prstDash val="solid"/>
                    </a:lnB>
                    <a:solidFill>
                      <a:srgbClr val="003366"/>
                    </a:solidFill>
                  </a:tcPr>
                </a:tc>
                <a:tc>
                  <a:txBody>
                    <a:bodyPr/>
                    <a:lstStyle/>
                    <a:p>
                      <a:pPr algn="ctr"/>
                      <a:r>
                        <a:rPr sz="1125" b="1">
                          <a:solidFill>
                            <a:srgbClr val="FFFFFF"/>
                          </a:solidFill>
                          <a:latin typeface="Aptos"/>
                          <a:ea typeface="Aptos"/>
                          <a:cs typeface="Aptos"/>
                        </a:rPr>
                        <a:t>Fecha próxima</a:t>
                      </a:r>
                    </a:p>
                  </a:txBody>
                  <a:tcPr marL="91440" marR="91440" marT="45720" marB="45720">
                    <a:lnR w="9525">
                      <a:solidFill>
                        <a:srgbClr val="EAF4F8"/>
                      </a:solidFill>
                      <a:prstDash val="solid"/>
                    </a:lnR>
                    <a:lnT w="9525">
                      <a:solidFill>
                        <a:srgbClr val="EAF4F8"/>
                      </a:solidFill>
                      <a:prstDash val="solid"/>
                    </a:lnT>
                    <a:lnB w="9525">
                      <a:solidFill>
                        <a:srgbClr val="EAF4F8"/>
                      </a:solidFill>
                      <a:prstDash val="solid"/>
                    </a:lnB>
                    <a:solidFill>
                      <a:srgbClr val="003366"/>
                    </a:solidFill>
                  </a:tcPr>
                </a:tc>
                <a:tc>
                  <a:txBody>
                    <a:bodyPr/>
                    <a:lstStyle/>
                    <a:p>
                      <a:pPr algn="ctr"/>
                      <a:r>
                        <a:rPr sz="1125" b="1">
                          <a:solidFill>
                            <a:srgbClr val="FFFFFF"/>
                          </a:solidFill>
                          <a:latin typeface="Aptos"/>
                          <a:ea typeface="Aptos"/>
                          <a:cs typeface="Aptos"/>
                        </a:rPr>
                        <a:t>Responsable</a:t>
                      </a:r>
                    </a:p>
                  </a:txBody>
                  <a:tcPr marL="91440" marR="91440" marT="45720" marB="45720">
                    <a:lnR w="9525">
                      <a:solidFill>
                        <a:srgbClr val="EAF4F8"/>
                      </a:solidFill>
                      <a:prstDash val="solid"/>
                    </a:lnR>
                    <a:lnT w="9525">
                      <a:solidFill>
                        <a:srgbClr val="EAF4F8"/>
                      </a:solidFill>
                      <a:prstDash val="solid"/>
                    </a:lnT>
                    <a:lnB w="9525">
                      <a:solidFill>
                        <a:srgbClr val="EAF4F8"/>
                      </a:solidFill>
                      <a:prstDash val="solid"/>
                    </a:lnB>
                    <a:solidFill>
                      <a:srgbClr val="003366"/>
                    </a:solidFill>
                  </a:tcPr>
                </a:tc>
              </a:tr>
              <a:tr h="565150">
                <a:tc>
                  <a:txBody>
                    <a:bodyPr/>
                    <a:lstStyle/>
                    <a:p>
                      <a:pPr algn="ctr"/>
                      <a:r>
                        <a:rPr sz="1200" b="1">
                          <a:solidFill>
                            <a:srgbClr val="003366"/>
                          </a:solidFill>
                          <a:latin typeface="Aptos"/>
                          <a:ea typeface="Aptos"/>
                          <a:cs typeface="Aptos"/>
                        </a:rPr>
                        <a:t>DEMO-001</a:t>
                      </a:r>
                    </a:p>
                  </a:txBody>
                  <a:tcPr marL="91440" marR="91440" marT="45720" marB="45720">
                    <a:lnL w="9525">
                      <a:solidFill>
                        <a:srgbClr val="EAF4F8"/>
                      </a:solidFill>
                      <a:prstDash val="solid"/>
                    </a:lnL>
                    <a:lnR w="9525">
                      <a:solidFill>
                        <a:srgbClr val="EAF4F8"/>
                      </a:solidFill>
                      <a:prstDash val="solid"/>
                    </a:lnR>
                    <a:lnB w="9525">
                      <a:solidFill>
                        <a:srgbClr val="EAF4F8"/>
                      </a:solidFill>
                      <a:prstDash val="solid"/>
                    </a:lnB>
                    <a:solidFill>
                      <a:srgbClr val="EAF4F8"/>
                    </a:solidFill>
                  </a:tcPr>
                </a:tc>
                <a:tc>
                  <a:txBody>
                    <a:bodyPr/>
                    <a:lstStyle/>
                    <a:p>
                      <a:r>
                        <a:rPr sz="1125">
                          <a:solidFill>
                            <a:srgbClr val="17324D"/>
                          </a:solidFill>
                          <a:latin typeface="Aptos"/>
                          <a:ea typeface="Aptos"/>
                          <a:cs typeface="Aptos"/>
                        </a:rPr>
                        <a:t>Nuevo</a:t>
                      </a:r>
                    </a:p>
                  </a:txBody>
                  <a:tcPr marL="91440" marR="91440" marT="45720" marB="45720">
                    <a:lnR w="9525">
                      <a:solidFill>
                        <a:srgbClr val="EAF4F8"/>
                      </a:solidFill>
                      <a:prstDash val="solid"/>
                    </a:lnR>
                    <a:lnB w="9525">
                      <a:solidFill>
                        <a:srgbClr val="EAF4F8"/>
                      </a:solidFill>
                      <a:prstDash val="solid"/>
                    </a:lnB>
                    <a:solidFill>
                      <a:srgbClr val="FFFFFF"/>
                    </a:solidFill>
                  </a:tcPr>
                </a:tc>
                <a:tc>
                  <a:txBody>
                    <a:bodyPr/>
                    <a:lstStyle/>
                    <a:p>
                      <a:r>
                        <a:rPr sz="1125">
                          <a:solidFill>
                            <a:srgbClr val="17324D"/>
                          </a:solidFill>
                          <a:latin typeface="Aptos"/>
                          <a:ea typeface="Aptos"/>
                          <a:cs typeface="Aptos"/>
                        </a:rPr>
                        <a:t>Revisar datos mínimos</a:t>
                      </a:r>
                    </a:p>
                  </a:txBody>
                  <a:tcPr marL="91440" marR="91440" marT="45720" marB="45720">
                    <a:lnR w="9525">
                      <a:solidFill>
                        <a:srgbClr val="EAF4F8"/>
                      </a:solidFill>
                      <a:prstDash val="solid"/>
                    </a:lnR>
                    <a:lnB w="9525">
                      <a:solidFill>
                        <a:srgbClr val="EAF4F8"/>
                      </a:solidFill>
                      <a:prstDash val="solid"/>
                    </a:lnB>
                    <a:solidFill>
                      <a:srgbClr val="FFFFFF"/>
                    </a:solidFill>
                  </a:tcPr>
                </a:tc>
                <a:tc>
                  <a:txBody>
                    <a:bodyPr/>
                    <a:lstStyle/>
                    <a:p>
                      <a:r>
                        <a:rPr sz="1125">
                          <a:solidFill>
                            <a:srgbClr val="17324D"/>
                          </a:solidFill>
                          <a:latin typeface="Aptos"/>
                          <a:ea typeface="Aptos"/>
                          <a:cs typeface="Aptos"/>
                        </a:rPr>
                        <a:t>29-10-2026</a:t>
                      </a:r>
                    </a:p>
                  </a:txBody>
                  <a:tcPr marL="91440" marR="91440" marT="45720" marB="45720">
                    <a:lnR w="9525">
                      <a:solidFill>
                        <a:srgbClr val="EAF4F8"/>
                      </a:solidFill>
                      <a:prstDash val="solid"/>
                    </a:lnR>
                    <a:lnB w="9525">
                      <a:solidFill>
                        <a:srgbClr val="EAF4F8"/>
                      </a:solidFill>
                      <a:prstDash val="solid"/>
                    </a:lnB>
                    <a:solidFill>
                      <a:srgbClr val="FFFFFF"/>
                    </a:solidFill>
                  </a:tcPr>
                </a:tc>
                <a:tc>
                  <a:txBody>
                    <a:bodyPr/>
                    <a:lstStyle/>
                    <a:p>
                      <a:r>
                        <a:rPr sz="1125">
                          <a:solidFill>
                            <a:srgbClr val="17324D"/>
                          </a:solidFill>
                          <a:latin typeface="Aptos"/>
                          <a:ea typeface="Aptos"/>
                          <a:cs typeface="Aptos"/>
                        </a:rPr>
                        <a:t>Admisión</a:t>
                      </a:r>
                    </a:p>
                  </a:txBody>
                  <a:tcPr marL="91440" marR="91440" marT="45720" marB="45720">
                    <a:lnR w="9525">
                      <a:solidFill>
                        <a:srgbClr val="EAF4F8"/>
                      </a:solidFill>
                      <a:prstDash val="solid"/>
                    </a:lnR>
                    <a:lnB w="9525">
                      <a:solidFill>
                        <a:srgbClr val="EAF4F8"/>
                      </a:solidFill>
                      <a:prstDash val="solid"/>
                    </a:lnB>
                    <a:solidFill>
                      <a:srgbClr val="FFFFFF"/>
                    </a:solidFill>
                  </a:tcPr>
                </a:tc>
              </a:tr>
              <a:tr h="565150">
                <a:tc>
                  <a:txBody>
                    <a:bodyPr/>
                    <a:lstStyle/>
                    <a:p>
                      <a:pPr algn="ctr"/>
                      <a:r>
                        <a:rPr sz="1200" b="1">
                          <a:solidFill>
                            <a:srgbClr val="003366"/>
                          </a:solidFill>
                          <a:latin typeface="Aptos"/>
                          <a:ea typeface="Aptos"/>
                          <a:cs typeface="Aptos"/>
                        </a:rPr>
                        <a:t>DEMO-002</a:t>
                      </a:r>
                    </a:p>
                  </a:txBody>
                  <a:tcPr marL="91440" marR="91440" marT="45720" marB="45720">
                    <a:lnL w="9525">
                      <a:solidFill>
                        <a:srgbClr val="EAF4F8"/>
                      </a:solidFill>
                      <a:prstDash val="solid"/>
                    </a:lnL>
                    <a:lnR w="9525">
                      <a:solidFill>
                        <a:srgbClr val="EAF4F8"/>
                      </a:solidFill>
                      <a:prstDash val="solid"/>
                    </a:lnR>
                    <a:lnB w="9525">
                      <a:solidFill>
                        <a:srgbClr val="EAF4F8"/>
                      </a:solidFill>
                      <a:prstDash val="solid"/>
                    </a:lnB>
                    <a:solidFill>
                      <a:srgbClr val="EAF4F8"/>
                    </a:solidFill>
                  </a:tcPr>
                </a:tc>
                <a:tc>
                  <a:txBody>
                    <a:bodyPr/>
                    <a:lstStyle/>
                    <a:p>
                      <a:r>
                        <a:rPr sz="1125">
                          <a:solidFill>
                            <a:srgbClr val="17324D"/>
                          </a:solidFill>
                          <a:latin typeface="Aptos"/>
                          <a:ea typeface="Aptos"/>
                          <a:cs typeface="Aptos"/>
                        </a:rPr>
                        <a:t>Contactado</a:t>
                      </a:r>
                    </a:p>
                  </a:txBody>
                  <a:tcPr marL="91440" marR="91440" marT="45720" marB="45720">
                    <a:lnR w="9525">
                      <a:solidFill>
                        <a:srgbClr val="EAF4F8"/>
                      </a:solidFill>
                      <a:prstDash val="solid"/>
                    </a:lnR>
                    <a:lnB w="9525">
                      <a:solidFill>
                        <a:srgbClr val="EAF4F8"/>
                      </a:solidFill>
                      <a:prstDash val="solid"/>
                    </a:lnB>
                    <a:solidFill>
                      <a:srgbClr val="FFFFFF"/>
                    </a:solidFill>
                  </a:tcPr>
                </a:tc>
                <a:tc>
                  <a:txBody>
                    <a:bodyPr/>
                    <a:lstStyle/>
                    <a:p>
                      <a:r>
                        <a:rPr sz="1125">
                          <a:solidFill>
                            <a:srgbClr val="17324D"/>
                          </a:solidFill>
                          <a:latin typeface="Aptos"/>
                          <a:ea typeface="Aptos"/>
                          <a:cs typeface="Aptos"/>
                        </a:rPr>
                        <a:t>Preparar borrador de respuesta</a:t>
                      </a:r>
                    </a:p>
                  </a:txBody>
                  <a:tcPr marL="91440" marR="91440" marT="45720" marB="45720">
                    <a:lnR w="9525">
                      <a:solidFill>
                        <a:srgbClr val="EAF4F8"/>
                      </a:solidFill>
                      <a:prstDash val="solid"/>
                    </a:lnR>
                    <a:lnB w="9525">
                      <a:solidFill>
                        <a:srgbClr val="EAF4F8"/>
                      </a:solidFill>
                      <a:prstDash val="solid"/>
                    </a:lnB>
                    <a:solidFill>
                      <a:srgbClr val="FFFFFF"/>
                    </a:solidFill>
                  </a:tcPr>
                </a:tc>
                <a:tc>
                  <a:txBody>
                    <a:bodyPr/>
                    <a:lstStyle/>
                    <a:p>
                      <a:r>
                        <a:rPr sz="1125">
                          <a:solidFill>
                            <a:srgbClr val="17324D"/>
                          </a:solidFill>
                          <a:latin typeface="Aptos"/>
                          <a:ea typeface="Aptos"/>
                          <a:cs typeface="Aptos"/>
                        </a:rPr>
                        <a:t>30-10-2026</a:t>
                      </a:r>
                    </a:p>
                  </a:txBody>
                  <a:tcPr marL="91440" marR="91440" marT="45720" marB="45720">
                    <a:lnR w="9525">
                      <a:solidFill>
                        <a:srgbClr val="EAF4F8"/>
                      </a:solidFill>
                      <a:prstDash val="solid"/>
                    </a:lnR>
                    <a:lnB w="9525">
                      <a:solidFill>
                        <a:srgbClr val="EAF4F8"/>
                      </a:solidFill>
                      <a:prstDash val="solid"/>
                    </a:lnB>
                    <a:solidFill>
                      <a:srgbClr val="FFFFFF"/>
                    </a:solidFill>
                  </a:tcPr>
                </a:tc>
                <a:tc>
                  <a:txBody>
                    <a:bodyPr/>
                    <a:lstStyle/>
                    <a:p>
                      <a:r>
                        <a:rPr sz="1125">
                          <a:solidFill>
                            <a:srgbClr val="17324D"/>
                          </a:solidFill>
                          <a:latin typeface="Aptos"/>
                          <a:ea typeface="Aptos"/>
                          <a:cs typeface="Aptos"/>
                        </a:rPr>
                        <a:t>Ventas</a:t>
                      </a:r>
                    </a:p>
                  </a:txBody>
                  <a:tcPr marL="91440" marR="91440" marT="45720" marB="45720">
                    <a:lnR w="9525">
                      <a:solidFill>
                        <a:srgbClr val="EAF4F8"/>
                      </a:solidFill>
                      <a:prstDash val="solid"/>
                    </a:lnR>
                    <a:lnB w="9525">
                      <a:solidFill>
                        <a:srgbClr val="EAF4F8"/>
                      </a:solidFill>
                      <a:prstDash val="solid"/>
                    </a:lnB>
                    <a:solidFill>
                      <a:srgbClr val="FFFFFF"/>
                    </a:solidFill>
                  </a:tcPr>
                </a:tc>
              </a:tr>
              <a:tr h="565150">
                <a:tc>
                  <a:txBody>
                    <a:bodyPr/>
                    <a:lstStyle/>
                    <a:p>
                      <a:pPr algn="ctr"/>
                      <a:r>
                        <a:rPr sz="1200" b="1">
                          <a:solidFill>
                            <a:srgbClr val="003366"/>
                          </a:solidFill>
                          <a:latin typeface="Aptos"/>
                          <a:ea typeface="Aptos"/>
                          <a:cs typeface="Aptos"/>
                        </a:rPr>
                        <a:t>DEMO-003</a:t>
                      </a:r>
                    </a:p>
                  </a:txBody>
                  <a:tcPr marL="91440" marR="91440" marT="45720" marB="45720">
                    <a:lnL w="9525">
                      <a:solidFill>
                        <a:srgbClr val="EAF4F8"/>
                      </a:solidFill>
                      <a:prstDash val="solid"/>
                    </a:lnL>
                    <a:lnR w="9525">
                      <a:solidFill>
                        <a:srgbClr val="EAF4F8"/>
                      </a:solidFill>
                      <a:prstDash val="solid"/>
                    </a:lnR>
                    <a:lnB w="9525">
                      <a:solidFill>
                        <a:srgbClr val="EAF4F8"/>
                      </a:solidFill>
                      <a:prstDash val="solid"/>
                    </a:lnB>
                    <a:solidFill>
                      <a:srgbClr val="EAF4F8"/>
                    </a:solidFill>
                  </a:tcPr>
                </a:tc>
                <a:tc>
                  <a:txBody>
                    <a:bodyPr/>
                    <a:lstStyle/>
                    <a:p>
                      <a:r>
                        <a:rPr sz="1125">
                          <a:solidFill>
                            <a:srgbClr val="17324D"/>
                          </a:solidFill>
                          <a:latin typeface="Aptos"/>
                          <a:ea typeface="Aptos"/>
                          <a:cs typeface="Aptos"/>
                        </a:rPr>
                        <a:t>Calificado</a:t>
                      </a:r>
                    </a:p>
                  </a:txBody>
                  <a:tcPr marL="91440" marR="91440" marT="45720" marB="45720">
                    <a:lnR w="9525">
                      <a:solidFill>
                        <a:srgbClr val="EAF4F8"/>
                      </a:solidFill>
                      <a:prstDash val="solid"/>
                    </a:lnR>
                    <a:lnB w="9525">
                      <a:solidFill>
                        <a:srgbClr val="EAF4F8"/>
                      </a:solidFill>
                      <a:prstDash val="solid"/>
                    </a:lnB>
                    <a:solidFill>
                      <a:srgbClr val="FFFFFF"/>
                    </a:solidFill>
                  </a:tcPr>
                </a:tc>
                <a:tc>
                  <a:txBody>
                    <a:bodyPr/>
                    <a:lstStyle/>
                    <a:p>
                      <a:r>
                        <a:rPr sz="1125">
                          <a:solidFill>
                            <a:srgbClr val="17324D"/>
                          </a:solidFill>
                          <a:latin typeface="Aptos"/>
                          <a:ea typeface="Aptos"/>
                          <a:cs typeface="Aptos"/>
                        </a:rPr>
                        <a:t>Definir alternativa de curso</a:t>
                      </a:r>
                    </a:p>
                  </a:txBody>
                  <a:tcPr marL="91440" marR="91440" marT="45720" marB="45720">
                    <a:lnR w="9525">
                      <a:solidFill>
                        <a:srgbClr val="EAF4F8"/>
                      </a:solidFill>
                      <a:prstDash val="solid"/>
                    </a:lnR>
                    <a:lnB w="9525">
                      <a:solidFill>
                        <a:srgbClr val="EAF4F8"/>
                      </a:solidFill>
                      <a:prstDash val="solid"/>
                    </a:lnB>
                    <a:solidFill>
                      <a:srgbClr val="FFFFFF"/>
                    </a:solidFill>
                  </a:tcPr>
                </a:tc>
                <a:tc>
                  <a:txBody>
                    <a:bodyPr/>
                    <a:lstStyle/>
                    <a:p>
                      <a:r>
                        <a:rPr sz="1125">
                          <a:solidFill>
                            <a:srgbClr val="17324D"/>
                          </a:solidFill>
                          <a:latin typeface="Aptos"/>
                          <a:ea typeface="Aptos"/>
                          <a:cs typeface="Aptos"/>
                        </a:rPr>
                        <a:t>31-10-2026</a:t>
                      </a:r>
                    </a:p>
                  </a:txBody>
                  <a:tcPr marL="91440" marR="91440" marT="45720" marB="45720">
                    <a:lnR w="9525">
                      <a:solidFill>
                        <a:srgbClr val="EAF4F8"/>
                      </a:solidFill>
                      <a:prstDash val="solid"/>
                    </a:lnR>
                    <a:lnB w="9525">
                      <a:solidFill>
                        <a:srgbClr val="EAF4F8"/>
                      </a:solidFill>
                      <a:prstDash val="solid"/>
                    </a:lnB>
                    <a:solidFill>
                      <a:srgbClr val="FFFFFF"/>
                    </a:solidFill>
                  </a:tcPr>
                </a:tc>
                <a:tc>
                  <a:txBody>
                    <a:bodyPr/>
                    <a:lstStyle/>
                    <a:p>
                      <a:r>
                        <a:rPr sz="1125">
                          <a:solidFill>
                            <a:srgbClr val="17324D"/>
                          </a:solidFill>
                          <a:latin typeface="Aptos"/>
                          <a:ea typeface="Aptos"/>
                          <a:cs typeface="Aptos"/>
                        </a:rPr>
                        <a:t>Coordinación</a:t>
                      </a:r>
                    </a:p>
                  </a:txBody>
                  <a:tcPr marL="91440" marR="91440" marT="45720" marB="45720">
                    <a:lnR w="9525">
                      <a:solidFill>
                        <a:srgbClr val="EAF4F8"/>
                      </a:solidFill>
                      <a:prstDash val="solid"/>
                    </a:lnR>
                    <a:lnB w="9525">
                      <a:solidFill>
                        <a:srgbClr val="EAF4F8"/>
                      </a:solidFill>
                      <a:prstDash val="solid"/>
                    </a:lnB>
                    <a:solidFill>
                      <a:srgbClr val="FFFFFF"/>
                    </a:solidFill>
                  </a:tcPr>
                </a:tc>
              </a:tr>
              <a:tr h="565150">
                <a:tc>
                  <a:txBody>
                    <a:bodyPr/>
                    <a:lstStyle/>
                    <a:p>
                      <a:pPr algn="ctr"/>
                      <a:r>
                        <a:rPr sz="1200" b="1">
                          <a:solidFill>
                            <a:srgbClr val="003366"/>
                          </a:solidFill>
                          <a:latin typeface="Aptos"/>
                          <a:ea typeface="Aptos"/>
                          <a:cs typeface="Aptos"/>
                        </a:rPr>
                        <a:t>DEMO-004</a:t>
                      </a:r>
                    </a:p>
                  </a:txBody>
                  <a:tcPr marL="91440" marR="91440" marT="45720" marB="45720">
                    <a:lnL w="9525">
                      <a:solidFill>
                        <a:srgbClr val="EAF4F8"/>
                      </a:solidFill>
                      <a:prstDash val="solid"/>
                    </a:lnL>
                    <a:lnR w="9525">
                      <a:solidFill>
                        <a:srgbClr val="EAF4F8"/>
                      </a:solidFill>
                      <a:prstDash val="solid"/>
                    </a:lnR>
                    <a:lnB w="9525">
                      <a:solidFill>
                        <a:srgbClr val="EAF4F8"/>
                      </a:solidFill>
                      <a:prstDash val="solid"/>
                    </a:lnB>
                    <a:solidFill>
                      <a:srgbClr val="EAF4F8"/>
                    </a:solidFill>
                  </a:tcPr>
                </a:tc>
                <a:tc>
                  <a:txBody>
                    <a:bodyPr/>
                    <a:lstStyle/>
                    <a:p>
                      <a:r>
                        <a:rPr sz="1125">
                          <a:solidFill>
                            <a:srgbClr val="17324D"/>
                          </a:solidFill>
                          <a:latin typeface="Aptos"/>
                          <a:ea typeface="Aptos"/>
                          <a:cs typeface="Aptos"/>
                        </a:rPr>
                        <a:t>Oferta</a:t>
                      </a:r>
                    </a:p>
                  </a:txBody>
                  <a:tcPr marL="91440" marR="91440" marT="45720" marB="45720">
                    <a:lnR w="9525">
                      <a:solidFill>
                        <a:srgbClr val="EAF4F8"/>
                      </a:solidFill>
                      <a:prstDash val="solid"/>
                    </a:lnR>
                    <a:lnB w="9525">
                      <a:solidFill>
                        <a:srgbClr val="EAF4F8"/>
                      </a:solidFill>
                      <a:prstDash val="solid"/>
                    </a:lnB>
                    <a:solidFill>
                      <a:srgbClr val="FFFFFF"/>
                    </a:solidFill>
                  </a:tcPr>
                </a:tc>
                <a:tc>
                  <a:txBody>
                    <a:bodyPr/>
                    <a:lstStyle/>
                    <a:p>
                      <a:r>
                        <a:rPr sz="1125">
                          <a:solidFill>
                            <a:srgbClr val="17324D"/>
                          </a:solidFill>
                          <a:latin typeface="Aptos"/>
                          <a:ea typeface="Aptos"/>
                          <a:cs typeface="Aptos"/>
                        </a:rPr>
                        <a:t>Evaluar propuesta internamente</a:t>
                      </a:r>
                    </a:p>
                  </a:txBody>
                  <a:tcPr marL="91440" marR="91440" marT="45720" marB="45720">
                    <a:lnR w="9525">
                      <a:solidFill>
                        <a:srgbClr val="EAF4F8"/>
                      </a:solidFill>
                      <a:prstDash val="solid"/>
                    </a:lnR>
                    <a:lnB w="9525">
                      <a:solidFill>
                        <a:srgbClr val="EAF4F8"/>
                      </a:solidFill>
                      <a:prstDash val="solid"/>
                    </a:lnB>
                    <a:solidFill>
                      <a:srgbClr val="FFFFFF"/>
                    </a:solidFill>
                  </a:tcPr>
                </a:tc>
                <a:tc>
                  <a:txBody>
                    <a:bodyPr/>
                    <a:lstStyle/>
                    <a:p>
                      <a:r>
                        <a:rPr sz="1125">
                          <a:solidFill>
                            <a:srgbClr val="17324D"/>
                          </a:solidFill>
                          <a:latin typeface="Aptos"/>
                          <a:ea typeface="Aptos"/>
                          <a:cs typeface="Aptos"/>
                        </a:rPr>
                        <a:t>01-11-2026</a:t>
                      </a:r>
                    </a:p>
                  </a:txBody>
                  <a:tcPr marL="91440" marR="91440" marT="45720" marB="45720">
                    <a:lnR w="9525">
                      <a:solidFill>
                        <a:srgbClr val="EAF4F8"/>
                      </a:solidFill>
                      <a:prstDash val="solid"/>
                    </a:lnR>
                    <a:lnB w="9525">
                      <a:solidFill>
                        <a:srgbClr val="EAF4F8"/>
                      </a:solidFill>
                      <a:prstDash val="solid"/>
                    </a:lnB>
                    <a:solidFill>
                      <a:srgbClr val="FFFFFF"/>
                    </a:solidFill>
                  </a:tcPr>
                </a:tc>
                <a:tc>
                  <a:txBody>
                    <a:bodyPr/>
                    <a:lstStyle/>
                    <a:p>
                      <a:r>
                        <a:rPr sz="1125">
                          <a:solidFill>
                            <a:srgbClr val="17324D"/>
                          </a:solidFill>
                          <a:latin typeface="Aptos"/>
                          <a:ea typeface="Aptos"/>
                          <a:cs typeface="Aptos"/>
                        </a:rPr>
                        <a:t>Dirección</a:t>
                      </a:r>
                    </a:p>
                  </a:txBody>
                  <a:tcPr marL="91440" marR="91440" marT="45720" marB="45720">
                    <a:lnR w="9525">
                      <a:solidFill>
                        <a:srgbClr val="EAF4F8"/>
                      </a:solidFill>
                      <a:prstDash val="solid"/>
                    </a:lnR>
                    <a:lnB w="9525">
                      <a:solidFill>
                        <a:srgbClr val="EAF4F8"/>
                      </a:solidFill>
                      <a:prstDash val="solid"/>
                    </a:lnB>
                    <a:solidFill>
                      <a:srgbClr val="FFFFFF"/>
                    </a:solidFill>
                  </a:tcPr>
                </a:tc>
              </a:tr>
              <a:tr h="565150">
                <a:tc>
                  <a:txBody>
                    <a:bodyPr/>
                    <a:lstStyle/>
                    <a:p>
                      <a:pPr algn="ctr"/>
                      <a:r>
                        <a:rPr sz="1200" b="1">
                          <a:solidFill>
                            <a:srgbClr val="003366"/>
                          </a:solidFill>
                          <a:latin typeface="Aptos"/>
                          <a:ea typeface="Aptos"/>
                          <a:cs typeface="Aptos"/>
                        </a:rPr>
                        <a:t>DEMO-005</a:t>
                      </a:r>
                    </a:p>
                  </a:txBody>
                  <a:tcPr marL="91440" marR="91440" marT="45720" marB="45720">
                    <a:lnL w="9525">
                      <a:solidFill>
                        <a:srgbClr val="EAF4F8"/>
                      </a:solidFill>
                      <a:prstDash val="solid"/>
                    </a:lnL>
                    <a:lnR w="9525">
                      <a:solidFill>
                        <a:srgbClr val="EAF4F8"/>
                      </a:solidFill>
                      <a:prstDash val="solid"/>
                    </a:lnR>
                    <a:lnB w="9525">
                      <a:solidFill>
                        <a:srgbClr val="EAF4F8"/>
                      </a:solidFill>
                      <a:prstDash val="solid"/>
                    </a:lnB>
                    <a:solidFill>
                      <a:srgbClr val="EAF4F8"/>
                    </a:solidFill>
                  </a:tcPr>
                </a:tc>
                <a:tc>
                  <a:txBody>
                    <a:bodyPr/>
                    <a:lstStyle/>
                    <a:p>
                      <a:r>
                        <a:rPr sz="1125">
                          <a:solidFill>
                            <a:srgbClr val="17324D"/>
                          </a:solidFill>
                          <a:latin typeface="Aptos"/>
                          <a:ea typeface="Aptos"/>
                          <a:cs typeface="Aptos"/>
                        </a:rPr>
                        <a:t>Descartado</a:t>
                      </a:r>
                    </a:p>
                  </a:txBody>
                  <a:tcPr marL="91440" marR="91440" marT="45720" marB="45720">
                    <a:lnR w="9525">
                      <a:solidFill>
                        <a:srgbClr val="EAF4F8"/>
                      </a:solidFill>
                      <a:prstDash val="solid"/>
                    </a:lnR>
                    <a:lnB w="9525">
                      <a:solidFill>
                        <a:srgbClr val="EAF4F8"/>
                      </a:solidFill>
                      <a:prstDash val="solid"/>
                    </a:lnB>
                    <a:solidFill>
                      <a:srgbClr val="FFFFFF"/>
                    </a:solidFill>
                  </a:tcPr>
                </a:tc>
                <a:tc>
                  <a:txBody>
                    <a:bodyPr/>
                    <a:lstStyle/>
                    <a:p>
                      <a:r>
                        <a:rPr sz="1125">
                          <a:solidFill>
                            <a:srgbClr val="17324D"/>
                          </a:solidFill>
                          <a:latin typeface="Aptos"/>
                          <a:ea typeface="Aptos"/>
                          <a:cs typeface="Aptos"/>
                        </a:rPr>
                        <a:t>Registrar motivo mínimo</a:t>
                      </a:r>
                    </a:p>
                  </a:txBody>
                  <a:tcPr marL="91440" marR="91440" marT="45720" marB="45720">
                    <a:lnR w="9525">
                      <a:solidFill>
                        <a:srgbClr val="EAF4F8"/>
                      </a:solidFill>
                      <a:prstDash val="solid"/>
                    </a:lnR>
                    <a:lnB w="9525">
                      <a:solidFill>
                        <a:srgbClr val="EAF4F8"/>
                      </a:solidFill>
                      <a:prstDash val="solid"/>
                    </a:lnB>
                    <a:solidFill>
                      <a:srgbClr val="FFFFFF"/>
                    </a:solidFill>
                  </a:tcPr>
                </a:tc>
                <a:tc>
                  <a:txBody>
                    <a:bodyPr/>
                    <a:lstStyle/>
                    <a:p>
                      <a:r>
                        <a:rPr sz="1125">
                          <a:solidFill>
                            <a:srgbClr val="17324D"/>
                          </a:solidFill>
                          <a:latin typeface="Aptos"/>
                          <a:ea typeface="Aptos"/>
                          <a:cs typeface="Aptos"/>
                        </a:rPr>
                        <a:t>02-11-2026</a:t>
                      </a:r>
                    </a:p>
                  </a:txBody>
                  <a:tcPr marL="91440" marR="91440" marT="45720" marB="45720">
                    <a:lnR w="9525">
                      <a:solidFill>
                        <a:srgbClr val="EAF4F8"/>
                      </a:solidFill>
                      <a:prstDash val="solid"/>
                    </a:lnR>
                    <a:lnB w="9525">
                      <a:solidFill>
                        <a:srgbClr val="EAF4F8"/>
                      </a:solidFill>
                      <a:prstDash val="solid"/>
                    </a:lnB>
                    <a:solidFill>
                      <a:srgbClr val="FFFFFF"/>
                    </a:solidFill>
                  </a:tcPr>
                </a:tc>
                <a:tc>
                  <a:txBody>
                    <a:bodyPr/>
                    <a:lstStyle/>
                    <a:p>
                      <a:r>
                        <a:rPr sz="1125">
                          <a:solidFill>
                            <a:srgbClr val="17324D"/>
                          </a:solidFill>
                          <a:latin typeface="Aptos"/>
                          <a:ea typeface="Aptos"/>
                          <a:cs typeface="Aptos"/>
                        </a:rPr>
                        <a:t>Ventas</a:t>
                      </a:r>
                    </a:p>
                  </a:txBody>
                  <a:tcPr marL="91440" marR="91440" marT="45720" marB="45720">
                    <a:lnR w="9525">
                      <a:solidFill>
                        <a:srgbClr val="EAF4F8"/>
                      </a:solidFill>
                      <a:prstDash val="solid"/>
                    </a:lnR>
                    <a:lnB w="9525">
                      <a:solidFill>
                        <a:srgbClr val="EAF4F8"/>
                      </a:solidFill>
                      <a:prstDash val="solid"/>
                    </a:lnB>
                    <a:solidFill>
                      <a:srgbClr val="FFFFFF"/>
                    </a:solidFill>
                  </a:tcPr>
                </a:tc>
              </a:tr>
            </a:tbl>
          </a:graphicData>
        </a:graphic>
      </p:graphicFrame>
      <p:sp>
        <p:nvSpPr>
          <p:cNvPr id="5" name="demo-warning">
            <a:extLst xmlns:a="http://schemas.openxmlformats.org/drawingml/2006/main">
              <a:ext uri="{FF2B5EF4-FFF2-40B4-BE49-F238E27FC236}">
                <a16:creationId xmlns:a16="http://schemas.microsoft.com/office/drawing/2014/main" id="{53F5E208-589C-4A81-BED4-9E2D2805C66C}"/>
              </a:ext>
            </a:extLst>
          </p:cNvPr>
          <p:cNvSpPr>
            <a:spLocks xmlns:a="http://schemas.openxmlformats.org/drawingml/2006/main" noGrp="1"/>
          </p:cNvSpPr>
          <p:nvPr/>
        </p:nvSpPr>
        <p:spPr>
          <a:xfrm xmlns:a="http://schemas.openxmlformats.org/drawingml/2006/main">
            <a:off x="1295400" y="5734050"/>
            <a:ext cx="9601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425" b="1" i="0">
                <a:solidFill>
                  <a:srgbClr val="003366"/>
                </a:solidFill>
                <a:latin typeface="Aptos"/>
                <a:ea typeface="Aptos"/>
                <a:cs typeface="Aptos"/>
              </a:defRPr>
            </a:defPPr>
            <a:lvl1pPr algn="ctr">
              <a:defRPr sz="1425" b="1" i="0">
                <a:solidFill>
                  <a:srgbClr val="003366"/>
                </a:solidFill>
                <a:latin typeface="Aptos"/>
                <a:ea typeface="Aptos"/>
                <a:cs typeface="Aptos"/>
              </a:defRPr>
            </a:lvl1pPr>
            <a:lvl2pPr algn="ctr">
              <a:defRPr sz="1425" b="1" i="0">
                <a:solidFill>
                  <a:srgbClr val="003366"/>
                </a:solidFill>
                <a:latin typeface="Aptos"/>
                <a:ea typeface="Aptos"/>
                <a:cs typeface="Aptos"/>
              </a:defRPr>
            </a:lvl2pPr>
            <a:lvl3pPr algn="ctr">
              <a:defRPr sz="1425" b="1" i="0">
                <a:solidFill>
                  <a:srgbClr val="003366"/>
                </a:solidFill>
                <a:latin typeface="Aptos"/>
                <a:ea typeface="Aptos"/>
                <a:cs typeface="Aptos"/>
              </a:defRPr>
            </a:lvl3pPr>
            <a:lvl4pPr algn="ctr">
              <a:defRPr sz="1425" b="1" i="0">
                <a:solidFill>
                  <a:srgbClr val="003366"/>
                </a:solidFill>
                <a:latin typeface="Aptos"/>
                <a:ea typeface="Aptos"/>
                <a:cs typeface="Aptos"/>
              </a:defRPr>
            </a:lvl4pPr>
            <a:lvl5pPr algn="ctr">
              <a:defRPr sz="1425" b="1" i="0">
                <a:solidFill>
                  <a:srgbClr val="003366"/>
                </a:solidFill>
                <a:latin typeface="Aptos"/>
                <a:ea typeface="Aptos"/>
                <a:cs typeface="Aptos"/>
              </a:defRPr>
            </a:lvl5pPr>
            <a:lvl6pPr algn="ctr">
              <a:defRPr sz="1425" b="1" i="0">
                <a:solidFill>
                  <a:srgbClr val="003366"/>
                </a:solidFill>
                <a:latin typeface="Aptos"/>
                <a:ea typeface="Aptos"/>
                <a:cs typeface="Aptos"/>
              </a:defRPr>
            </a:lvl6pPr>
            <a:lvl7pPr algn="ctr">
              <a:defRPr sz="1425" b="1" i="0">
                <a:solidFill>
                  <a:srgbClr val="003366"/>
                </a:solidFill>
                <a:latin typeface="Aptos"/>
                <a:ea typeface="Aptos"/>
                <a:cs typeface="Aptos"/>
              </a:defRPr>
            </a:lvl7pPr>
            <a:lvl8pPr algn="ctr">
              <a:defRPr sz="1425" b="1" i="0">
                <a:solidFill>
                  <a:srgbClr val="003366"/>
                </a:solidFill>
                <a:latin typeface="Aptos"/>
                <a:ea typeface="Aptos"/>
                <a:cs typeface="Aptos"/>
              </a:defRPr>
            </a:lvl8pPr>
            <a:lvl9pPr algn="ctr">
              <a:defRPr sz="1425" b="1" i="0">
                <a:solidFill>
                  <a:srgbClr val="003366"/>
                </a:solidFill>
                <a:latin typeface="Aptos"/>
                <a:ea typeface="Aptos"/>
                <a:cs typeface="Aptos"/>
              </a:defRPr>
            </a:lvl9pPr>
          </a:lstStyle>
          <a:p xmlns:a="http://schemas.openxmlformats.org/drawingml/2006/main">
            <a:pPr algn="ctr">
              <a:defRPr sz="1425" b="1" i="0">
                <a:solidFill>
                  <a:srgbClr val="003366"/>
                </a:solidFill>
                <a:latin typeface="Aptos"/>
                <a:ea typeface="Aptos"/>
                <a:cs typeface="Aptos"/>
              </a:defRPr>
            </a:pPr>
            <a:r>
              <a:rPr sz="1425" b="1" i="0">
                <a:solidFill>
                  <a:srgbClr val="003366"/>
                </a:solidFill>
                <a:latin typeface="Aptos"/>
                <a:ea typeface="Aptos"/>
                <a:cs typeface="Aptos"/>
              </a:rPr>
              <a:t>Ejemplos de práctica. No corresponden a clientes, alumnos, proveedores ni empresas reales.</a:t>
            </a:r>
          </a:p>
        </p:txBody>
      </p:sp>
      <p:sp>
        <p:nvSpPr>
          <p:cNvPr id="6" name="brand-5">
            <a:extLst xmlns:a="http://schemas.openxmlformats.org/drawingml/2006/main">
              <a:ext uri="{FF2B5EF4-FFF2-40B4-BE49-F238E27FC236}">
                <a16:creationId xmlns:a16="http://schemas.microsoft.com/office/drawing/2014/main" id="{3D590812-ECC8-4B94-9716-442F091106FB}"/>
              </a:ext>
            </a:extLst>
          </p:cNvPr>
          <p:cNvSpPr>
            <a:spLocks xmlns:a="http://schemas.openxmlformats.org/drawingml/2006/main" noGrp="1"/>
          </p:cNvSpPr>
          <p:nvPr/>
        </p:nvSpPr>
        <p:spPr>
          <a:xfrm xmlns:a="http://schemas.openxmlformats.org/drawingml/2006/main">
            <a:off x="685800" y="628650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i="0">
                <a:solidFill>
                  <a:srgbClr val="003366"/>
                </a:solidFill>
                <a:latin typeface="Aptos"/>
                <a:ea typeface="Aptos"/>
                <a:cs typeface="Aptos"/>
              </a:defRPr>
            </a:defPPr>
            <a:lvl1pPr algn="l">
              <a:defRPr sz="975" b="1" i="0">
                <a:solidFill>
                  <a:srgbClr val="003366"/>
                </a:solidFill>
                <a:latin typeface="Aptos"/>
                <a:ea typeface="Aptos"/>
                <a:cs typeface="Aptos"/>
              </a:defRPr>
            </a:lvl1pPr>
            <a:lvl2pPr algn="l">
              <a:defRPr sz="975" b="1" i="0">
                <a:solidFill>
                  <a:srgbClr val="003366"/>
                </a:solidFill>
                <a:latin typeface="Aptos"/>
                <a:ea typeface="Aptos"/>
                <a:cs typeface="Aptos"/>
              </a:defRPr>
            </a:lvl2pPr>
            <a:lvl3pPr algn="l">
              <a:defRPr sz="975" b="1" i="0">
                <a:solidFill>
                  <a:srgbClr val="003366"/>
                </a:solidFill>
                <a:latin typeface="Aptos"/>
                <a:ea typeface="Aptos"/>
                <a:cs typeface="Aptos"/>
              </a:defRPr>
            </a:lvl3pPr>
            <a:lvl4pPr algn="l">
              <a:defRPr sz="975" b="1" i="0">
                <a:solidFill>
                  <a:srgbClr val="003366"/>
                </a:solidFill>
                <a:latin typeface="Aptos"/>
                <a:ea typeface="Aptos"/>
                <a:cs typeface="Aptos"/>
              </a:defRPr>
            </a:lvl4pPr>
            <a:lvl5pPr algn="l">
              <a:defRPr sz="975" b="1" i="0">
                <a:solidFill>
                  <a:srgbClr val="003366"/>
                </a:solidFill>
                <a:latin typeface="Aptos"/>
                <a:ea typeface="Aptos"/>
                <a:cs typeface="Aptos"/>
              </a:defRPr>
            </a:lvl5pPr>
            <a:lvl6pPr algn="l">
              <a:defRPr sz="975" b="1" i="0">
                <a:solidFill>
                  <a:srgbClr val="003366"/>
                </a:solidFill>
                <a:latin typeface="Aptos"/>
                <a:ea typeface="Aptos"/>
                <a:cs typeface="Aptos"/>
              </a:defRPr>
            </a:lvl6pPr>
            <a:lvl7pPr algn="l">
              <a:defRPr sz="975" b="1" i="0">
                <a:solidFill>
                  <a:srgbClr val="003366"/>
                </a:solidFill>
                <a:latin typeface="Aptos"/>
                <a:ea typeface="Aptos"/>
                <a:cs typeface="Aptos"/>
              </a:defRPr>
            </a:lvl7pPr>
            <a:lvl8pPr algn="l">
              <a:defRPr sz="975" b="1" i="0">
                <a:solidFill>
                  <a:srgbClr val="003366"/>
                </a:solidFill>
                <a:latin typeface="Aptos"/>
                <a:ea typeface="Aptos"/>
                <a:cs typeface="Aptos"/>
              </a:defRPr>
            </a:lvl8pPr>
            <a:lvl9pPr algn="l">
              <a:defRPr sz="975" b="1" i="0">
                <a:solidFill>
                  <a:srgbClr val="003366"/>
                </a:solidFill>
                <a:latin typeface="Aptos"/>
                <a:ea typeface="Aptos"/>
                <a:cs typeface="Aptos"/>
              </a:defRPr>
            </a:lvl9pPr>
          </a:lstStyle>
          <a:p xmlns:a="http://schemas.openxmlformats.org/drawingml/2006/main">
            <a:pPr algn="l">
              <a:defRPr sz="975" b="1" i="0">
                <a:solidFill>
                  <a:srgbClr val="003366"/>
                </a:solidFill>
                <a:latin typeface="Aptos"/>
                <a:ea typeface="Aptos"/>
                <a:cs typeface="Aptos"/>
              </a:defRPr>
            </a:pPr>
            <a:r>
              <a:rPr sz="975" b="1" i="0">
                <a:solidFill>
                  <a:srgbClr val="003366"/>
                </a:solidFill>
                <a:latin typeface="Aptos"/>
                <a:ea typeface="Aptos"/>
                <a:cs typeface="Aptos"/>
              </a:rPr>
              <a:t>LANGUAGE CENTER CHILE</a:t>
            </a:r>
          </a:p>
        </p:txBody>
      </p:sp>
      <p:sp>
        <p:nvSpPr>
          <p:cNvPr id="7" name="page-5">
            <a:extLst xmlns:a="http://schemas.openxmlformats.org/drawingml/2006/main">
              <a:ext uri="{FF2B5EF4-FFF2-40B4-BE49-F238E27FC236}">
                <a16:creationId xmlns:a16="http://schemas.microsoft.com/office/drawing/2014/main" id="{67ECAF77-5017-4674-ADB7-55B70A9F9EBA}"/>
              </a:ext>
            </a:extLst>
          </p:cNvPr>
          <p:cNvSpPr>
            <a:spLocks xmlns:a="http://schemas.openxmlformats.org/drawingml/2006/main" noGrp="1"/>
          </p:cNvSpPr>
          <p:nvPr/>
        </p:nvSpPr>
        <p:spPr>
          <a:xfrm xmlns:a="http://schemas.openxmlformats.org/drawingml/2006/main">
            <a:off x="11144250" y="6267450"/>
            <a:ext cx="361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1" i="0">
                <a:solidFill>
                  <a:srgbClr val="526B7F"/>
                </a:solidFill>
                <a:latin typeface="Aptos"/>
                <a:ea typeface="Aptos"/>
                <a:cs typeface="Aptos"/>
              </a:defRPr>
            </a:defPPr>
            <a:lvl1pPr algn="r">
              <a:defRPr sz="975" b="1" i="0">
                <a:solidFill>
                  <a:srgbClr val="526B7F"/>
                </a:solidFill>
                <a:latin typeface="Aptos"/>
                <a:ea typeface="Aptos"/>
                <a:cs typeface="Aptos"/>
              </a:defRPr>
            </a:lvl1pPr>
            <a:lvl2pPr algn="r">
              <a:defRPr sz="975" b="1" i="0">
                <a:solidFill>
                  <a:srgbClr val="526B7F"/>
                </a:solidFill>
                <a:latin typeface="Aptos"/>
                <a:ea typeface="Aptos"/>
                <a:cs typeface="Aptos"/>
              </a:defRPr>
            </a:lvl2pPr>
            <a:lvl3pPr algn="r">
              <a:defRPr sz="975" b="1" i="0">
                <a:solidFill>
                  <a:srgbClr val="526B7F"/>
                </a:solidFill>
                <a:latin typeface="Aptos"/>
                <a:ea typeface="Aptos"/>
                <a:cs typeface="Aptos"/>
              </a:defRPr>
            </a:lvl3pPr>
            <a:lvl4pPr algn="r">
              <a:defRPr sz="975" b="1" i="0">
                <a:solidFill>
                  <a:srgbClr val="526B7F"/>
                </a:solidFill>
                <a:latin typeface="Aptos"/>
                <a:ea typeface="Aptos"/>
                <a:cs typeface="Aptos"/>
              </a:defRPr>
            </a:lvl4pPr>
            <a:lvl5pPr algn="r">
              <a:defRPr sz="975" b="1" i="0">
                <a:solidFill>
                  <a:srgbClr val="526B7F"/>
                </a:solidFill>
                <a:latin typeface="Aptos"/>
                <a:ea typeface="Aptos"/>
                <a:cs typeface="Aptos"/>
              </a:defRPr>
            </a:lvl5pPr>
            <a:lvl6pPr algn="r">
              <a:defRPr sz="975" b="1" i="0">
                <a:solidFill>
                  <a:srgbClr val="526B7F"/>
                </a:solidFill>
                <a:latin typeface="Aptos"/>
                <a:ea typeface="Aptos"/>
                <a:cs typeface="Aptos"/>
              </a:defRPr>
            </a:lvl6pPr>
            <a:lvl7pPr algn="r">
              <a:defRPr sz="975" b="1" i="0">
                <a:solidFill>
                  <a:srgbClr val="526B7F"/>
                </a:solidFill>
                <a:latin typeface="Aptos"/>
                <a:ea typeface="Aptos"/>
                <a:cs typeface="Aptos"/>
              </a:defRPr>
            </a:lvl7pPr>
            <a:lvl8pPr algn="r">
              <a:defRPr sz="975" b="1" i="0">
                <a:solidFill>
                  <a:srgbClr val="526B7F"/>
                </a:solidFill>
                <a:latin typeface="Aptos"/>
                <a:ea typeface="Aptos"/>
                <a:cs typeface="Aptos"/>
              </a:defRPr>
            </a:lvl8pPr>
            <a:lvl9pPr algn="r">
              <a:defRPr sz="975" b="1" i="0">
                <a:solidFill>
                  <a:srgbClr val="526B7F"/>
                </a:solidFill>
                <a:latin typeface="Aptos"/>
                <a:ea typeface="Aptos"/>
                <a:cs typeface="Aptos"/>
              </a:defRPr>
            </a:lvl9pPr>
          </a:lstStyle>
          <a:p xmlns:a="http://schemas.openxmlformats.org/drawingml/2006/main">
            <a:pPr algn="r">
              <a:defRPr sz="975" b="1" i="0">
                <a:solidFill>
                  <a:srgbClr val="526B7F"/>
                </a:solidFill>
                <a:latin typeface="Aptos"/>
                <a:ea typeface="Aptos"/>
                <a:cs typeface="Aptos"/>
              </a:defRPr>
            </a:pPr>
            <a:r>
              <a:rPr sz="975" b="1" i="0">
                <a:solidFill>
                  <a:srgbClr val="526B7F"/>
                </a:solidFill>
                <a:latin typeface="Aptos"/>
                <a:ea typeface="Aptos"/>
                <a:cs typeface="Aptos"/>
              </a:rPr>
              <a:t>05</a:t>
            </a:r>
          </a:p>
        </p:txBody>
      </p:sp>
    </p:spTree>
    <p:extLst>
      <p:ext uri="{BB962C8B-B14F-4D97-AF65-F5344CB8AC3E}">
        <p14:creationId xmlns:p14="http://schemas.microsoft.com/office/powerpoint/2010/main" val="129956035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itle-6">
            <a:extLst xmlns:a="http://schemas.openxmlformats.org/drawingml/2006/main">
              <a:ext uri="{FF2B5EF4-FFF2-40B4-BE49-F238E27FC236}">
                <a16:creationId xmlns:a16="http://schemas.microsoft.com/office/drawing/2014/main" id="{CD4A47DE-A6B4-420E-B3D6-8A6BB8834698}"/>
              </a:ext>
            </a:extLst>
          </p:cNvPr>
          <p:cNvSpPr>
            <a:spLocks xmlns:a="http://schemas.openxmlformats.org/drawingml/2006/main" noGrp="1"/>
          </p:cNvSpPr>
          <p:nvPr/>
        </p:nvSpPr>
        <p:spPr>
          <a:xfrm xmlns:a="http://schemas.openxmlformats.org/drawingml/2006/main">
            <a:off x="685800" y="5334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850" b="1" i="0">
                <a:solidFill>
                  <a:srgbClr val="003366"/>
                </a:solidFill>
                <a:latin typeface="Aptos"/>
                <a:ea typeface="Aptos"/>
                <a:cs typeface="Aptos"/>
              </a:defRPr>
            </a:defPPr>
            <a:lvl1pPr algn="l">
              <a:defRPr sz="2850" b="1" i="0">
                <a:solidFill>
                  <a:srgbClr val="003366"/>
                </a:solidFill>
                <a:latin typeface="Aptos"/>
                <a:ea typeface="Aptos"/>
                <a:cs typeface="Aptos"/>
              </a:defRPr>
            </a:lvl1pPr>
            <a:lvl2pPr algn="l">
              <a:defRPr sz="2850" b="1" i="0">
                <a:solidFill>
                  <a:srgbClr val="003366"/>
                </a:solidFill>
                <a:latin typeface="Aptos"/>
                <a:ea typeface="Aptos"/>
                <a:cs typeface="Aptos"/>
              </a:defRPr>
            </a:lvl2pPr>
            <a:lvl3pPr algn="l">
              <a:defRPr sz="2850" b="1" i="0">
                <a:solidFill>
                  <a:srgbClr val="003366"/>
                </a:solidFill>
                <a:latin typeface="Aptos"/>
                <a:ea typeface="Aptos"/>
                <a:cs typeface="Aptos"/>
              </a:defRPr>
            </a:lvl3pPr>
            <a:lvl4pPr algn="l">
              <a:defRPr sz="2850" b="1" i="0">
                <a:solidFill>
                  <a:srgbClr val="003366"/>
                </a:solidFill>
                <a:latin typeface="Aptos"/>
                <a:ea typeface="Aptos"/>
                <a:cs typeface="Aptos"/>
              </a:defRPr>
            </a:lvl4pPr>
            <a:lvl5pPr algn="l">
              <a:defRPr sz="2850" b="1" i="0">
                <a:solidFill>
                  <a:srgbClr val="003366"/>
                </a:solidFill>
                <a:latin typeface="Aptos"/>
                <a:ea typeface="Aptos"/>
                <a:cs typeface="Aptos"/>
              </a:defRPr>
            </a:lvl5pPr>
            <a:lvl6pPr algn="l">
              <a:defRPr sz="2850" b="1" i="0">
                <a:solidFill>
                  <a:srgbClr val="003366"/>
                </a:solidFill>
                <a:latin typeface="Aptos"/>
                <a:ea typeface="Aptos"/>
                <a:cs typeface="Aptos"/>
              </a:defRPr>
            </a:lvl6pPr>
            <a:lvl7pPr algn="l">
              <a:defRPr sz="2850" b="1" i="0">
                <a:solidFill>
                  <a:srgbClr val="003366"/>
                </a:solidFill>
                <a:latin typeface="Aptos"/>
                <a:ea typeface="Aptos"/>
                <a:cs typeface="Aptos"/>
              </a:defRPr>
            </a:lvl7pPr>
            <a:lvl8pPr algn="l">
              <a:defRPr sz="2850" b="1" i="0">
                <a:solidFill>
                  <a:srgbClr val="003366"/>
                </a:solidFill>
                <a:latin typeface="Aptos"/>
                <a:ea typeface="Aptos"/>
                <a:cs typeface="Aptos"/>
              </a:defRPr>
            </a:lvl8pPr>
            <a:lvl9pPr algn="l">
              <a:defRPr sz="2850" b="1" i="0">
                <a:solidFill>
                  <a:srgbClr val="003366"/>
                </a:solidFill>
                <a:latin typeface="Aptos"/>
                <a:ea typeface="Aptos"/>
                <a:cs typeface="Aptos"/>
              </a:defRPr>
            </a:lvl9pPr>
          </a:lstStyle>
          <a:p xmlns:a="http://schemas.openxmlformats.org/drawingml/2006/main">
            <a:pPr algn="l">
              <a:defRPr sz="2850" b="1" i="0">
                <a:solidFill>
                  <a:srgbClr val="003366"/>
                </a:solidFill>
                <a:latin typeface="Aptos"/>
                <a:ea typeface="Aptos"/>
                <a:cs typeface="Aptos"/>
              </a:defRPr>
            </a:pPr>
            <a:r>
              <a:rPr sz="2850" b="1" i="0">
                <a:solidFill>
                  <a:srgbClr val="003366"/>
                </a:solidFill>
                <a:latin typeface="Aptos"/>
                <a:ea typeface="Aptos"/>
                <a:cs typeface="Aptos"/>
              </a:rPr>
              <a:t>Vista de control con filtros y orden</a:t>
            </a:r>
          </a:p>
        </p:txBody>
      </p:sp>
      <p:sp>
        <p:nvSpPr>
          <p:cNvPr id="2" name="title-rule-6">
            <a:extLst xmlns:a="http://schemas.openxmlformats.org/drawingml/2006/main">
              <a:ext uri="{FF2B5EF4-FFF2-40B4-BE49-F238E27FC236}">
                <a16:creationId xmlns:a16="http://schemas.microsoft.com/office/drawing/2014/main" id="{FDB13A25-FBEE-40FF-AAD9-30C8DE21AC43}"/>
              </a:ext>
            </a:extLst>
          </p:cNvPr>
          <p:cNvSpPr>
            <a:spLocks xmlns:a="http://schemas.openxmlformats.org/drawingml/2006/main" noGrp="1"/>
          </p:cNvSpPr>
          <p:nvPr/>
        </p:nvSpPr>
        <p:spPr>
          <a:xfrm xmlns:a="http://schemas.openxmlformats.org/drawingml/2006/main">
            <a:off x="685800" y="1295400"/>
            <a:ext cx="1047750" cy="47625"/>
          </a:xfrm>
          <a:prstGeom xmlns:a="http://schemas.openxmlformats.org/drawingml/2006/main" prst="rect">
            <a:avLst/>
          </a:prstGeom>
          <a:solidFill xmlns:a="http://schemas.openxmlformats.org/drawingml/2006/main">
            <a:srgbClr val="19A7CE"/>
          </a:solidFill>
          <a:ln xmlns:a="http://schemas.openxmlformats.org/drawingml/2006/main" w="0">
            <a:noFill/>
            <a:prstDash val="solid"/>
          </a:ln>
        </p:spPr>
      </p:sp>
      <p:sp>
        <p:nvSpPr>
          <p:cNvPr id="3" name="subtitle-6">
            <a:extLst xmlns:a="http://schemas.openxmlformats.org/drawingml/2006/main">
              <a:ext uri="{FF2B5EF4-FFF2-40B4-BE49-F238E27FC236}">
                <a16:creationId xmlns:a16="http://schemas.microsoft.com/office/drawing/2014/main" id="{DD566BBA-731A-46D7-ABDC-3BDF085C7D82}"/>
              </a:ext>
            </a:extLst>
          </p:cNvPr>
          <p:cNvSpPr>
            <a:spLocks xmlns:a="http://schemas.openxmlformats.org/drawingml/2006/main" noGrp="1"/>
          </p:cNvSpPr>
          <p:nvPr/>
        </p:nvSpPr>
        <p:spPr>
          <a:xfrm xmlns:a="http://schemas.openxmlformats.org/drawingml/2006/main">
            <a:off x="685800" y="146685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0" i="0">
                <a:solidFill>
                  <a:srgbClr val="526B7F"/>
                </a:solidFill>
                <a:latin typeface="Aptos"/>
                <a:ea typeface="Aptos"/>
                <a:cs typeface="Aptos"/>
              </a:defRPr>
            </a:defPPr>
            <a:lvl1pPr algn="l">
              <a:defRPr sz="1425" b="0" i="0">
                <a:solidFill>
                  <a:srgbClr val="526B7F"/>
                </a:solidFill>
                <a:latin typeface="Aptos"/>
                <a:ea typeface="Aptos"/>
                <a:cs typeface="Aptos"/>
              </a:defRPr>
            </a:lvl1pPr>
            <a:lvl2pPr algn="l">
              <a:defRPr sz="1425" b="0" i="0">
                <a:solidFill>
                  <a:srgbClr val="526B7F"/>
                </a:solidFill>
                <a:latin typeface="Aptos"/>
                <a:ea typeface="Aptos"/>
                <a:cs typeface="Aptos"/>
              </a:defRPr>
            </a:lvl2pPr>
            <a:lvl3pPr algn="l">
              <a:defRPr sz="1425" b="0" i="0">
                <a:solidFill>
                  <a:srgbClr val="526B7F"/>
                </a:solidFill>
                <a:latin typeface="Aptos"/>
                <a:ea typeface="Aptos"/>
                <a:cs typeface="Aptos"/>
              </a:defRPr>
            </a:lvl3pPr>
            <a:lvl4pPr algn="l">
              <a:defRPr sz="1425" b="0" i="0">
                <a:solidFill>
                  <a:srgbClr val="526B7F"/>
                </a:solidFill>
                <a:latin typeface="Aptos"/>
                <a:ea typeface="Aptos"/>
                <a:cs typeface="Aptos"/>
              </a:defRPr>
            </a:lvl4pPr>
            <a:lvl5pPr algn="l">
              <a:defRPr sz="1425" b="0" i="0">
                <a:solidFill>
                  <a:srgbClr val="526B7F"/>
                </a:solidFill>
                <a:latin typeface="Aptos"/>
                <a:ea typeface="Aptos"/>
                <a:cs typeface="Aptos"/>
              </a:defRPr>
            </a:lvl5pPr>
            <a:lvl6pPr algn="l">
              <a:defRPr sz="1425" b="0" i="0">
                <a:solidFill>
                  <a:srgbClr val="526B7F"/>
                </a:solidFill>
                <a:latin typeface="Aptos"/>
                <a:ea typeface="Aptos"/>
                <a:cs typeface="Aptos"/>
              </a:defRPr>
            </a:lvl6pPr>
            <a:lvl7pPr algn="l">
              <a:defRPr sz="1425" b="0" i="0">
                <a:solidFill>
                  <a:srgbClr val="526B7F"/>
                </a:solidFill>
                <a:latin typeface="Aptos"/>
                <a:ea typeface="Aptos"/>
                <a:cs typeface="Aptos"/>
              </a:defRPr>
            </a:lvl7pPr>
            <a:lvl8pPr algn="l">
              <a:defRPr sz="1425" b="0" i="0">
                <a:solidFill>
                  <a:srgbClr val="526B7F"/>
                </a:solidFill>
                <a:latin typeface="Aptos"/>
                <a:ea typeface="Aptos"/>
                <a:cs typeface="Aptos"/>
              </a:defRPr>
            </a:lvl8pPr>
            <a:lvl9pPr algn="l">
              <a:defRPr sz="1425" b="0" i="0">
                <a:solidFill>
                  <a:srgbClr val="526B7F"/>
                </a:solidFill>
                <a:latin typeface="Aptos"/>
                <a:ea typeface="Aptos"/>
                <a:cs typeface="Aptos"/>
              </a:defRPr>
            </a:lvl9pPr>
          </a:lstStyle>
          <a:p xmlns:a="http://schemas.openxmlformats.org/drawingml/2006/main">
            <a:pPr algn="l">
              <a:defRPr sz="1425" b="0" i="0">
                <a:solidFill>
                  <a:srgbClr val="526B7F"/>
                </a:solidFill>
                <a:latin typeface="Aptos"/>
                <a:ea typeface="Aptos"/>
                <a:cs typeface="Aptos"/>
              </a:defRPr>
            </a:pPr>
            <a:r>
              <a:rPr sz="1425" b="0" i="0">
                <a:solidFill>
                  <a:srgbClr val="526B7F"/>
                </a:solidFill>
                <a:latin typeface="Aptos"/>
                <a:ea typeface="Aptos"/>
                <a:cs typeface="Aptos"/>
              </a:rPr>
              <a:t>El workbook no calcula un dashboard comercial automático.</a:t>
            </a:r>
          </a:p>
        </p:txBody>
      </p:sp>
      <p:graphicFrame>
        <p:nvGraphicFramePr>
          <p:cNvPr id="4" name="">
            <a:extLst xmlns:a="http://schemas.openxmlformats.org/drawingml/2006/main">
              <a:ext uri="{FF2B5EF4-FFF2-40B4-BE49-F238E27FC236}">
                <a16:creationId xmlns:a16="http://schemas.microsoft.com/office/drawing/2014/main" id="{6869E7BC-1F8A-4A74-8E73-C52DD22B8D05}"/>
              </a:ext>
            </a:extLst>
          </p:cNvPr>
          <p:cNvGraphicFramePr/>
          <p:nvPr/>
        </p:nvGraphicFramePr>
        <p:xfrm>
          <a:off xmlns:a="http://schemas.openxmlformats.org/drawingml/2006/main" x="1123950" y="2209800"/>
          <a:ext xmlns:a="http://schemas.openxmlformats.org/drawingml/2006/main" cx="9944100" cy="2781300"/>
        </p:xfrm>
        <a:graphic xmlns:a="http://schemas.openxmlformats.org/drawingml/2006/main">
          <a:graphicData uri="http://schemas.openxmlformats.org/drawingml/2006/table">
            <a:tbl>
              <a:tblPr/>
              <a:tblGrid>
                <a:gridCol w="1714500"/>
                <a:gridCol w="2095500"/>
                <a:gridCol w="3714750"/>
                <a:gridCol w="2419350"/>
              </a:tblGrid>
              <a:tr h="556260">
                <a:tc>
                  <a:txBody>
                    <a:bodyPr/>
                    <a:lstStyle/>
                    <a:p>
                      <a:pPr algn="ctr"/>
                      <a:r>
                        <a:rPr sz="1200" b="1">
                          <a:solidFill>
                            <a:srgbClr val="FFFFFF"/>
                          </a:solidFill>
                          <a:latin typeface="Aptos"/>
                          <a:ea typeface="Aptos"/>
                          <a:cs typeface="Aptos"/>
                        </a:rPr>
                        <a:t>Fecha próxima ↑</a:t>
                      </a:r>
                    </a:p>
                  </a:txBody>
                  <a:tcPr marL="91440" marR="91440" marT="45720" marB="45720">
                    <a:lnL w="9525">
                      <a:solidFill>
                        <a:srgbClr val="EAF4F8"/>
                      </a:solidFill>
                      <a:prstDash val="solid"/>
                    </a:lnL>
                    <a:lnR w="9525">
                      <a:solidFill>
                        <a:srgbClr val="EAF4F8"/>
                      </a:solidFill>
                      <a:prstDash val="solid"/>
                    </a:lnR>
                    <a:lnT w="9525">
                      <a:solidFill>
                        <a:srgbClr val="EAF4F8"/>
                      </a:solidFill>
                      <a:prstDash val="solid"/>
                    </a:lnT>
                    <a:lnB w="9525">
                      <a:solidFill>
                        <a:srgbClr val="EAF4F8"/>
                      </a:solidFill>
                      <a:prstDash val="solid"/>
                    </a:lnB>
                    <a:solidFill>
                      <a:srgbClr val="003366"/>
                    </a:solidFill>
                  </a:tcPr>
                </a:tc>
                <a:tc>
                  <a:txBody>
                    <a:bodyPr/>
                    <a:lstStyle/>
                    <a:p>
                      <a:pPr algn="ctr"/>
                      <a:r>
                        <a:rPr sz="1200" b="1">
                          <a:solidFill>
                            <a:srgbClr val="FFFFFF"/>
                          </a:solidFill>
                          <a:latin typeface="Aptos"/>
                          <a:ea typeface="Aptos"/>
                          <a:cs typeface="Aptos"/>
                        </a:rPr>
                        <a:t>Etapa ▾</a:t>
                      </a:r>
                    </a:p>
                  </a:txBody>
                  <a:tcPr marL="91440" marR="91440" marT="45720" marB="45720">
                    <a:lnR w="9525">
                      <a:solidFill>
                        <a:srgbClr val="EAF4F8"/>
                      </a:solidFill>
                      <a:prstDash val="solid"/>
                    </a:lnR>
                    <a:lnT w="9525">
                      <a:solidFill>
                        <a:srgbClr val="EAF4F8"/>
                      </a:solidFill>
                      <a:prstDash val="solid"/>
                    </a:lnT>
                    <a:lnB w="9525">
                      <a:solidFill>
                        <a:srgbClr val="EAF4F8"/>
                      </a:solidFill>
                      <a:prstDash val="solid"/>
                    </a:lnB>
                    <a:solidFill>
                      <a:srgbClr val="003366"/>
                    </a:solidFill>
                  </a:tcPr>
                </a:tc>
                <a:tc>
                  <a:txBody>
                    <a:bodyPr/>
                    <a:lstStyle/>
                    <a:p>
                      <a:pPr algn="ctr"/>
                      <a:r>
                        <a:rPr sz="1200" b="1">
                          <a:solidFill>
                            <a:srgbClr val="FFFFFF"/>
                          </a:solidFill>
                          <a:latin typeface="Aptos"/>
                          <a:ea typeface="Aptos"/>
                          <a:cs typeface="Aptos"/>
                        </a:rPr>
                        <a:t>Próximo paso</a:t>
                      </a:r>
                    </a:p>
                  </a:txBody>
                  <a:tcPr marL="91440" marR="91440" marT="45720" marB="45720">
                    <a:lnR w="9525">
                      <a:solidFill>
                        <a:srgbClr val="EAF4F8"/>
                      </a:solidFill>
                      <a:prstDash val="solid"/>
                    </a:lnR>
                    <a:lnT w="9525">
                      <a:solidFill>
                        <a:srgbClr val="EAF4F8"/>
                      </a:solidFill>
                      <a:prstDash val="solid"/>
                    </a:lnT>
                    <a:lnB w="9525">
                      <a:solidFill>
                        <a:srgbClr val="EAF4F8"/>
                      </a:solidFill>
                      <a:prstDash val="solid"/>
                    </a:lnB>
                    <a:solidFill>
                      <a:srgbClr val="003366"/>
                    </a:solidFill>
                  </a:tcPr>
                </a:tc>
                <a:tc>
                  <a:txBody>
                    <a:bodyPr/>
                    <a:lstStyle/>
                    <a:p>
                      <a:pPr algn="ctr"/>
                      <a:r>
                        <a:rPr sz="1200" b="1">
                          <a:solidFill>
                            <a:srgbClr val="FFFFFF"/>
                          </a:solidFill>
                          <a:latin typeface="Aptos"/>
                          <a:ea typeface="Aptos"/>
                          <a:cs typeface="Aptos"/>
                        </a:rPr>
                        <a:t>Responsable</a:t>
                      </a:r>
                    </a:p>
                  </a:txBody>
                  <a:tcPr marL="91440" marR="91440" marT="45720" marB="45720">
                    <a:lnR w="9525">
                      <a:solidFill>
                        <a:srgbClr val="EAF4F8"/>
                      </a:solidFill>
                      <a:prstDash val="solid"/>
                    </a:lnR>
                    <a:lnT w="9525">
                      <a:solidFill>
                        <a:srgbClr val="EAF4F8"/>
                      </a:solidFill>
                      <a:prstDash val="solid"/>
                    </a:lnT>
                    <a:lnB w="9525">
                      <a:solidFill>
                        <a:srgbClr val="EAF4F8"/>
                      </a:solidFill>
                      <a:prstDash val="solid"/>
                    </a:lnB>
                    <a:solidFill>
                      <a:srgbClr val="003366"/>
                    </a:solidFill>
                  </a:tcPr>
                </a:tc>
              </a:tr>
              <a:tr h="556260">
                <a:tc>
                  <a:txBody>
                    <a:bodyPr/>
                    <a:lstStyle/>
                    <a:p>
                      <a:r>
                        <a:rPr sz="1200">
                          <a:solidFill>
                            <a:srgbClr val="17324D"/>
                          </a:solidFill>
                          <a:latin typeface="Aptos"/>
                          <a:ea typeface="Aptos"/>
                          <a:cs typeface="Aptos"/>
                        </a:rPr>
                        <a:t>29-10-2026</a:t>
                      </a:r>
                    </a:p>
                  </a:txBody>
                  <a:tcPr marL="91440" marR="91440" marT="45720" marB="45720">
                    <a:lnL w="9525">
                      <a:solidFill>
                        <a:srgbClr val="EAF4F8"/>
                      </a:solidFill>
                      <a:prstDash val="solid"/>
                    </a:lnL>
                    <a:lnR w="9525">
                      <a:solidFill>
                        <a:srgbClr val="EAF4F8"/>
                      </a:solidFill>
                      <a:prstDash val="solid"/>
                    </a:lnR>
                    <a:lnB w="9525">
                      <a:solidFill>
                        <a:srgbClr val="EAF4F8"/>
                      </a:solidFill>
                      <a:prstDash val="solid"/>
                    </a:lnB>
                    <a:solidFill>
                      <a:srgbClr val="F5F9FB"/>
                    </a:solidFill>
                  </a:tcPr>
                </a:tc>
                <a:tc>
                  <a:txBody>
                    <a:bodyPr/>
                    <a:lstStyle/>
                    <a:p>
                      <a:r>
                        <a:rPr sz="1200">
                          <a:solidFill>
                            <a:srgbClr val="17324D"/>
                          </a:solidFill>
                          <a:latin typeface="Aptos"/>
                          <a:ea typeface="Aptos"/>
                          <a:cs typeface="Aptos"/>
                        </a:rPr>
                        <a:t>Nuevo</a:t>
                      </a:r>
                    </a:p>
                  </a:txBody>
                  <a:tcPr marL="91440" marR="91440" marT="45720" marB="45720">
                    <a:lnR w="9525">
                      <a:solidFill>
                        <a:srgbClr val="EAF4F8"/>
                      </a:solidFill>
                      <a:prstDash val="solid"/>
                    </a:lnR>
                    <a:lnB w="9525">
                      <a:solidFill>
                        <a:srgbClr val="EAF4F8"/>
                      </a:solidFill>
                      <a:prstDash val="solid"/>
                    </a:lnB>
                    <a:solidFill>
                      <a:srgbClr val="F5F9FB"/>
                    </a:solidFill>
                  </a:tcPr>
                </a:tc>
                <a:tc>
                  <a:txBody>
                    <a:bodyPr/>
                    <a:lstStyle/>
                    <a:p>
                      <a:r>
                        <a:rPr sz="1200">
                          <a:solidFill>
                            <a:srgbClr val="17324D"/>
                          </a:solidFill>
                          <a:latin typeface="Aptos"/>
                          <a:ea typeface="Aptos"/>
                          <a:cs typeface="Aptos"/>
                        </a:rPr>
                        <a:t>Revisar datos mínimos</a:t>
                      </a:r>
                    </a:p>
                  </a:txBody>
                  <a:tcPr marL="91440" marR="91440" marT="45720" marB="45720">
                    <a:lnR w="9525">
                      <a:solidFill>
                        <a:srgbClr val="EAF4F8"/>
                      </a:solidFill>
                      <a:prstDash val="solid"/>
                    </a:lnR>
                    <a:lnB w="9525">
                      <a:solidFill>
                        <a:srgbClr val="EAF4F8"/>
                      </a:solidFill>
                      <a:prstDash val="solid"/>
                    </a:lnB>
                    <a:solidFill>
                      <a:srgbClr val="F5F9FB"/>
                    </a:solidFill>
                  </a:tcPr>
                </a:tc>
                <a:tc>
                  <a:txBody>
                    <a:bodyPr/>
                    <a:lstStyle/>
                    <a:p>
                      <a:r>
                        <a:rPr sz="1200">
                          <a:solidFill>
                            <a:srgbClr val="17324D"/>
                          </a:solidFill>
                          <a:latin typeface="Aptos"/>
                          <a:ea typeface="Aptos"/>
                          <a:cs typeface="Aptos"/>
                        </a:rPr>
                        <a:t>Admisión</a:t>
                      </a:r>
                    </a:p>
                  </a:txBody>
                  <a:tcPr marL="91440" marR="91440" marT="45720" marB="45720">
                    <a:lnR w="9525">
                      <a:solidFill>
                        <a:srgbClr val="EAF4F8"/>
                      </a:solidFill>
                      <a:prstDash val="solid"/>
                    </a:lnR>
                    <a:lnB w="9525">
                      <a:solidFill>
                        <a:srgbClr val="EAF4F8"/>
                      </a:solidFill>
                      <a:prstDash val="solid"/>
                    </a:lnB>
                    <a:solidFill>
                      <a:srgbClr val="F5F9FB"/>
                    </a:solidFill>
                  </a:tcPr>
                </a:tc>
              </a:tr>
              <a:tr h="556260">
                <a:tc>
                  <a:txBody>
                    <a:bodyPr/>
                    <a:lstStyle/>
                    <a:p>
                      <a:r>
                        <a:rPr sz="1200">
                          <a:solidFill>
                            <a:srgbClr val="17324D"/>
                          </a:solidFill>
                          <a:latin typeface="Aptos"/>
                          <a:ea typeface="Aptos"/>
                          <a:cs typeface="Aptos"/>
                        </a:rPr>
                        <a:t>30-10-2026</a:t>
                      </a:r>
                    </a:p>
                  </a:txBody>
                  <a:tcPr marL="91440" marR="91440" marT="45720" marB="45720">
                    <a:lnL w="9525">
                      <a:solidFill>
                        <a:srgbClr val="EAF4F8"/>
                      </a:solidFill>
                      <a:prstDash val="solid"/>
                    </a:lnL>
                    <a:lnR w="9525">
                      <a:solidFill>
                        <a:srgbClr val="EAF4F8"/>
                      </a:solidFill>
                      <a:prstDash val="solid"/>
                    </a:lnR>
                    <a:lnB w="9525">
                      <a:solidFill>
                        <a:srgbClr val="EAF4F8"/>
                      </a:solidFill>
                      <a:prstDash val="solid"/>
                    </a:lnB>
                    <a:solidFill>
                      <a:srgbClr val="F5F9FB"/>
                    </a:solidFill>
                  </a:tcPr>
                </a:tc>
                <a:tc>
                  <a:txBody>
                    <a:bodyPr/>
                    <a:lstStyle/>
                    <a:p>
                      <a:r>
                        <a:rPr sz="1200">
                          <a:solidFill>
                            <a:srgbClr val="17324D"/>
                          </a:solidFill>
                          <a:latin typeface="Aptos"/>
                          <a:ea typeface="Aptos"/>
                          <a:cs typeface="Aptos"/>
                        </a:rPr>
                        <a:t>Contactado</a:t>
                      </a:r>
                    </a:p>
                  </a:txBody>
                  <a:tcPr marL="91440" marR="91440" marT="45720" marB="45720">
                    <a:lnR w="9525">
                      <a:solidFill>
                        <a:srgbClr val="EAF4F8"/>
                      </a:solidFill>
                      <a:prstDash val="solid"/>
                    </a:lnR>
                    <a:lnB w="9525">
                      <a:solidFill>
                        <a:srgbClr val="EAF4F8"/>
                      </a:solidFill>
                      <a:prstDash val="solid"/>
                    </a:lnB>
                    <a:solidFill>
                      <a:srgbClr val="F5F9FB"/>
                    </a:solidFill>
                  </a:tcPr>
                </a:tc>
                <a:tc>
                  <a:txBody>
                    <a:bodyPr/>
                    <a:lstStyle/>
                    <a:p>
                      <a:r>
                        <a:rPr sz="1200">
                          <a:solidFill>
                            <a:srgbClr val="17324D"/>
                          </a:solidFill>
                          <a:latin typeface="Aptos"/>
                          <a:ea typeface="Aptos"/>
                          <a:cs typeface="Aptos"/>
                        </a:rPr>
                        <a:t>Preparar borrador de respuesta</a:t>
                      </a:r>
                    </a:p>
                  </a:txBody>
                  <a:tcPr marL="91440" marR="91440" marT="45720" marB="45720">
                    <a:lnR w="9525">
                      <a:solidFill>
                        <a:srgbClr val="EAF4F8"/>
                      </a:solidFill>
                      <a:prstDash val="solid"/>
                    </a:lnR>
                    <a:lnB w="9525">
                      <a:solidFill>
                        <a:srgbClr val="EAF4F8"/>
                      </a:solidFill>
                      <a:prstDash val="solid"/>
                    </a:lnB>
                    <a:solidFill>
                      <a:srgbClr val="F5F9FB"/>
                    </a:solidFill>
                  </a:tcPr>
                </a:tc>
                <a:tc>
                  <a:txBody>
                    <a:bodyPr/>
                    <a:lstStyle/>
                    <a:p>
                      <a:r>
                        <a:rPr sz="1200">
                          <a:solidFill>
                            <a:srgbClr val="17324D"/>
                          </a:solidFill>
                          <a:latin typeface="Aptos"/>
                          <a:ea typeface="Aptos"/>
                          <a:cs typeface="Aptos"/>
                        </a:rPr>
                        <a:t>Ventas</a:t>
                      </a:r>
                    </a:p>
                  </a:txBody>
                  <a:tcPr marL="91440" marR="91440" marT="45720" marB="45720">
                    <a:lnR w="9525">
                      <a:solidFill>
                        <a:srgbClr val="EAF4F8"/>
                      </a:solidFill>
                      <a:prstDash val="solid"/>
                    </a:lnR>
                    <a:lnB w="9525">
                      <a:solidFill>
                        <a:srgbClr val="EAF4F8"/>
                      </a:solidFill>
                      <a:prstDash val="solid"/>
                    </a:lnB>
                    <a:solidFill>
                      <a:srgbClr val="F5F9FB"/>
                    </a:solidFill>
                  </a:tcPr>
                </a:tc>
              </a:tr>
              <a:tr h="556260">
                <a:tc>
                  <a:txBody>
                    <a:bodyPr/>
                    <a:lstStyle/>
                    <a:p>
                      <a:r>
                        <a:rPr sz="1200">
                          <a:solidFill>
                            <a:srgbClr val="17324D"/>
                          </a:solidFill>
                          <a:latin typeface="Aptos"/>
                          <a:ea typeface="Aptos"/>
                          <a:cs typeface="Aptos"/>
                        </a:rPr>
                        <a:t>31-10-2026</a:t>
                      </a:r>
                    </a:p>
                  </a:txBody>
                  <a:tcPr marL="91440" marR="91440" marT="45720" marB="45720">
                    <a:lnL w="9525">
                      <a:solidFill>
                        <a:srgbClr val="EAF4F8"/>
                      </a:solidFill>
                      <a:prstDash val="solid"/>
                    </a:lnL>
                    <a:lnR w="9525">
                      <a:solidFill>
                        <a:srgbClr val="EAF4F8"/>
                      </a:solidFill>
                      <a:prstDash val="solid"/>
                    </a:lnR>
                    <a:lnB w="9525">
                      <a:solidFill>
                        <a:srgbClr val="EAF4F8"/>
                      </a:solidFill>
                      <a:prstDash val="solid"/>
                    </a:lnB>
                    <a:solidFill>
                      <a:srgbClr val="F5F9FB"/>
                    </a:solidFill>
                  </a:tcPr>
                </a:tc>
                <a:tc>
                  <a:txBody>
                    <a:bodyPr/>
                    <a:lstStyle/>
                    <a:p>
                      <a:r>
                        <a:rPr sz="1200">
                          <a:solidFill>
                            <a:srgbClr val="17324D"/>
                          </a:solidFill>
                          <a:latin typeface="Aptos"/>
                          <a:ea typeface="Aptos"/>
                          <a:cs typeface="Aptos"/>
                        </a:rPr>
                        <a:t>Calificado</a:t>
                      </a:r>
                    </a:p>
                  </a:txBody>
                  <a:tcPr marL="91440" marR="91440" marT="45720" marB="45720">
                    <a:lnR w="9525">
                      <a:solidFill>
                        <a:srgbClr val="EAF4F8"/>
                      </a:solidFill>
                      <a:prstDash val="solid"/>
                    </a:lnR>
                    <a:lnB w="9525">
                      <a:solidFill>
                        <a:srgbClr val="EAF4F8"/>
                      </a:solidFill>
                      <a:prstDash val="solid"/>
                    </a:lnB>
                    <a:solidFill>
                      <a:srgbClr val="F5F9FB"/>
                    </a:solidFill>
                  </a:tcPr>
                </a:tc>
                <a:tc>
                  <a:txBody>
                    <a:bodyPr/>
                    <a:lstStyle/>
                    <a:p>
                      <a:r>
                        <a:rPr sz="1200">
                          <a:solidFill>
                            <a:srgbClr val="17324D"/>
                          </a:solidFill>
                          <a:latin typeface="Aptos"/>
                          <a:ea typeface="Aptos"/>
                          <a:cs typeface="Aptos"/>
                        </a:rPr>
                        <a:t>Definir alternativa de curso</a:t>
                      </a:r>
                    </a:p>
                  </a:txBody>
                  <a:tcPr marL="91440" marR="91440" marT="45720" marB="45720">
                    <a:lnR w="9525">
                      <a:solidFill>
                        <a:srgbClr val="EAF4F8"/>
                      </a:solidFill>
                      <a:prstDash val="solid"/>
                    </a:lnR>
                    <a:lnB w="9525">
                      <a:solidFill>
                        <a:srgbClr val="EAF4F8"/>
                      </a:solidFill>
                      <a:prstDash val="solid"/>
                    </a:lnB>
                    <a:solidFill>
                      <a:srgbClr val="F5F9FB"/>
                    </a:solidFill>
                  </a:tcPr>
                </a:tc>
                <a:tc>
                  <a:txBody>
                    <a:bodyPr/>
                    <a:lstStyle/>
                    <a:p>
                      <a:r>
                        <a:rPr sz="1200">
                          <a:solidFill>
                            <a:srgbClr val="17324D"/>
                          </a:solidFill>
                          <a:latin typeface="Aptos"/>
                          <a:ea typeface="Aptos"/>
                          <a:cs typeface="Aptos"/>
                        </a:rPr>
                        <a:t>Coordinación</a:t>
                      </a:r>
                    </a:p>
                  </a:txBody>
                  <a:tcPr marL="91440" marR="91440" marT="45720" marB="45720">
                    <a:lnR w="9525">
                      <a:solidFill>
                        <a:srgbClr val="EAF4F8"/>
                      </a:solidFill>
                      <a:prstDash val="solid"/>
                    </a:lnR>
                    <a:lnB w="9525">
                      <a:solidFill>
                        <a:srgbClr val="EAF4F8"/>
                      </a:solidFill>
                      <a:prstDash val="solid"/>
                    </a:lnB>
                    <a:solidFill>
                      <a:srgbClr val="F5F9FB"/>
                    </a:solidFill>
                  </a:tcPr>
                </a:tc>
              </a:tr>
              <a:tr h="556260">
                <a:tc>
                  <a:txBody>
                    <a:bodyPr/>
                    <a:lstStyle/>
                    <a:p>
                      <a:r>
                        <a:rPr sz="1200">
                          <a:solidFill>
                            <a:srgbClr val="17324D"/>
                          </a:solidFill>
                          <a:latin typeface="Aptos"/>
                          <a:ea typeface="Aptos"/>
                          <a:cs typeface="Aptos"/>
                        </a:rPr>
                        <a:t>01-11-2026</a:t>
                      </a:r>
                    </a:p>
                  </a:txBody>
                  <a:tcPr marL="91440" marR="91440" marT="45720" marB="45720">
                    <a:lnL w="9525">
                      <a:solidFill>
                        <a:srgbClr val="EAF4F8"/>
                      </a:solidFill>
                      <a:prstDash val="solid"/>
                    </a:lnL>
                    <a:lnR w="9525">
                      <a:solidFill>
                        <a:srgbClr val="EAF4F8"/>
                      </a:solidFill>
                      <a:prstDash val="solid"/>
                    </a:lnR>
                    <a:lnB w="9525">
                      <a:solidFill>
                        <a:srgbClr val="EAF4F8"/>
                      </a:solidFill>
                      <a:prstDash val="solid"/>
                    </a:lnB>
                    <a:solidFill>
                      <a:srgbClr val="F5F9FB"/>
                    </a:solidFill>
                  </a:tcPr>
                </a:tc>
                <a:tc>
                  <a:txBody>
                    <a:bodyPr/>
                    <a:lstStyle/>
                    <a:p>
                      <a:r>
                        <a:rPr sz="1200">
                          <a:solidFill>
                            <a:srgbClr val="17324D"/>
                          </a:solidFill>
                          <a:latin typeface="Aptos"/>
                          <a:ea typeface="Aptos"/>
                          <a:cs typeface="Aptos"/>
                        </a:rPr>
                        <a:t>Oferta</a:t>
                      </a:r>
                    </a:p>
                  </a:txBody>
                  <a:tcPr marL="91440" marR="91440" marT="45720" marB="45720">
                    <a:lnR w="9525">
                      <a:solidFill>
                        <a:srgbClr val="EAF4F8"/>
                      </a:solidFill>
                      <a:prstDash val="solid"/>
                    </a:lnR>
                    <a:lnB w="9525">
                      <a:solidFill>
                        <a:srgbClr val="EAF4F8"/>
                      </a:solidFill>
                      <a:prstDash val="solid"/>
                    </a:lnB>
                    <a:solidFill>
                      <a:srgbClr val="F5F9FB"/>
                    </a:solidFill>
                  </a:tcPr>
                </a:tc>
                <a:tc>
                  <a:txBody>
                    <a:bodyPr/>
                    <a:lstStyle/>
                    <a:p>
                      <a:r>
                        <a:rPr sz="1200">
                          <a:solidFill>
                            <a:srgbClr val="17324D"/>
                          </a:solidFill>
                          <a:latin typeface="Aptos"/>
                          <a:ea typeface="Aptos"/>
                          <a:cs typeface="Aptos"/>
                        </a:rPr>
                        <a:t>Evaluar propuesta internamente</a:t>
                      </a:r>
                    </a:p>
                  </a:txBody>
                  <a:tcPr marL="91440" marR="91440" marT="45720" marB="45720">
                    <a:lnR w="9525">
                      <a:solidFill>
                        <a:srgbClr val="EAF4F8"/>
                      </a:solidFill>
                      <a:prstDash val="solid"/>
                    </a:lnR>
                    <a:lnB w="9525">
                      <a:solidFill>
                        <a:srgbClr val="EAF4F8"/>
                      </a:solidFill>
                      <a:prstDash val="solid"/>
                    </a:lnB>
                    <a:solidFill>
                      <a:srgbClr val="F5F9FB"/>
                    </a:solidFill>
                  </a:tcPr>
                </a:tc>
                <a:tc>
                  <a:txBody>
                    <a:bodyPr/>
                    <a:lstStyle/>
                    <a:p>
                      <a:r>
                        <a:rPr sz="1200">
                          <a:solidFill>
                            <a:srgbClr val="17324D"/>
                          </a:solidFill>
                          <a:latin typeface="Aptos"/>
                          <a:ea typeface="Aptos"/>
                          <a:cs typeface="Aptos"/>
                        </a:rPr>
                        <a:t>Dirección</a:t>
                      </a:r>
                    </a:p>
                  </a:txBody>
                  <a:tcPr marL="91440" marR="91440" marT="45720" marB="45720">
                    <a:lnR w="9525">
                      <a:solidFill>
                        <a:srgbClr val="EAF4F8"/>
                      </a:solidFill>
                      <a:prstDash val="solid"/>
                    </a:lnR>
                    <a:lnB w="9525">
                      <a:solidFill>
                        <a:srgbClr val="EAF4F8"/>
                      </a:solidFill>
                      <a:prstDash val="solid"/>
                    </a:lnB>
                    <a:solidFill>
                      <a:srgbClr val="F5F9FB"/>
                    </a:solidFill>
                  </a:tcPr>
                </a:tc>
              </a:tr>
            </a:tbl>
          </a:graphicData>
        </a:graphic>
      </p:graphicFrame>
      <p:sp>
        <p:nvSpPr>
          <p:cNvPr id="5" name="view-filter-box">
            <a:extLst xmlns:a="http://schemas.openxmlformats.org/drawingml/2006/main">
              <a:ext uri="{FF2B5EF4-FFF2-40B4-BE49-F238E27FC236}">
                <a16:creationId xmlns:a16="http://schemas.microsoft.com/office/drawing/2014/main" id="{91C0CA3E-C068-47EE-A729-A6828863C96F}"/>
              </a:ext>
            </a:extLst>
          </p:cNvPr>
          <p:cNvSpPr>
            <a:spLocks xmlns:a="http://schemas.openxmlformats.org/drawingml/2006/main" noGrp="1"/>
          </p:cNvSpPr>
          <p:nvPr/>
        </p:nvSpPr>
        <p:spPr>
          <a:xfrm xmlns:a="http://schemas.openxmlformats.org/drawingml/2006/main">
            <a:off x="1657350" y="5372100"/>
            <a:ext cx="3429000" cy="361950"/>
          </a:xfrm>
          <a:prstGeom xmlns:a="http://schemas.openxmlformats.org/drawingml/2006/main" prst="roundRect">
            <a:avLst>
              <a:gd name="adj" fmla="val 21053"/>
            </a:avLst>
          </a:prstGeom>
          <a:solidFill xmlns:a="http://schemas.openxmlformats.org/drawingml/2006/main">
            <a:srgbClr val="19A7CE"/>
          </a:solidFill>
          <a:ln xmlns:a="http://schemas.openxmlformats.org/drawingml/2006/main" w="0">
            <a:noFill/>
            <a:prstDash val="solid"/>
          </a:ln>
        </p:spPr>
      </p:sp>
      <p:sp>
        <p:nvSpPr>
          <p:cNvPr id="6" name="view-filter-text">
            <a:extLst xmlns:a="http://schemas.openxmlformats.org/drawingml/2006/main">
              <a:ext uri="{FF2B5EF4-FFF2-40B4-BE49-F238E27FC236}">
                <a16:creationId xmlns:a16="http://schemas.microsoft.com/office/drawing/2014/main" id="{78F5D9EB-8FF9-4719-A82D-F1F50E4E5438}"/>
              </a:ext>
            </a:extLst>
          </p:cNvPr>
          <p:cNvSpPr>
            <a:spLocks xmlns:a="http://schemas.openxmlformats.org/drawingml/2006/main" noGrp="1"/>
          </p:cNvSpPr>
          <p:nvPr/>
        </p:nvSpPr>
        <p:spPr>
          <a:xfrm xmlns:a="http://schemas.openxmlformats.org/drawingml/2006/main">
            <a:off x="1771650" y="5438775"/>
            <a:ext cx="3200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FFFFFF"/>
                </a:solidFill>
                <a:latin typeface="Aptos"/>
                <a:ea typeface="Aptos"/>
                <a:cs typeface="Aptos"/>
              </a:defRPr>
            </a:defPPr>
            <a:lvl1pPr algn="ctr">
              <a:defRPr sz="1125" b="1" i="0">
                <a:solidFill>
                  <a:srgbClr val="FFFFFF"/>
                </a:solidFill>
                <a:latin typeface="Aptos"/>
                <a:ea typeface="Aptos"/>
                <a:cs typeface="Aptos"/>
              </a:defRPr>
            </a:lvl1pPr>
            <a:lvl2pPr algn="ctr">
              <a:defRPr sz="1125" b="1" i="0">
                <a:solidFill>
                  <a:srgbClr val="FFFFFF"/>
                </a:solidFill>
                <a:latin typeface="Aptos"/>
                <a:ea typeface="Aptos"/>
                <a:cs typeface="Aptos"/>
              </a:defRPr>
            </a:lvl2pPr>
            <a:lvl3pPr algn="ctr">
              <a:defRPr sz="1125" b="1" i="0">
                <a:solidFill>
                  <a:srgbClr val="FFFFFF"/>
                </a:solidFill>
                <a:latin typeface="Aptos"/>
                <a:ea typeface="Aptos"/>
                <a:cs typeface="Aptos"/>
              </a:defRPr>
            </a:lvl3pPr>
            <a:lvl4pPr algn="ctr">
              <a:defRPr sz="1125" b="1" i="0">
                <a:solidFill>
                  <a:srgbClr val="FFFFFF"/>
                </a:solidFill>
                <a:latin typeface="Aptos"/>
                <a:ea typeface="Aptos"/>
                <a:cs typeface="Aptos"/>
              </a:defRPr>
            </a:lvl4pPr>
            <a:lvl5pPr algn="ctr">
              <a:defRPr sz="1125" b="1" i="0">
                <a:solidFill>
                  <a:srgbClr val="FFFFFF"/>
                </a:solidFill>
                <a:latin typeface="Aptos"/>
                <a:ea typeface="Aptos"/>
                <a:cs typeface="Aptos"/>
              </a:defRPr>
            </a:lvl5pPr>
            <a:lvl6pPr algn="ctr">
              <a:defRPr sz="1125" b="1" i="0">
                <a:solidFill>
                  <a:srgbClr val="FFFFFF"/>
                </a:solidFill>
                <a:latin typeface="Aptos"/>
                <a:ea typeface="Aptos"/>
                <a:cs typeface="Aptos"/>
              </a:defRPr>
            </a:lvl6pPr>
            <a:lvl7pPr algn="ctr">
              <a:defRPr sz="1125" b="1" i="0">
                <a:solidFill>
                  <a:srgbClr val="FFFFFF"/>
                </a:solidFill>
                <a:latin typeface="Aptos"/>
                <a:ea typeface="Aptos"/>
                <a:cs typeface="Aptos"/>
              </a:defRPr>
            </a:lvl7pPr>
            <a:lvl8pPr algn="ctr">
              <a:defRPr sz="1125" b="1" i="0">
                <a:solidFill>
                  <a:srgbClr val="FFFFFF"/>
                </a:solidFill>
                <a:latin typeface="Aptos"/>
                <a:ea typeface="Aptos"/>
                <a:cs typeface="Aptos"/>
              </a:defRPr>
            </a:lvl8pPr>
            <a:lvl9pPr algn="ctr">
              <a:defRPr sz="1125" b="1" i="0">
                <a:solidFill>
                  <a:srgbClr val="FFFFFF"/>
                </a:solidFill>
                <a:latin typeface="Aptos"/>
                <a:ea typeface="Aptos"/>
                <a:cs typeface="Aptos"/>
              </a:defRPr>
            </a:lvl9pPr>
          </a:lstStyle>
          <a:p xmlns:a="http://schemas.openxmlformats.org/drawingml/2006/main">
            <a:pPr algn="ctr">
              <a:defRPr sz="1125" b="1" i="0">
                <a:solidFill>
                  <a:srgbClr val="FFFFFF"/>
                </a:solidFill>
                <a:latin typeface="Aptos"/>
                <a:ea typeface="Aptos"/>
                <a:cs typeface="Aptos"/>
              </a:defRPr>
            </a:pPr>
            <a:r>
              <a:rPr sz="1125" b="1" i="0">
                <a:solidFill>
                  <a:srgbClr val="FFFFFF"/>
                </a:solidFill>
                <a:latin typeface="Aptos"/>
                <a:ea typeface="Aptos"/>
                <a:cs typeface="Aptos"/>
              </a:rPr>
              <a:t>1  FILTRAR POR ETAPA</a:t>
            </a:r>
          </a:p>
        </p:txBody>
      </p:sp>
      <p:sp>
        <p:nvSpPr>
          <p:cNvPr id="7" name="view-order-box">
            <a:extLst xmlns:a="http://schemas.openxmlformats.org/drawingml/2006/main">
              <a:ext uri="{FF2B5EF4-FFF2-40B4-BE49-F238E27FC236}">
                <a16:creationId xmlns:a16="http://schemas.microsoft.com/office/drawing/2014/main" id="{0A8C65C7-7297-4554-AF48-ACC34DE1D095}"/>
              </a:ext>
            </a:extLst>
          </p:cNvPr>
          <p:cNvSpPr>
            <a:spLocks xmlns:a="http://schemas.openxmlformats.org/drawingml/2006/main" noGrp="1"/>
          </p:cNvSpPr>
          <p:nvPr/>
        </p:nvSpPr>
        <p:spPr>
          <a:xfrm xmlns:a="http://schemas.openxmlformats.org/drawingml/2006/main">
            <a:off x="7105650" y="5372100"/>
            <a:ext cx="3429000" cy="361950"/>
          </a:xfrm>
          <a:prstGeom xmlns:a="http://schemas.openxmlformats.org/drawingml/2006/main" prst="roundRect">
            <a:avLst>
              <a:gd name="adj" fmla="val 21053"/>
            </a:avLst>
          </a:prstGeom>
          <a:solidFill xmlns:a="http://schemas.openxmlformats.org/drawingml/2006/main">
            <a:srgbClr val="4A8F77"/>
          </a:solidFill>
          <a:ln xmlns:a="http://schemas.openxmlformats.org/drawingml/2006/main" w="0">
            <a:noFill/>
            <a:prstDash val="solid"/>
          </a:ln>
        </p:spPr>
      </p:sp>
      <p:sp>
        <p:nvSpPr>
          <p:cNvPr id="8" name="view-order-text">
            <a:extLst xmlns:a="http://schemas.openxmlformats.org/drawingml/2006/main">
              <a:ext uri="{FF2B5EF4-FFF2-40B4-BE49-F238E27FC236}">
                <a16:creationId xmlns:a16="http://schemas.microsoft.com/office/drawing/2014/main" id="{C82009AD-5BA9-4A95-BAEF-F4F6B713E833}"/>
              </a:ext>
            </a:extLst>
          </p:cNvPr>
          <p:cNvSpPr>
            <a:spLocks xmlns:a="http://schemas.openxmlformats.org/drawingml/2006/main" noGrp="1"/>
          </p:cNvSpPr>
          <p:nvPr/>
        </p:nvSpPr>
        <p:spPr>
          <a:xfrm xmlns:a="http://schemas.openxmlformats.org/drawingml/2006/main">
            <a:off x="7219950" y="5438775"/>
            <a:ext cx="3200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FFFFFF"/>
                </a:solidFill>
                <a:latin typeface="Aptos"/>
                <a:ea typeface="Aptos"/>
                <a:cs typeface="Aptos"/>
              </a:defRPr>
            </a:defPPr>
            <a:lvl1pPr algn="ctr">
              <a:defRPr sz="1125" b="1" i="0">
                <a:solidFill>
                  <a:srgbClr val="FFFFFF"/>
                </a:solidFill>
                <a:latin typeface="Aptos"/>
                <a:ea typeface="Aptos"/>
                <a:cs typeface="Aptos"/>
              </a:defRPr>
            </a:lvl1pPr>
            <a:lvl2pPr algn="ctr">
              <a:defRPr sz="1125" b="1" i="0">
                <a:solidFill>
                  <a:srgbClr val="FFFFFF"/>
                </a:solidFill>
                <a:latin typeface="Aptos"/>
                <a:ea typeface="Aptos"/>
                <a:cs typeface="Aptos"/>
              </a:defRPr>
            </a:lvl2pPr>
            <a:lvl3pPr algn="ctr">
              <a:defRPr sz="1125" b="1" i="0">
                <a:solidFill>
                  <a:srgbClr val="FFFFFF"/>
                </a:solidFill>
                <a:latin typeface="Aptos"/>
                <a:ea typeface="Aptos"/>
                <a:cs typeface="Aptos"/>
              </a:defRPr>
            </a:lvl3pPr>
            <a:lvl4pPr algn="ctr">
              <a:defRPr sz="1125" b="1" i="0">
                <a:solidFill>
                  <a:srgbClr val="FFFFFF"/>
                </a:solidFill>
                <a:latin typeface="Aptos"/>
                <a:ea typeface="Aptos"/>
                <a:cs typeface="Aptos"/>
              </a:defRPr>
            </a:lvl4pPr>
            <a:lvl5pPr algn="ctr">
              <a:defRPr sz="1125" b="1" i="0">
                <a:solidFill>
                  <a:srgbClr val="FFFFFF"/>
                </a:solidFill>
                <a:latin typeface="Aptos"/>
                <a:ea typeface="Aptos"/>
                <a:cs typeface="Aptos"/>
              </a:defRPr>
            </a:lvl5pPr>
            <a:lvl6pPr algn="ctr">
              <a:defRPr sz="1125" b="1" i="0">
                <a:solidFill>
                  <a:srgbClr val="FFFFFF"/>
                </a:solidFill>
                <a:latin typeface="Aptos"/>
                <a:ea typeface="Aptos"/>
                <a:cs typeface="Aptos"/>
              </a:defRPr>
            </a:lvl6pPr>
            <a:lvl7pPr algn="ctr">
              <a:defRPr sz="1125" b="1" i="0">
                <a:solidFill>
                  <a:srgbClr val="FFFFFF"/>
                </a:solidFill>
                <a:latin typeface="Aptos"/>
                <a:ea typeface="Aptos"/>
                <a:cs typeface="Aptos"/>
              </a:defRPr>
            </a:lvl7pPr>
            <a:lvl8pPr algn="ctr">
              <a:defRPr sz="1125" b="1" i="0">
                <a:solidFill>
                  <a:srgbClr val="FFFFFF"/>
                </a:solidFill>
                <a:latin typeface="Aptos"/>
                <a:ea typeface="Aptos"/>
                <a:cs typeface="Aptos"/>
              </a:defRPr>
            </a:lvl8pPr>
            <a:lvl9pPr algn="ctr">
              <a:defRPr sz="1125" b="1" i="0">
                <a:solidFill>
                  <a:srgbClr val="FFFFFF"/>
                </a:solidFill>
                <a:latin typeface="Aptos"/>
                <a:ea typeface="Aptos"/>
                <a:cs typeface="Aptos"/>
              </a:defRPr>
            </a:lvl9pPr>
          </a:lstStyle>
          <a:p xmlns:a="http://schemas.openxmlformats.org/drawingml/2006/main">
            <a:pPr algn="ctr">
              <a:defRPr sz="1125" b="1" i="0">
                <a:solidFill>
                  <a:srgbClr val="FFFFFF"/>
                </a:solidFill>
                <a:latin typeface="Aptos"/>
                <a:ea typeface="Aptos"/>
                <a:cs typeface="Aptos"/>
              </a:defRPr>
            </a:pPr>
            <a:r>
              <a:rPr sz="1125" b="1" i="0">
                <a:solidFill>
                  <a:srgbClr val="FFFFFF"/>
                </a:solidFill>
                <a:latin typeface="Aptos"/>
                <a:ea typeface="Aptos"/>
                <a:cs typeface="Aptos"/>
              </a:rPr>
              <a:t>2  ORDENAR POR FECHA</a:t>
            </a:r>
          </a:p>
        </p:txBody>
      </p:sp>
      <p:sp>
        <p:nvSpPr>
          <p:cNvPr id="9" name="brand-6">
            <a:extLst xmlns:a="http://schemas.openxmlformats.org/drawingml/2006/main">
              <a:ext uri="{FF2B5EF4-FFF2-40B4-BE49-F238E27FC236}">
                <a16:creationId xmlns:a16="http://schemas.microsoft.com/office/drawing/2014/main" id="{40E6BC8C-10E4-490C-910C-D0EE7F5D08A0}"/>
              </a:ext>
            </a:extLst>
          </p:cNvPr>
          <p:cNvSpPr>
            <a:spLocks xmlns:a="http://schemas.openxmlformats.org/drawingml/2006/main" noGrp="1"/>
          </p:cNvSpPr>
          <p:nvPr/>
        </p:nvSpPr>
        <p:spPr>
          <a:xfrm xmlns:a="http://schemas.openxmlformats.org/drawingml/2006/main">
            <a:off x="685800" y="628650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i="0">
                <a:solidFill>
                  <a:srgbClr val="003366"/>
                </a:solidFill>
                <a:latin typeface="Aptos"/>
                <a:ea typeface="Aptos"/>
                <a:cs typeface="Aptos"/>
              </a:defRPr>
            </a:defPPr>
            <a:lvl1pPr algn="l">
              <a:defRPr sz="975" b="1" i="0">
                <a:solidFill>
                  <a:srgbClr val="003366"/>
                </a:solidFill>
                <a:latin typeface="Aptos"/>
                <a:ea typeface="Aptos"/>
                <a:cs typeface="Aptos"/>
              </a:defRPr>
            </a:lvl1pPr>
            <a:lvl2pPr algn="l">
              <a:defRPr sz="975" b="1" i="0">
                <a:solidFill>
                  <a:srgbClr val="003366"/>
                </a:solidFill>
                <a:latin typeface="Aptos"/>
                <a:ea typeface="Aptos"/>
                <a:cs typeface="Aptos"/>
              </a:defRPr>
            </a:lvl2pPr>
            <a:lvl3pPr algn="l">
              <a:defRPr sz="975" b="1" i="0">
                <a:solidFill>
                  <a:srgbClr val="003366"/>
                </a:solidFill>
                <a:latin typeface="Aptos"/>
                <a:ea typeface="Aptos"/>
                <a:cs typeface="Aptos"/>
              </a:defRPr>
            </a:lvl3pPr>
            <a:lvl4pPr algn="l">
              <a:defRPr sz="975" b="1" i="0">
                <a:solidFill>
                  <a:srgbClr val="003366"/>
                </a:solidFill>
                <a:latin typeface="Aptos"/>
                <a:ea typeface="Aptos"/>
                <a:cs typeface="Aptos"/>
              </a:defRPr>
            </a:lvl4pPr>
            <a:lvl5pPr algn="l">
              <a:defRPr sz="975" b="1" i="0">
                <a:solidFill>
                  <a:srgbClr val="003366"/>
                </a:solidFill>
                <a:latin typeface="Aptos"/>
                <a:ea typeface="Aptos"/>
                <a:cs typeface="Aptos"/>
              </a:defRPr>
            </a:lvl5pPr>
            <a:lvl6pPr algn="l">
              <a:defRPr sz="975" b="1" i="0">
                <a:solidFill>
                  <a:srgbClr val="003366"/>
                </a:solidFill>
                <a:latin typeface="Aptos"/>
                <a:ea typeface="Aptos"/>
                <a:cs typeface="Aptos"/>
              </a:defRPr>
            </a:lvl6pPr>
            <a:lvl7pPr algn="l">
              <a:defRPr sz="975" b="1" i="0">
                <a:solidFill>
                  <a:srgbClr val="003366"/>
                </a:solidFill>
                <a:latin typeface="Aptos"/>
                <a:ea typeface="Aptos"/>
                <a:cs typeface="Aptos"/>
              </a:defRPr>
            </a:lvl7pPr>
            <a:lvl8pPr algn="l">
              <a:defRPr sz="975" b="1" i="0">
                <a:solidFill>
                  <a:srgbClr val="003366"/>
                </a:solidFill>
                <a:latin typeface="Aptos"/>
                <a:ea typeface="Aptos"/>
                <a:cs typeface="Aptos"/>
              </a:defRPr>
            </a:lvl8pPr>
            <a:lvl9pPr algn="l">
              <a:defRPr sz="975" b="1" i="0">
                <a:solidFill>
                  <a:srgbClr val="003366"/>
                </a:solidFill>
                <a:latin typeface="Aptos"/>
                <a:ea typeface="Aptos"/>
                <a:cs typeface="Aptos"/>
              </a:defRPr>
            </a:lvl9pPr>
          </a:lstStyle>
          <a:p xmlns:a="http://schemas.openxmlformats.org/drawingml/2006/main">
            <a:pPr algn="l">
              <a:defRPr sz="975" b="1" i="0">
                <a:solidFill>
                  <a:srgbClr val="003366"/>
                </a:solidFill>
                <a:latin typeface="Aptos"/>
                <a:ea typeface="Aptos"/>
                <a:cs typeface="Aptos"/>
              </a:defRPr>
            </a:pPr>
            <a:r>
              <a:rPr sz="975" b="1" i="0">
                <a:solidFill>
                  <a:srgbClr val="003366"/>
                </a:solidFill>
                <a:latin typeface="Aptos"/>
                <a:ea typeface="Aptos"/>
                <a:cs typeface="Aptos"/>
              </a:rPr>
              <a:t>LANGUAGE CENTER CHILE</a:t>
            </a:r>
          </a:p>
        </p:txBody>
      </p:sp>
      <p:sp>
        <p:nvSpPr>
          <p:cNvPr id="10" name="page-6">
            <a:extLst xmlns:a="http://schemas.openxmlformats.org/drawingml/2006/main">
              <a:ext uri="{FF2B5EF4-FFF2-40B4-BE49-F238E27FC236}">
                <a16:creationId xmlns:a16="http://schemas.microsoft.com/office/drawing/2014/main" id="{87735E90-4EFC-4129-8A21-F32B4AB5C210}"/>
              </a:ext>
            </a:extLst>
          </p:cNvPr>
          <p:cNvSpPr>
            <a:spLocks xmlns:a="http://schemas.openxmlformats.org/drawingml/2006/main" noGrp="1"/>
          </p:cNvSpPr>
          <p:nvPr/>
        </p:nvSpPr>
        <p:spPr>
          <a:xfrm xmlns:a="http://schemas.openxmlformats.org/drawingml/2006/main">
            <a:off x="11144250" y="6267450"/>
            <a:ext cx="361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1" i="0">
                <a:solidFill>
                  <a:srgbClr val="526B7F"/>
                </a:solidFill>
                <a:latin typeface="Aptos"/>
                <a:ea typeface="Aptos"/>
                <a:cs typeface="Aptos"/>
              </a:defRPr>
            </a:defPPr>
            <a:lvl1pPr algn="r">
              <a:defRPr sz="975" b="1" i="0">
                <a:solidFill>
                  <a:srgbClr val="526B7F"/>
                </a:solidFill>
                <a:latin typeface="Aptos"/>
                <a:ea typeface="Aptos"/>
                <a:cs typeface="Aptos"/>
              </a:defRPr>
            </a:lvl1pPr>
            <a:lvl2pPr algn="r">
              <a:defRPr sz="975" b="1" i="0">
                <a:solidFill>
                  <a:srgbClr val="526B7F"/>
                </a:solidFill>
                <a:latin typeface="Aptos"/>
                <a:ea typeface="Aptos"/>
                <a:cs typeface="Aptos"/>
              </a:defRPr>
            </a:lvl2pPr>
            <a:lvl3pPr algn="r">
              <a:defRPr sz="975" b="1" i="0">
                <a:solidFill>
                  <a:srgbClr val="526B7F"/>
                </a:solidFill>
                <a:latin typeface="Aptos"/>
                <a:ea typeface="Aptos"/>
                <a:cs typeface="Aptos"/>
              </a:defRPr>
            </a:lvl3pPr>
            <a:lvl4pPr algn="r">
              <a:defRPr sz="975" b="1" i="0">
                <a:solidFill>
                  <a:srgbClr val="526B7F"/>
                </a:solidFill>
                <a:latin typeface="Aptos"/>
                <a:ea typeface="Aptos"/>
                <a:cs typeface="Aptos"/>
              </a:defRPr>
            </a:lvl4pPr>
            <a:lvl5pPr algn="r">
              <a:defRPr sz="975" b="1" i="0">
                <a:solidFill>
                  <a:srgbClr val="526B7F"/>
                </a:solidFill>
                <a:latin typeface="Aptos"/>
                <a:ea typeface="Aptos"/>
                <a:cs typeface="Aptos"/>
              </a:defRPr>
            </a:lvl5pPr>
            <a:lvl6pPr algn="r">
              <a:defRPr sz="975" b="1" i="0">
                <a:solidFill>
                  <a:srgbClr val="526B7F"/>
                </a:solidFill>
                <a:latin typeface="Aptos"/>
                <a:ea typeface="Aptos"/>
                <a:cs typeface="Aptos"/>
              </a:defRPr>
            </a:lvl6pPr>
            <a:lvl7pPr algn="r">
              <a:defRPr sz="975" b="1" i="0">
                <a:solidFill>
                  <a:srgbClr val="526B7F"/>
                </a:solidFill>
                <a:latin typeface="Aptos"/>
                <a:ea typeface="Aptos"/>
                <a:cs typeface="Aptos"/>
              </a:defRPr>
            </a:lvl7pPr>
            <a:lvl8pPr algn="r">
              <a:defRPr sz="975" b="1" i="0">
                <a:solidFill>
                  <a:srgbClr val="526B7F"/>
                </a:solidFill>
                <a:latin typeface="Aptos"/>
                <a:ea typeface="Aptos"/>
                <a:cs typeface="Aptos"/>
              </a:defRPr>
            </a:lvl8pPr>
            <a:lvl9pPr algn="r">
              <a:defRPr sz="975" b="1" i="0">
                <a:solidFill>
                  <a:srgbClr val="526B7F"/>
                </a:solidFill>
                <a:latin typeface="Aptos"/>
                <a:ea typeface="Aptos"/>
                <a:cs typeface="Aptos"/>
              </a:defRPr>
            </a:lvl9pPr>
          </a:lstStyle>
          <a:p xmlns:a="http://schemas.openxmlformats.org/drawingml/2006/main">
            <a:pPr algn="r">
              <a:defRPr sz="975" b="1" i="0">
                <a:solidFill>
                  <a:srgbClr val="526B7F"/>
                </a:solidFill>
                <a:latin typeface="Aptos"/>
                <a:ea typeface="Aptos"/>
                <a:cs typeface="Aptos"/>
              </a:defRPr>
            </a:pPr>
            <a:r>
              <a:rPr sz="975" b="1" i="0">
                <a:solidFill>
                  <a:srgbClr val="526B7F"/>
                </a:solidFill>
                <a:latin typeface="Aptos"/>
                <a:ea typeface="Aptos"/>
                <a:cs typeface="Aptos"/>
              </a:rPr>
              <a:t>06</a:t>
            </a:r>
          </a:p>
        </p:txBody>
      </p:sp>
    </p:spTree>
    <p:extLst>
      <p:ext uri="{BB962C8B-B14F-4D97-AF65-F5344CB8AC3E}">
        <p14:creationId xmlns:p14="http://schemas.microsoft.com/office/powerpoint/2010/main" val="1046727268"/>
      </p:ext>
    </p:extLst>
  </p:cSld>
</p:sld>
</file>

<file path=ppt/slides/slide7.xml><?xml version="1.0" encoding="utf-8"?>
<p:sld xmlns:p="http://schemas.openxmlformats.org/presentationml/2006/main">
  <p:cSld>
    <p:bg>
      <p:bgPr>
        <a:solidFill xmlns:a="http://schemas.openxmlformats.org/drawingml/2006/main">
          <a:srgbClr val="F5F9FB"/>
        </a:solidFill>
      </p:bgPr>
    </p:bg>
    <p:spTree>
      <p:nvGrpSpPr>
        <p:cNvPr id="1" name=""/>
        <p:cNvGrpSpPr/>
        <p:nvPr/>
      </p:nvGrpSpPr>
      <p:grpSpPr>
        <a:xfrm xmlns:a="http://schemas.openxmlformats.org/drawingml/2006/main"/>
      </p:grpSpPr>
      <p:sp>
        <p:nvSpPr>
          <p:cNvPr id="32" name="title-7">
            <a:extLst xmlns:a="http://schemas.openxmlformats.org/drawingml/2006/main">
              <a:ext uri="{FF2B5EF4-FFF2-40B4-BE49-F238E27FC236}">
                <a16:creationId xmlns:a16="http://schemas.microsoft.com/office/drawing/2014/main" id="{0552262D-78B5-4A03-B6F2-C3765D35092C}"/>
              </a:ext>
            </a:extLst>
          </p:cNvPr>
          <p:cNvSpPr>
            <a:spLocks xmlns:a="http://schemas.openxmlformats.org/drawingml/2006/main" noGrp="1"/>
          </p:cNvSpPr>
          <p:nvPr/>
        </p:nvSpPr>
        <p:spPr>
          <a:xfrm xmlns:a="http://schemas.openxmlformats.org/drawingml/2006/main">
            <a:off x="685800" y="5334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850" b="1" i="0">
                <a:solidFill>
                  <a:srgbClr val="003366"/>
                </a:solidFill>
                <a:latin typeface="Aptos"/>
                <a:ea typeface="Aptos"/>
                <a:cs typeface="Aptos"/>
              </a:defRPr>
            </a:defPPr>
            <a:lvl1pPr algn="l">
              <a:defRPr sz="2850" b="1" i="0">
                <a:solidFill>
                  <a:srgbClr val="003366"/>
                </a:solidFill>
                <a:latin typeface="Aptos"/>
                <a:ea typeface="Aptos"/>
                <a:cs typeface="Aptos"/>
              </a:defRPr>
            </a:lvl1pPr>
            <a:lvl2pPr algn="l">
              <a:defRPr sz="2850" b="1" i="0">
                <a:solidFill>
                  <a:srgbClr val="003366"/>
                </a:solidFill>
                <a:latin typeface="Aptos"/>
                <a:ea typeface="Aptos"/>
                <a:cs typeface="Aptos"/>
              </a:defRPr>
            </a:lvl2pPr>
            <a:lvl3pPr algn="l">
              <a:defRPr sz="2850" b="1" i="0">
                <a:solidFill>
                  <a:srgbClr val="003366"/>
                </a:solidFill>
                <a:latin typeface="Aptos"/>
                <a:ea typeface="Aptos"/>
                <a:cs typeface="Aptos"/>
              </a:defRPr>
            </a:lvl3pPr>
            <a:lvl4pPr algn="l">
              <a:defRPr sz="2850" b="1" i="0">
                <a:solidFill>
                  <a:srgbClr val="003366"/>
                </a:solidFill>
                <a:latin typeface="Aptos"/>
                <a:ea typeface="Aptos"/>
                <a:cs typeface="Aptos"/>
              </a:defRPr>
            </a:lvl4pPr>
            <a:lvl5pPr algn="l">
              <a:defRPr sz="2850" b="1" i="0">
                <a:solidFill>
                  <a:srgbClr val="003366"/>
                </a:solidFill>
                <a:latin typeface="Aptos"/>
                <a:ea typeface="Aptos"/>
                <a:cs typeface="Aptos"/>
              </a:defRPr>
            </a:lvl5pPr>
            <a:lvl6pPr algn="l">
              <a:defRPr sz="2850" b="1" i="0">
                <a:solidFill>
                  <a:srgbClr val="003366"/>
                </a:solidFill>
                <a:latin typeface="Aptos"/>
                <a:ea typeface="Aptos"/>
                <a:cs typeface="Aptos"/>
              </a:defRPr>
            </a:lvl6pPr>
            <a:lvl7pPr algn="l">
              <a:defRPr sz="2850" b="1" i="0">
                <a:solidFill>
                  <a:srgbClr val="003366"/>
                </a:solidFill>
                <a:latin typeface="Aptos"/>
                <a:ea typeface="Aptos"/>
                <a:cs typeface="Aptos"/>
              </a:defRPr>
            </a:lvl7pPr>
            <a:lvl8pPr algn="l">
              <a:defRPr sz="2850" b="1" i="0">
                <a:solidFill>
                  <a:srgbClr val="003366"/>
                </a:solidFill>
                <a:latin typeface="Aptos"/>
                <a:ea typeface="Aptos"/>
                <a:cs typeface="Aptos"/>
              </a:defRPr>
            </a:lvl8pPr>
            <a:lvl9pPr algn="l">
              <a:defRPr sz="2850" b="1" i="0">
                <a:solidFill>
                  <a:srgbClr val="003366"/>
                </a:solidFill>
                <a:latin typeface="Aptos"/>
                <a:ea typeface="Aptos"/>
                <a:cs typeface="Aptos"/>
              </a:defRPr>
            </a:lvl9pPr>
          </a:lstStyle>
          <a:p xmlns:a="http://schemas.openxmlformats.org/drawingml/2006/main">
            <a:pPr algn="l">
              <a:defRPr sz="2850" b="1" i="0">
                <a:solidFill>
                  <a:srgbClr val="003366"/>
                </a:solidFill>
                <a:latin typeface="Aptos"/>
                <a:ea typeface="Aptos"/>
                <a:cs typeface="Aptos"/>
              </a:defRPr>
            </a:pPr>
            <a:r>
              <a:rPr sz="2850" b="1" i="0">
                <a:solidFill>
                  <a:srgbClr val="003366"/>
                </a:solidFill>
                <a:latin typeface="Aptos"/>
                <a:ea typeface="Aptos"/>
                <a:cs typeface="Aptos"/>
              </a:rPr>
              <a:t>Mapa del ecosistema digital</a:t>
            </a:r>
          </a:p>
        </p:txBody>
      </p:sp>
      <p:sp>
        <p:nvSpPr>
          <p:cNvPr id="2" name="title-rule-7">
            <a:extLst xmlns:a="http://schemas.openxmlformats.org/drawingml/2006/main">
              <a:ext uri="{FF2B5EF4-FFF2-40B4-BE49-F238E27FC236}">
                <a16:creationId xmlns:a16="http://schemas.microsoft.com/office/drawing/2014/main" id="{8CA4DEBD-7C31-4CB9-B97C-4D8B3AAFF382}"/>
              </a:ext>
            </a:extLst>
          </p:cNvPr>
          <p:cNvSpPr>
            <a:spLocks xmlns:a="http://schemas.openxmlformats.org/drawingml/2006/main" noGrp="1"/>
          </p:cNvSpPr>
          <p:nvPr/>
        </p:nvSpPr>
        <p:spPr>
          <a:xfrm xmlns:a="http://schemas.openxmlformats.org/drawingml/2006/main">
            <a:off x="685800" y="1295400"/>
            <a:ext cx="1047750" cy="47625"/>
          </a:xfrm>
          <a:prstGeom xmlns:a="http://schemas.openxmlformats.org/drawingml/2006/main" prst="rect">
            <a:avLst/>
          </a:prstGeom>
          <a:solidFill xmlns:a="http://schemas.openxmlformats.org/drawingml/2006/main">
            <a:srgbClr val="19A7CE"/>
          </a:solidFill>
          <a:ln xmlns:a="http://schemas.openxmlformats.org/drawingml/2006/main" w="0">
            <a:noFill/>
            <a:prstDash val="solid"/>
          </a:ln>
        </p:spPr>
      </p:sp>
      <p:sp>
        <p:nvSpPr>
          <p:cNvPr id="3" name="subtitle-7">
            <a:extLst xmlns:a="http://schemas.openxmlformats.org/drawingml/2006/main">
              <a:ext uri="{FF2B5EF4-FFF2-40B4-BE49-F238E27FC236}">
                <a16:creationId xmlns:a16="http://schemas.microsoft.com/office/drawing/2014/main" id="{F56F39EC-B9D8-4EC7-8A44-E48A7432D857}"/>
              </a:ext>
            </a:extLst>
          </p:cNvPr>
          <p:cNvSpPr>
            <a:spLocks xmlns:a="http://schemas.openxmlformats.org/drawingml/2006/main" noGrp="1"/>
          </p:cNvSpPr>
          <p:nvPr/>
        </p:nvSpPr>
        <p:spPr>
          <a:xfrm xmlns:a="http://schemas.openxmlformats.org/drawingml/2006/main">
            <a:off x="685800" y="146685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0" i="0">
                <a:solidFill>
                  <a:srgbClr val="526B7F"/>
                </a:solidFill>
                <a:latin typeface="Aptos"/>
                <a:ea typeface="Aptos"/>
                <a:cs typeface="Aptos"/>
              </a:defRPr>
            </a:defPPr>
            <a:lvl1pPr algn="l">
              <a:defRPr sz="1425" b="0" i="0">
                <a:solidFill>
                  <a:srgbClr val="526B7F"/>
                </a:solidFill>
                <a:latin typeface="Aptos"/>
                <a:ea typeface="Aptos"/>
                <a:cs typeface="Aptos"/>
              </a:defRPr>
            </a:lvl1pPr>
            <a:lvl2pPr algn="l">
              <a:defRPr sz="1425" b="0" i="0">
                <a:solidFill>
                  <a:srgbClr val="526B7F"/>
                </a:solidFill>
                <a:latin typeface="Aptos"/>
                <a:ea typeface="Aptos"/>
                <a:cs typeface="Aptos"/>
              </a:defRPr>
            </a:lvl2pPr>
            <a:lvl3pPr algn="l">
              <a:defRPr sz="1425" b="0" i="0">
                <a:solidFill>
                  <a:srgbClr val="526B7F"/>
                </a:solidFill>
                <a:latin typeface="Aptos"/>
                <a:ea typeface="Aptos"/>
                <a:cs typeface="Aptos"/>
              </a:defRPr>
            </a:lvl3pPr>
            <a:lvl4pPr algn="l">
              <a:defRPr sz="1425" b="0" i="0">
                <a:solidFill>
                  <a:srgbClr val="526B7F"/>
                </a:solidFill>
                <a:latin typeface="Aptos"/>
                <a:ea typeface="Aptos"/>
                <a:cs typeface="Aptos"/>
              </a:defRPr>
            </a:lvl4pPr>
            <a:lvl5pPr algn="l">
              <a:defRPr sz="1425" b="0" i="0">
                <a:solidFill>
                  <a:srgbClr val="526B7F"/>
                </a:solidFill>
                <a:latin typeface="Aptos"/>
                <a:ea typeface="Aptos"/>
                <a:cs typeface="Aptos"/>
              </a:defRPr>
            </a:lvl5pPr>
            <a:lvl6pPr algn="l">
              <a:defRPr sz="1425" b="0" i="0">
                <a:solidFill>
                  <a:srgbClr val="526B7F"/>
                </a:solidFill>
                <a:latin typeface="Aptos"/>
                <a:ea typeface="Aptos"/>
                <a:cs typeface="Aptos"/>
              </a:defRPr>
            </a:lvl6pPr>
            <a:lvl7pPr algn="l">
              <a:defRPr sz="1425" b="0" i="0">
                <a:solidFill>
                  <a:srgbClr val="526B7F"/>
                </a:solidFill>
                <a:latin typeface="Aptos"/>
                <a:ea typeface="Aptos"/>
                <a:cs typeface="Aptos"/>
              </a:defRPr>
            </a:lvl7pPr>
            <a:lvl8pPr algn="l">
              <a:defRPr sz="1425" b="0" i="0">
                <a:solidFill>
                  <a:srgbClr val="526B7F"/>
                </a:solidFill>
                <a:latin typeface="Aptos"/>
                <a:ea typeface="Aptos"/>
                <a:cs typeface="Aptos"/>
              </a:defRPr>
            </a:lvl8pPr>
            <a:lvl9pPr algn="l">
              <a:defRPr sz="1425" b="0" i="0">
                <a:solidFill>
                  <a:srgbClr val="526B7F"/>
                </a:solidFill>
                <a:latin typeface="Aptos"/>
                <a:ea typeface="Aptos"/>
                <a:cs typeface="Aptos"/>
              </a:defRPr>
            </a:lvl9pPr>
          </a:lstStyle>
          <a:p xmlns:a="http://schemas.openxmlformats.org/drawingml/2006/main">
            <a:pPr algn="l">
              <a:defRPr sz="1425" b="0" i="0">
                <a:solidFill>
                  <a:srgbClr val="526B7F"/>
                </a:solidFill>
                <a:latin typeface="Aptos"/>
                <a:ea typeface="Aptos"/>
                <a:cs typeface="Aptos"/>
              </a:defRPr>
            </a:pPr>
            <a:r>
              <a:rPr sz="1425" b="0" i="0">
                <a:solidFill>
                  <a:srgbClr val="526B7F"/>
                </a:solidFill>
                <a:latin typeface="Aptos"/>
                <a:ea typeface="Aptos"/>
                <a:cs typeface="Aptos"/>
              </a:rPr>
              <a:t>Las conexiones describen el proceso. No representan integraciones activas.</a:t>
            </a:r>
          </a:p>
        </p:txBody>
      </p:sp>
      <p:sp>
        <p:nvSpPr>
          <p:cNvPr id="4" name="ecosystem-circle-0">
            <a:extLst xmlns:a="http://schemas.openxmlformats.org/drawingml/2006/main">
              <a:ext uri="{FF2B5EF4-FFF2-40B4-BE49-F238E27FC236}">
                <a16:creationId xmlns:a16="http://schemas.microsoft.com/office/drawing/2014/main" id="{014AB774-C701-4ACD-B457-4631F23D6100}"/>
              </a:ext>
            </a:extLst>
          </p:cNvPr>
          <p:cNvSpPr>
            <a:spLocks xmlns:a="http://schemas.openxmlformats.org/drawingml/2006/main" noGrp="1"/>
          </p:cNvSpPr>
          <p:nvPr/>
        </p:nvSpPr>
        <p:spPr>
          <a:xfrm xmlns:a="http://schemas.openxmlformats.org/drawingml/2006/main">
            <a:off x="1143000" y="2381250"/>
            <a:ext cx="800100" cy="800100"/>
          </a:xfrm>
          <a:prstGeom xmlns:a="http://schemas.openxmlformats.org/drawingml/2006/main" prst="ellipse">
            <a:avLst/>
          </a:prstGeom>
          <a:solidFill xmlns:a="http://schemas.openxmlformats.org/drawingml/2006/main">
            <a:srgbClr val="0878A8"/>
          </a:solidFill>
          <a:ln xmlns:a="http://schemas.openxmlformats.org/drawingml/2006/main" w="0">
            <a:noFill/>
            <a:prstDash val="solid"/>
          </a:ln>
        </p:spPr>
      </p:sp>
      <p:sp>
        <p:nvSpPr>
          <p:cNvPr id="5" name="ecosystem-index-0">
            <a:extLst xmlns:a="http://schemas.openxmlformats.org/drawingml/2006/main">
              <a:ext uri="{FF2B5EF4-FFF2-40B4-BE49-F238E27FC236}">
                <a16:creationId xmlns:a16="http://schemas.microsoft.com/office/drawing/2014/main" id="{CAD496E2-15E4-454B-92D6-BEA947D53B82}"/>
              </a:ext>
            </a:extLst>
          </p:cNvPr>
          <p:cNvSpPr>
            <a:spLocks xmlns:a="http://schemas.openxmlformats.org/drawingml/2006/main" noGrp="1"/>
          </p:cNvSpPr>
          <p:nvPr/>
        </p:nvSpPr>
        <p:spPr>
          <a:xfrm xmlns:a="http://schemas.openxmlformats.org/drawingml/2006/main">
            <a:off x="1143000" y="2543175"/>
            <a:ext cx="800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75" b="1" i="0">
                <a:solidFill>
                  <a:srgbClr val="FFFFFF"/>
                </a:solidFill>
                <a:latin typeface="Aptos"/>
                <a:ea typeface="Aptos"/>
                <a:cs typeface="Aptos"/>
              </a:defRPr>
            </a:defPPr>
            <a:lvl1pPr algn="ctr">
              <a:defRPr sz="1875" b="1" i="0">
                <a:solidFill>
                  <a:srgbClr val="FFFFFF"/>
                </a:solidFill>
                <a:latin typeface="Aptos"/>
                <a:ea typeface="Aptos"/>
                <a:cs typeface="Aptos"/>
              </a:defRPr>
            </a:lvl1pPr>
            <a:lvl2pPr algn="ctr">
              <a:defRPr sz="1875" b="1" i="0">
                <a:solidFill>
                  <a:srgbClr val="FFFFFF"/>
                </a:solidFill>
                <a:latin typeface="Aptos"/>
                <a:ea typeface="Aptos"/>
                <a:cs typeface="Aptos"/>
              </a:defRPr>
            </a:lvl2pPr>
            <a:lvl3pPr algn="ctr">
              <a:defRPr sz="1875" b="1" i="0">
                <a:solidFill>
                  <a:srgbClr val="FFFFFF"/>
                </a:solidFill>
                <a:latin typeface="Aptos"/>
                <a:ea typeface="Aptos"/>
                <a:cs typeface="Aptos"/>
              </a:defRPr>
            </a:lvl3pPr>
            <a:lvl4pPr algn="ctr">
              <a:defRPr sz="1875" b="1" i="0">
                <a:solidFill>
                  <a:srgbClr val="FFFFFF"/>
                </a:solidFill>
                <a:latin typeface="Aptos"/>
                <a:ea typeface="Aptos"/>
                <a:cs typeface="Aptos"/>
              </a:defRPr>
            </a:lvl4pPr>
            <a:lvl5pPr algn="ctr">
              <a:defRPr sz="1875" b="1" i="0">
                <a:solidFill>
                  <a:srgbClr val="FFFFFF"/>
                </a:solidFill>
                <a:latin typeface="Aptos"/>
                <a:ea typeface="Aptos"/>
                <a:cs typeface="Aptos"/>
              </a:defRPr>
            </a:lvl5pPr>
            <a:lvl6pPr algn="ctr">
              <a:defRPr sz="1875" b="1" i="0">
                <a:solidFill>
                  <a:srgbClr val="FFFFFF"/>
                </a:solidFill>
                <a:latin typeface="Aptos"/>
                <a:ea typeface="Aptos"/>
                <a:cs typeface="Aptos"/>
              </a:defRPr>
            </a:lvl6pPr>
            <a:lvl7pPr algn="ctr">
              <a:defRPr sz="1875" b="1" i="0">
                <a:solidFill>
                  <a:srgbClr val="FFFFFF"/>
                </a:solidFill>
                <a:latin typeface="Aptos"/>
                <a:ea typeface="Aptos"/>
                <a:cs typeface="Aptos"/>
              </a:defRPr>
            </a:lvl7pPr>
            <a:lvl8pPr algn="ctr">
              <a:defRPr sz="1875" b="1" i="0">
                <a:solidFill>
                  <a:srgbClr val="FFFFFF"/>
                </a:solidFill>
                <a:latin typeface="Aptos"/>
                <a:ea typeface="Aptos"/>
                <a:cs typeface="Aptos"/>
              </a:defRPr>
            </a:lvl8pPr>
            <a:lvl9pPr algn="ctr">
              <a:defRPr sz="1875" b="1" i="0">
                <a:solidFill>
                  <a:srgbClr val="FFFFFF"/>
                </a:solidFill>
                <a:latin typeface="Aptos"/>
                <a:ea typeface="Aptos"/>
                <a:cs typeface="Aptos"/>
              </a:defRPr>
            </a:lvl9pPr>
          </a:lstStyle>
          <a:p xmlns:a="http://schemas.openxmlformats.org/drawingml/2006/main">
            <a:pPr algn="ctr">
              <a:defRPr sz="1875" b="1" i="0">
                <a:solidFill>
                  <a:srgbClr val="FFFFFF"/>
                </a:solidFill>
                <a:latin typeface="Aptos"/>
                <a:ea typeface="Aptos"/>
                <a:cs typeface="Aptos"/>
              </a:defRPr>
            </a:pPr>
            <a:r>
              <a:rPr sz="1875" b="1" i="0">
                <a:solidFill>
                  <a:srgbClr val="FFFFFF"/>
                </a:solidFill>
                <a:latin typeface="Aptos"/>
                <a:ea typeface="Aptos"/>
                <a:cs typeface="Aptos"/>
              </a:rPr>
              <a:t>1</a:t>
            </a:r>
          </a:p>
        </p:txBody>
      </p:sp>
      <p:sp>
        <p:nvSpPr>
          <p:cNvPr id="6" name="ecosystem-title-0">
            <a:extLst xmlns:a="http://schemas.openxmlformats.org/drawingml/2006/main">
              <a:ext uri="{FF2B5EF4-FFF2-40B4-BE49-F238E27FC236}">
                <a16:creationId xmlns:a16="http://schemas.microsoft.com/office/drawing/2014/main" id="{B1E3A257-457F-49DC-B71D-DEAEC60346F6}"/>
              </a:ext>
            </a:extLst>
          </p:cNvPr>
          <p:cNvSpPr>
            <a:spLocks xmlns:a="http://schemas.openxmlformats.org/drawingml/2006/main" noGrp="1"/>
          </p:cNvSpPr>
          <p:nvPr/>
        </p:nvSpPr>
        <p:spPr>
          <a:xfrm xmlns:a="http://schemas.openxmlformats.org/drawingml/2006/main">
            <a:off x="476250" y="3409950"/>
            <a:ext cx="2133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75" b="1" i="0">
                <a:solidFill>
                  <a:srgbClr val="003366"/>
                </a:solidFill>
                <a:latin typeface="Aptos"/>
                <a:ea typeface="Aptos"/>
                <a:cs typeface="Aptos"/>
              </a:defRPr>
            </a:defPPr>
            <a:lvl1pPr algn="ctr">
              <a:defRPr sz="1275" b="1" i="0">
                <a:solidFill>
                  <a:srgbClr val="003366"/>
                </a:solidFill>
                <a:latin typeface="Aptos"/>
                <a:ea typeface="Aptos"/>
                <a:cs typeface="Aptos"/>
              </a:defRPr>
            </a:lvl1pPr>
            <a:lvl2pPr algn="ctr">
              <a:defRPr sz="1275" b="1" i="0">
                <a:solidFill>
                  <a:srgbClr val="003366"/>
                </a:solidFill>
                <a:latin typeface="Aptos"/>
                <a:ea typeface="Aptos"/>
                <a:cs typeface="Aptos"/>
              </a:defRPr>
            </a:lvl2pPr>
            <a:lvl3pPr algn="ctr">
              <a:defRPr sz="1275" b="1" i="0">
                <a:solidFill>
                  <a:srgbClr val="003366"/>
                </a:solidFill>
                <a:latin typeface="Aptos"/>
                <a:ea typeface="Aptos"/>
                <a:cs typeface="Aptos"/>
              </a:defRPr>
            </a:lvl3pPr>
            <a:lvl4pPr algn="ctr">
              <a:defRPr sz="1275" b="1" i="0">
                <a:solidFill>
                  <a:srgbClr val="003366"/>
                </a:solidFill>
                <a:latin typeface="Aptos"/>
                <a:ea typeface="Aptos"/>
                <a:cs typeface="Aptos"/>
              </a:defRPr>
            </a:lvl4pPr>
            <a:lvl5pPr algn="ctr">
              <a:defRPr sz="1275" b="1" i="0">
                <a:solidFill>
                  <a:srgbClr val="003366"/>
                </a:solidFill>
                <a:latin typeface="Aptos"/>
                <a:ea typeface="Aptos"/>
                <a:cs typeface="Aptos"/>
              </a:defRPr>
            </a:lvl5pPr>
            <a:lvl6pPr algn="ctr">
              <a:defRPr sz="1275" b="1" i="0">
                <a:solidFill>
                  <a:srgbClr val="003366"/>
                </a:solidFill>
                <a:latin typeface="Aptos"/>
                <a:ea typeface="Aptos"/>
                <a:cs typeface="Aptos"/>
              </a:defRPr>
            </a:lvl6pPr>
            <a:lvl7pPr algn="ctr">
              <a:defRPr sz="1275" b="1" i="0">
                <a:solidFill>
                  <a:srgbClr val="003366"/>
                </a:solidFill>
                <a:latin typeface="Aptos"/>
                <a:ea typeface="Aptos"/>
                <a:cs typeface="Aptos"/>
              </a:defRPr>
            </a:lvl7pPr>
            <a:lvl8pPr algn="ctr">
              <a:defRPr sz="1275" b="1" i="0">
                <a:solidFill>
                  <a:srgbClr val="003366"/>
                </a:solidFill>
                <a:latin typeface="Aptos"/>
                <a:ea typeface="Aptos"/>
                <a:cs typeface="Aptos"/>
              </a:defRPr>
            </a:lvl8pPr>
            <a:lvl9pPr algn="ctr">
              <a:defRPr sz="1275" b="1" i="0">
                <a:solidFill>
                  <a:srgbClr val="003366"/>
                </a:solidFill>
                <a:latin typeface="Aptos"/>
                <a:ea typeface="Aptos"/>
                <a:cs typeface="Aptos"/>
              </a:defRPr>
            </a:lvl9pPr>
          </a:lstStyle>
          <a:p xmlns:a="http://schemas.openxmlformats.org/drawingml/2006/main">
            <a:pPr algn="ctr">
              <a:defRPr sz="1275" b="1" i="0">
                <a:solidFill>
                  <a:srgbClr val="003366"/>
                </a:solidFill>
                <a:latin typeface="Aptos"/>
                <a:ea typeface="Aptos"/>
                <a:cs typeface="Aptos"/>
              </a:defRPr>
            </a:pPr>
            <a:r>
              <a:rPr sz="1275" b="1" i="0">
                <a:solidFill>
                  <a:srgbClr val="003366"/>
                </a:solidFill>
                <a:latin typeface="Aptos"/>
                <a:ea typeface="Aptos"/>
                <a:cs typeface="Aptos"/>
              </a:rPr>
              <a:t>CANALES</a:t>
            </a:r>
          </a:p>
        </p:txBody>
      </p:sp>
      <p:sp>
        <p:nvSpPr>
          <p:cNvPr id="7" name="ecosystem-copy-0">
            <a:extLst xmlns:a="http://schemas.openxmlformats.org/drawingml/2006/main">
              <a:ext uri="{FF2B5EF4-FFF2-40B4-BE49-F238E27FC236}">
                <a16:creationId xmlns:a16="http://schemas.microsoft.com/office/drawing/2014/main" id="{2A48A327-F243-4DF7-9230-151A82910CCF}"/>
              </a:ext>
            </a:extLst>
          </p:cNvPr>
          <p:cNvSpPr>
            <a:spLocks xmlns:a="http://schemas.openxmlformats.org/drawingml/2006/main" noGrp="1"/>
          </p:cNvSpPr>
          <p:nvPr/>
        </p:nvSpPr>
        <p:spPr>
          <a:xfrm xmlns:a="http://schemas.openxmlformats.org/drawingml/2006/main">
            <a:off x="476250" y="3771900"/>
            <a:ext cx="2133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00" b="0" i="0">
                <a:solidFill>
                  <a:srgbClr val="17324D"/>
                </a:solidFill>
                <a:latin typeface="Aptos"/>
                <a:ea typeface="Aptos"/>
                <a:cs typeface="Aptos"/>
              </a:defRPr>
            </a:defPPr>
            <a:lvl1pPr algn="ctr">
              <a:defRPr sz="1200" b="0" i="0">
                <a:solidFill>
                  <a:srgbClr val="17324D"/>
                </a:solidFill>
                <a:latin typeface="Aptos"/>
                <a:ea typeface="Aptos"/>
                <a:cs typeface="Aptos"/>
              </a:defRPr>
            </a:lvl1pPr>
            <a:lvl2pPr algn="ctr">
              <a:defRPr sz="1200" b="0" i="0">
                <a:solidFill>
                  <a:srgbClr val="17324D"/>
                </a:solidFill>
                <a:latin typeface="Aptos"/>
                <a:ea typeface="Aptos"/>
                <a:cs typeface="Aptos"/>
              </a:defRPr>
            </a:lvl2pPr>
            <a:lvl3pPr algn="ctr">
              <a:defRPr sz="1200" b="0" i="0">
                <a:solidFill>
                  <a:srgbClr val="17324D"/>
                </a:solidFill>
                <a:latin typeface="Aptos"/>
                <a:ea typeface="Aptos"/>
                <a:cs typeface="Aptos"/>
              </a:defRPr>
            </a:lvl3pPr>
            <a:lvl4pPr algn="ctr">
              <a:defRPr sz="1200" b="0" i="0">
                <a:solidFill>
                  <a:srgbClr val="17324D"/>
                </a:solidFill>
                <a:latin typeface="Aptos"/>
                <a:ea typeface="Aptos"/>
                <a:cs typeface="Aptos"/>
              </a:defRPr>
            </a:lvl4pPr>
            <a:lvl5pPr algn="ctr">
              <a:defRPr sz="1200" b="0" i="0">
                <a:solidFill>
                  <a:srgbClr val="17324D"/>
                </a:solidFill>
                <a:latin typeface="Aptos"/>
                <a:ea typeface="Aptos"/>
                <a:cs typeface="Aptos"/>
              </a:defRPr>
            </a:lvl5pPr>
            <a:lvl6pPr algn="ctr">
              <a:defRPr sz="1200" b="0" i="0">
                <a:solidFill>
                  <a:srgbClr val="17324D"/>
                </a:solidFill>
                <a:latin typeface="Aptos"/>
                <a:ea typeface="Aptos"/>
                <a:cs typeface="Aptos"/>
              </a:defRPr>
            </a:lvl6pPr>
            <a:lvl7pPr algn="ctr">
              <a:defRPr sz="1200" b="0" i="0">
                <a:solidFill>
                  <a:srgbClr val="17324D"/>
                </a:solidFill>
                <a:latin typeface="Aptos"/>
                <a:ea typeface="Aptos"/>
                <a:cs typeface="Aptos"/>
              </a:defRPr>
            </a:lvl7pPr>
            <a:lvl8pPr algn="ctr">
              <a:defRPr sz="1200" b="0" i="0">
                <a:solidFill>
                  <a:srgbClr val="17324D"/>
                </a:solidFill>
                <a:latin typeface="Aptos"/>
                <a:ea typeface="Aptos"/>
                <a:cs typeface="Aptos"/>
              </a:defRPr>
            </a:lvl8pPr>
            <a:lvl9pPr algn="ctr">
              <a:defRPr sz="1200" b="0" i="0">
                <a:solidFill>
                  <a:srgbClr val="17324D"/>
                </a:solidFill>
                <a:latin typeface="Aptos"/>
                <a:ea typeface="Aptos"/>
                <a:cs typeface="Aptos"/>
              </a:defRPr>
            </a:lvl9pPr>
          </a:lstStyle>
          <a:p xmlns:a="http://schemas.openxmlformats.org/drawingml/2006/main">
            <a:pPr algn="ctr">
              <a:defRPr sz="1200" b="0" i="0">
                <a:solidFill>
                  <a:srgbClr val="17324D"/>
                </a:solidFill>
                <a:latin typeface="Aptos"/>
                <a:ea typeface="Aptos"/>
                <a:cs typeface="Aptos"/>
              </a:defRPr>
            </a:pPr>
            <a:r>
              <a:rPr sz="1200" b="0" i="0">
                <a:solidFill>
                  <a:srgbClr val="17324D"/>
                </a:solidFill>
                <a:latin typeface="Aptos"/>
                <a:ea typeface="Aptos"/>
                <a:cs typeface="Aptos"/>
              </a:rPr>
              <a:t>Formulario, correo o mensajería</a:t>
            </a:r>
          </a:p>
        </p:txBody>
      </p:sp>
      <p:sp>
        <p:nvSpPr>
          <p:cNvPr id="8" name="ecosystem-link-0">
            <a:extLst xmlns:a="http://schemas.openxmlformats.org/drawingml/2006/main">
              <a:ext uri="{FF2B5EF4-FFF2-40B4-BE49-F238E27FC236}">
                <a16:creationId xmlns:a16="http://schemas.microsoft.com/office/drawing/2014/main" id="{3281469D-4375-4FCD-B337-0299C9223A17}"/>
              </a:ext>
            </a:extLst>
          </p:cNvPr>
          <p:cNvSpPr>
            <a:spLocks xmlns:a="http://schemas.openxmlformats.org/drawingml/2006/main" noGrp="1"/>
          </p:cNvSpPr>
          <p:nvPr/>
        </p:nvSpPr>
        <p:spPr>
          <a:xfrm xmlns:a="http://schemas.openxmlformats.org/drawingml/2006/main">
            <a:off x="2000250" y="2762250"/>
            <a:ext cx="800100" cy="38100"/>
          </a:xfrm>
          <a:prstGeom xmlns:a="http://schemas.openxmlformats.org/drawingml/2006/main" prst="rect">
            <a:avLst/>
          </a:prstGeom>
          <a:solidFill xmlns:a="http://schemas.openxmlformats.org/drawingml/2006/main">
            <a:srgbClr val="19A7CE"/>
          </a:solidFill>
          <a:ln xmlns:a="http://schemas.openxmlformats.org/drawingml/2006/main" w="0">
            <a:noFill/>
            <a:prstDash val="solid"/>
          </a:ln>
        </p:spPr>
      </p:sp>
      <p:sp>
        <p:nvSpPr>
          <p:cNvPr id="9" name="ecosystem-circle-1">
            <a:extLst xmlns:a="http://schemas.openxmlformats.org/drawingml/2006/main">
              <a:ext uri="{FF2B5EF4-FFF2-40B4-BE49-F238E27FC236}">
                <a16:creationId xmlns:a16="http://schemas.microsoft.com/office/drawing/2014/main" id="{64AE4B37-AE1D-4CDD-B65C-74B1BB0AA520}"/>
              </a:ext>
            </a:extLst>
          </p:cNvPr>
          <p:cNvSpPr>
            <a:spLocks xmlns:a="http://schemas.openxmlformats.org/drawingml/2006/main" noGrp="1"/>
          </p:cNvSpPr>
          <p:nvPr/>
        </p:nvSpPr>
        <p:spPr>
          <a:xfrm xmlns:a="http://schemas.openxmlformats.org/drawingml/2006/main">
            <a:off x="3467100" y="2381250"/>
            <a:ext cx="800100" cy="800100"/>
          </a:xfrm>
          <a:prstGeom xmlns:a="http://schemas.openxmlformats.org/drawingml/2006/main" prst="ellipse">
            <a:avLst/>
          </a:prstGeom>
          <a:solidFill xmlns:a="http://schemas.openxmlformats.org/drawingml/2006/main">
            <a:srgbClr val="003366"/>
          </a:solidFill>
          <a:ln xmlns:a="http://schemas.openxmlformats.org/drawingml/2006/main" w="0">
            <a:noFill/>
            <a:prstDash val="solid"/>
          </a:ln>
        </p:spPr>
      </p:sp>
      <p:sp>
        <p:nvSpPr>
          <p:cNvPr id="10" name="ecosystem-index-1">
            <a:extLst xmlns:a="http://schemas.openxmlformats.org/drawingml/2006/main">
              <a:ext uri="{FF2B5EF4-FFF2-40B4-BE49-F238E27FC236}">
                <a16:creationId xmlns:a16="http://schemas.microsoft.com/office/drawing/2014/main" id="{EA15E38F-E30E-42F8-A9F9-D4F237AE32AE}"/>
              </a:ext>
            </a:extLst>
          </p:cNvPr>
          <p:cNvSpPr>
            <a:spLocks xmlns:a="http://schemas.openxmlformats.org/drawingml/2006/main" noGrp="1"/>
          </p:cNvSpPr>
          <p:nvPr/>
        </p:nvSpPr>
        <p:spPr>
          <a:xfrm xmlns:a="http://schemas.openxmlformats.org/drawingml/2006/main">
            <a:off x="3467100" y="2543175"/>
            <a:ext cx="800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75" b="1" i="0">
                <a:solidFill>
                  <a:srgbClr val="FFFFFF"/>
                </a:solidFill>
                <a:latin typeface="Aptos"/>
                <a:ea typeface="Aptos"/>
                <a:cs typeface="Aptos"/>
              </a:defRPr>
            </a:defPPr>
            <a:lvl1pPr algn="ctr">
              <a:defRPr sz="1875" b="1" i="0">
                <a:solidFill>
                  <a:srgbClr val="FFFFFF"/>
                </a:solidFill>
                <a:latin typeface="Aptos"/>
                <a:ea typeface="Aptos"/>
                <a:cs typeface="Aptos"/>
              </a:defRPr>
            </a:lvl1pPr>
            <a:lvl2pPr algn="ctr">
              <a:defRPr sz="1875" b="1" i="0">
                <a:solidFill>
                  <a:srgbClr val="FFFFFF"/>
                </a:solidFill>
                <a:latin typeface="Aptos"/>
                <a:ea typeface="Aptos"/>
                <a:cs typeface="Aptos"/>
              </a:defRPr>
            </a:lvl2pPr>
            <a:lvl3pPr algn="ctr">
              <a:defRPr sz="1875" b="1" i="0">
                <a:solidFill>
                  <a:srgbClr val="FFFFFF"/>
                </a:solidFill>
                <a:latin typeface="Aptos"/>
                <a:ea typeface="Aptos"/>
                <a:cs typeface="Aptos"/>
              </a:defRPr>
            </a:lvl3pPr>
            <a:lvl4pPr algn="ctr">
              <a:defRPr sz="1875" b="1" i="0">
                <a:solidFill>
                  <a:srgbClr val="FFFFFF"/>
                </a:solidFill>
                <a:latin typeface="Aptos"/>
                <a:ea typeface="Aptos"/>
                <a:cs typeface="Aptos"/>
              </a:defRPr>
            </a:lvl4pPr>
            <a:lvl5pPr algn="ctr">
              <a:defRPr sz="1875" b="1" i="0">
                <a:solidFill>
                  <a:srgbClr val="FFFFFF"/>
                </a:solidFill>
                <a:latin typeface="Aptos"/>
                <a:ea typeface="Aptos"/>
                <a:cs typeface="Aptos"/>
              </a:defRPr>
            </a:lvl5pPr>
            <a:lvl6pPr algn="ctr">
              <a:defRPr sz="1875" b="1" i="0">
                <a:solidFill>
                  <a:srgbClr val="FFFFFF"/>
                </a:solidFill>
                <a:latin typeface="Aptos"/>
                <a:ea typeface="Aptos"/>
                <a:cs typeface="Aptos"/>
              </a:defRPr>
            </a:lvl6pPr>
            <a:lvl7pPr algn="ctr">
              <a:defRPr sz="1875" b="1" i="0">
                <a:solidFill>
                  <a:srgbClr val="FFFFFF"/>
                </a:solidFill>
                <a:latin typeface="Aptos"/>
                <a:ea typeface="Aptos"/>
                <a:cs typeface="Aptos"/>
              </a:defRPr>
            </a:lvl7pPr>
            <a:lvl8pPr algn="ctr">
              <a:defRPr sz="1875" b="1" i="0">
                <a:solidFill>
                  <a:srgbClr val="FFFFFF"/>
                </a:solidFill>
                <a:latin typeface="Aptos"/>
                <a:ea typeface="Aptos"/>
                <a:cs typeface="Aptos"/>
              </a:defRPr>
            </a:lvl8pPr>
            <a:lvl9pPr algn="ctr">
              <a:defRPr sz="1875" b="1" i="0">
                <a:solidFill>
                  <a:srgbClr val="FFFFFF"/>
                </a:solidFill>
                <a:latin typeface="Aptos"/>
                <a:ea typeface="Aptos"/>
                <a:cs typeface="Aptos"/>
              </a:defRPr>
            </a:lvl9pPr>
          </a:lstStyle>
          <a:p xmlns:a="http://schemas.openxmlformats.org/drawingml/2006/main">
            <a:pPr algn="ctr">
              <a:defRPr sz="1875" b="1" i="0">
                <a:solidFill>
                  <a:srgbClr val="FFFFFF"/>
                </a:solidFill>
                <a:latin typeface="Aptos"/>
                <a:ea typeface="Aptos"/>
                <a:cs typeface="Aptos"/>
              </a:defRPr>
            </a:pPr>
            <a:r>
              <a:rPr sz="1875" b="1" i="0">
                <a:solidFill>
                  <a:srgbClr val="FFFFFF"/>
                </a:solidFill>
                <a:latin typeface="Aptos"/>
                <a:ea typeface="Aptos"/>
                <a:cs typeface="Aptos"/>
              </a:rPr>
              <a:t>2</a:t>
            </a:r>
          </a:p>
        </p:txBody>
      </p:sp>
      <p:sp>
        <p:nvSpPr>
          <p:cNvPr id="11" name="ecosystem-title-1">
            <a:extLst xmlns:a="http://schemas.openxmlformats.org/drawingml/2006/main">
              <a:ext uri="{FF2B5EF4-FFF2-40B4-BE49-F238E27FC236}">
                <a16:creationId xmlns:a16="http://schemas.microsoft.com/office/drawing/2014/main" id="{5654FAB4-56D0-4DE3-86F8-38B7278A2D2A}"/>
              </a:ext>
            </a:extLst>
          </p:cNvPr>
          <p:cNvSpPr>
            <a:spLocks xmlns:a="http://schemas.openxmlformats.org/drawingml/2006/main" noGrp="1"/>
          </p:cNvSpPr>
          <p:nvPr/>
        </p:nvSpPr>
        <p:spPr>
          <a:xfrm xmlns:a="http://schemas.openxmlformats.org/drawingml/2006/main">
            <a:off x="2800350" y="3409950"/>
            <a:ext cx="2133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75" b="1" i="0">
                <a:solidFill>
                  <a:srgbClr val="003366"/>
                </a:solidFill>
                <a:latin typeface="Aptos"/>
                <a:ea typeface="Aptos"/>
                <a:cs typeface="Aptos"/>
              </a:defRPr>
            </a:defPPr>
            <a:lvl1pPr algn="ctr">
              <a:defRPr sz="1275" b="1" i="0">
                <a:solidFill>
                  <a:srgbClr val="003366"/>
                </a:solidFill>
                <a:latin typeface="Aptos"/>
                <a:ea typeface="Aptos"/>
                <a:cs typeface="Aptos"/>
              </a:defRPr>
            </a:lvl1pPr>
            <a:lvl2pPr algn="ctr">
              <a:defRPr sz="1275" b="1" i="0">
                <a:solidFill>
                  <a:srgbClr val="003366"/>
                </a:solidFill>
                <a:latin typeface="Aptos"/>
                <a:ea typeface="Aptos"/>
                <a:cs typeface="Aptos"/>
              </a:defRPr>
            </a:lvl2pPr>
            <a:lvl3pPr algn="ctr">
              <a:defRPr sz="1275" b="1" i="0">
                <a:solidFill>
                  <a:srgbClr val="003366"/>
                </a:solidFill>
                <a:latin typeface="Aptos"/>
                <a:ea typeface="Aptos"/>
                <a:cs typeface="Aptos"/>
              </a:defRPr>
            </a:lvl3pPr>
            <a:lvl4pPr algn="ctr">
              <a:defRPr sz="1275" b="1" i="0">
                <a:solidFill>
                  <a:srgbClr val="003366"/>
                </a:solidFill>
                <a:latin typeface="Aptos"/>
                <a:ea typeface="Aptos"/>
                <a:cs typeface="Aptos"/>
              </a:defRPr>
            </a:lvl4pPr>
            <a:lvl5pPr algn="ctr">
              <a:defRPr sz="1275" b="1" i="0">
                <a:solidFill>
                  <a:srgbClr val="003366"/>
                </a:solidFill>
                <a:latin typeface="Aptos"/>
                <a:ea typeface="Aptos"/>
                <a:cs typeface="Aptos"/>
              </a:defRPr>
            </a:lvl5pPr>
            <a:lvl6pPr algn="ctr">
              <a:defRPr sz="1275" b="1" i="0">
                <a:solidFill>
                  <a:srgbClr val="003366"/>
                </a:solidFill>
                <a:latin typeface="Aptos"/>
                <a:ea typeface="Aptos"/>
                <a:cs typeface="Aptos"/>
              </a:defRPr>
            </a:lvl6pPr>
            <a:lvl7pPr algn="ctr">
              <a:defRPr sz="1275" b="1" i="0">
                <a:solidFill>
                  <a:srgbClr val="003366"/>
                </a:solidFill>
                <a:latin typeface="Aptos"/>
                <a:ea typeface="Aptos"/>
                <a:cs typeface="Aptos"/>
              </a:defRPr>
            </a:lvl7pPr>
            <a:lvl8pPr algn="ctr">
              <a:defRPr sz="1275" b="1" i="0">
                <a:solidFill>
                  <a:srgbClr val="003366"/>
                </a:solidFill>
                <a:latin typeface="Aptos"/>
                <a:ea typeface="Aptos"/>
                <a:cs typeface="Aptos"/>
              </a:defRPr>
            </a:lvl8pPr>
            <a:lvl9pPr algn="ctr">
              <a:defRPr sz="1275" b="1" i="0">
                <a:solidFill>
                  <a:srgbClr val="003366"/>
                </a:solidFill>
                <a:latin typeface="Aptos"/>
                <a:ea typeface="Aptos"/>
                <a:cs typeface="Aptos"/>
              </a:defRPr>
            </a:lvl9pPr>
          </a:lstStyle>
          <a:p xmlns:a="http://schemas.openxmlformats.org/drawingml/2006/main">
            <a:pPr algn="ctr">
              <a:defRPr sz="1275" b="1" i="0">
                <a:solidFill>
                  <a:srgbClr val="003366"/>
                </a:solidFill>
                <a:latin typeface="Aptos"/>
                <a:ea typeface="Aptos"/>
                <a:cs typeface="Aptos"/>
              </a:defRPr>
            </a:pPr>
            <a:r>
              <a:rPr sz="1275" b="1" i="0">
                <a:solidFill>
                  <a:srgbClr val="003366"/>
                </a:solidFill>
                <a:latin typeface="Aptos"/>
                <a:ea typeface="Aptos"/>
                <a:cs typeface="Aptos"/>
              </a:rPr>
              <a:t>CRM</a:t>
            </a:r>
          </a:p>
        </p:txBody>
      </p:sp>
      <p:sp>
        <p:nvSpPr>
          <p:cNvPr id="12" name="ecosystem-copy-1">
            <a:extLst xmlns:a="http://schemas.openxmlformats.org/drawingml/2006/main">
              <a:ext uri="{FF2B5EF4-FFF2-40B4-BE49-F238E27FC236}">
                <a16:creationId xmlns:a16="http://schemas.microsoft.com/office/drawing/2014/main" id="{8DB7308D-FDF5-4542-8997-069689E7A4C5}"/>
              </a:ext>
            </a:extLst>
          </p:cNvPr>
          <p:cNvSpPr>
            <a:spLocks xmlns:a="http://schemas.openxmlformats.org/drawingml/2006/main" noGrp="1"/>
          </p:cNvSpPr>
          <p:nvPr/>
        </p:nvSpPr>
        <p:spPr>
          <a:xfrm xmlns:a="http://schemas.openxmlformats.org/drawingml/2006/main">
            <a:off x="2800350" y="3771900"/>
            <a:ext cx="2133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00" b="0" i="0">
                <a:solidFill>
                  <a:srgbClr val="17324D"/>
                </a:solidFill>
                <a:latin typeface="Aptos"/>
                <a:ea typeface="Aptos"/>
                <a:cs typeface="Aptos"/>
              </a:defRPr>
            </a:defPPr>
            <a:lvl1pPr algn="ctr">
              <a:defRPr sz="1200" b="0" i="0">
                <a:solidFill>
                  <a:srgbClr val="17324D"/>
                </a:solidFill>
                <a:latin typeface="Aptos"/>
                <a:ea typeface="Aptos"/>
                <a:cs typeface="Aptos"/>
              </a:defRPr>
            </a:lvl1pPr>
            <a:lvl2pPr algn="ctr">
              <a:defRPr sz="1200" b="0" i="0">
                <a:solidFill>
                  <a:srgbClr val="17324D"/>
                </a:solidFill>
                <a:latin typeface="Aptos"/>
                <a:ea typeface="Aptos"/>
                <a:cs typeface="Aptos"/>
              </a:defRPr>
            </a:lvl2pPr>
            <a:lvl3pPr algn="ctr">
              <a:defRPr sz="1200" b="0" i="0">
                <a:solidFill>
                  <a:srgbClr val="17324D"/>
                </a:solidFill>
                <a:latin typeface="Aptos"/>
                <a:ea typeface="Aptos"/>
                <a:cs typeface="Aptos"/>
              </a:defRPr>
            </a:lvl3pPr>
            <a:lvl4pPr algn="ctr">
              <a:defRPr sz="1200" b="0" i="0">
                <a:solidFill>
                  <a:srgbClr val="17324D"/>
                </a:solidFill>
                <a:latin typeface="Aptos"/>
                <a:ea typeface="Aptos"/>
                <a:cs typeface="Aptos"/>
              </a:defRPr>
            </a:lvl4pPr>
            <a:lvl5pPr algn="ctr">
              <a:defRPr sz="1200" b="0" i="0">
                <a:solidFill>
                  <a:srgbClr val="17324D"/>
                </a:solidFill>
                <a:latin typeface="Aptos"/>
                <a:ea typeface="Aptos"/>
                <a:cs typeface="Aptos"/>
              </a:defRPr>
            </a:lvl5pPr>
            <a:lvl6pPr algn="ctr">
              <a:defRPr sz="1200" b="0" i="0">
                <a:solidFill>
                  <a:srgbClr val="17324D"/>
                </a:solidFill>
                <a:latin typeface="Aptos"/>
                <a:ea typeface="Aptos"/>
                <a:cs typeface="Aptos"/>
              </a:defRPr>
            </a:lvl6pPr>
            <a:lvl7pPr algn="ctr">
              <a:defRPr sz="1200" b="0" i="0">
                <a:solidFill>
                  <a:srgbClr val="17324D"/>
                </a:solidFill>
                <a:latin typeface="Aptos"/>
                <a:ea typeface="Aptos"/>
                <a:cs typeface="Aptos"/>
              </a:defRPr>
            </a:lvl7pPr>
            <a:lvl8pPr algn="ctr">
              <a:defRPr sz="1200" b="0" i="0">
                <a:solidFill>
                  <a:srgbClr val="17324D"/>
                </a:solidFill>
                <a:latin typeface="Aptos"/>
                <a:ea typeface="Aptos"/>
                <a:cs typeface="Aptos"/>
              </a:defRPr>
            </a:lvl8pPr>
            <a:lvl9pPr algn="ctr">
              <a:defRPr sz="1200" b="0" i="0">
                <a:solidFill>
                  <a:srgbClr val="17324D"/>
                </a:solidFill>
                <a:latin typeface="Aptos"/>
                <a:ea typeface="Aptos"/>
                <a:cs typeface="Aptos"/>
              </a:defRPr>
            </a:lvl9pPr>
          </a:lstStyle>
          <a:p xmlns:a="http://schemas.openxmlformats.org/drawingml/2006/main">
            <a:pPr algn="ctr">
              <a:defRPr sz="1200" b="0" i="0">
                <a:solidFill>
                  <a:srgbClr val="17324D"/>
                </a:solidFill>
                <a:latin typeface="Aptos"/>
                <a:ea typeface="Aptos"/>
                <a:cs typeface="Aptos"/>
              </a:defRPr>
            </a:pPr>
            <a:r>
              <a:rPr sz="1200" b="0" i="0">
                <a:solidFill>
                  <a:srgbClr val="17324D"/>
                </a:solidFill>
                <a:latin typeface="Aptos"/>
                <a:ea typeface="Aptos"/>
                <a:cs typeface="Aptos"/>
              </a:rPr>
              <a:t>Fuente de verdad</a:t>
            </a:r>
          </a:p>
        </p:txBody>
      </p:sp>
      <p:sp>
        <p:nvSpPr>
          <p:cNvPr id="13" name="ecosystem-link-1">
            <a:extLst xmlns:a="http://schemas.openxmlformats.org/drawingml/2006/main">
              <a:ext uri="{FF2B5EF4-FFF2-40B4-BE49-F238E27FC236}">
                <a16:creationId xmlns:a16="http://schemas.microsoft.com/office/drawing/2014/main" id="{014569AC-05FA-4A17-A16F-CBC26D2C55C8}"/>
              </a:ext>
            </a:extLst>
          </p:cNvPr>
          <p:cNvSpPr>
            <a:spLocks xmlns:a="http://schemas.openxmlformats.org/drawingml/2006/main" noGrp="1"/>
          </p:cNvSpPr>
          <p:nvPr/>
        </p:nvSpPr>
        <p:spPr>
          <a:xfrm xmlns:a="http://schemas.openxmlformats.org/drawingml/2006/main">
            <a:off x="4324350" y="2762250"/>
            <a:ext cx="800100" cy="38100"/>
          </a:xfrm>
          <a:prstGeom xmlns:a="http://schemas.openxmlformats.org/drawingml/2006/main" prst="rect">
            <a:avLst/>
          </a:prstGeom>
          <a:solidFill xmlns:a="http://schemas.openxmlformats.org/drawingml/2006/main">
            <a:srgbClr val="19A7CE"/>
          </a:solidFill>
          <a:ln xmlns:a="http://schemas.openxmlformats.org/drawingml/2006/main" w="0">
            <a:noFill/>
            <a:prstDash val="solid"/>
          </a:ln>
        </p:spPr>
      </p:sp>
      <p:sp>
        <p:nvSpPr>
          <p:cNvPr id="14" name="ecosystem-circle-2">
            <a:extLst xmlns:a="http://schemas.openxmlformats.org/drawingml/2006/main">
              <a:ext uri="{FF2B5EF4-FFF2-40B4-BE49-F238E27FC236}">
                <a16:creationId xmlns:a16="http://schemas.microsoft.com/office/drawing/2014/main" id="{9CAA585A-11A5-4BBE-8573-71B51C0E0F11}"/>
              </a:ext>
            </a:extLst>
          </p:cNvPr>
          <p:cNvSpPr>
            <a:spLocks xmlns:a="http://schemas.openxmlformats.org/drawingml/2006/main" noGrp="1"/>
          </p:cNvSpPr>
          <p:nvPr/>
        </p:nvSpPr>
        <p:spPr>
          <a:xfrm xmlns:a="http://schemas.openxmlformats.org/drawingml/2006/main">
            <a:off x="5791200" y="2381250"/>
            <a:ext cx="800100" cy="800100"/>
          </a:xfrm>
          <a:prstGeom xmlns:a="http://schemas.openxmlformats.org/drawingml/2006/main" prst="ellipse">
            <a:avLst/>
          </a:prstGeom>
          <a:solidFill xmlns:a="http://schemas.openxmlformats.org/drawingml/2006/main">
            <a:srgbClr val="19A7CE"/>
          </a:solidFill>
          <a:ln xmlns:a="http://schemas.openxmlformats.org/drawingml/2006/main" w="0">
            <a:noFill/>
            <a:prstDash val="solid"/>
          </a:ln>
        </p:spPr>
      </p:sp>
      <p:sp>
        <p:nvSpPr>
          <p:cNvPr id="15" name="ecosystem-index-2">
            <a:extLst xmlns:a="http://schemas.openxmlformats.org/drawingml/2006/main">
              <a:ext uri="{FF2B5EF4-FFF2-40B4-BE49-F238E27FC236}">
                <a16:creationId xmlns:a16="http://schemas.microsoft.com/office/drawing/2014/main" id="{F632DD9F-ED4C-4D05-AFE4-C2BE6937D77C}"/>
              </a:ext>
            </a:extLst>
          </p:cNvPr>
          <p:cNvSpPr>
            <a:spLocks xmlns:a="http://schemas.openxmlformats.org/drawingml/2006/main" noGrp="1"/>
          </p:cNvSpPr>
          <p:nvPr/>
        </p:nvSpPr>
        <p:spPr>
          <a:xfrm xmlns:a="http://schemas.openxmlformats.org/drawingml/2006/main">
            <a:off x="5791200" y="2543175"/>
            <a:ext cx="800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75" b="1" i="0">
                <a:solidFill>
                  <a:srgbClr val="FFFFFF"/>
                </a:solidFill>
                <a:latin typeface="Aptos"/>
                <a:ea typeface="Aptos"/>
                <a:cs typeface="Aptos"/>
              </a:defRPr>
            </a:defPPr>
            <a:lvl1pPr algn="ctr">
              <a:defRPr sz="1875" b="1" i="0">
                <a:solidFill>
                  <a:srgbClr val="FFFFFF"/>
                </a:solidFill>
                <a:latin typeface="Aptos"/>
                <a:ea typeface="Aptos"/>
                <a:cs typeface="Aptos"/>
              </a:defRPr>
            </a:lvl1pPr>
            <a:lvl2pPr algn="ctr">
              <a:defRPr sz="1875" b="1" i="0">
                <a:solidFill>
                  <a:srgbClr val="FFFFFF"/>
                </a:solidFill>
                <a:latin typeface="Aptos"/>
                <a:ea typeface="Aptos"/>
                <a:cs typeface="Aptos"/>
              </a:defRPr>
            </a:lvl2pPr>
            <a:lvl3pPr algn="ctr">
              <a:defRPr sz="1875" b="1" i="0">
                <a:solidFill>
                  <a:srgbClr val="FFFFFF"/>
                </a:solidFill>
                <a:latin typeface="Aptos"/>
                <a:ea typeface="Aptos"/>
                <a:cs typeface="Aptos"/>
              </a:defRPr>
            </a:lvl3pPr>
            <a:lvl4pPr algn="ctr">
              <a:defRPr sz="1875" b="1" i="0">
                <a:solidFill>
                  <a:srgbClr val="FFFFFF"/>
                </a:solidFill>
                <a:latin typeface="Aptos"/>
                <a:ea typeface="Aptos"/>
                <a:cs typeface="Aptos"/>
              </a:defRPr>
            </a:lvl4pPr>
            <a:lvl5pPr algn="ctr">
              <a:defRPr sz="1875" b="1" i="0">
                <a:solidFill>
                  <a:srgbClr val="FFFFFF"/>
                </a:solidFill>
                <a:latin typeface="Aptos"/>
                <a:ea typeface="Aptos"/>
                <a:cs typeface="Aptos"/>
              </a:defRPr>
            </a:lvl5pPr>
            <a:lvl6pPr algn="ctr">
              <a:defRPr sz="1875" b="1" i="0">
                <a:solidFill>
                  <a:srgbClr val="FFFFFF"/>
                </a:solidFill>
                <a:latin typeface="Aptos"/>
                <a:ea typeface="Aptos"/>
                <a:cs typeface="Aptos"/>
              </a:defRPr>
            </a:lvl6pPr>
            <a:lvl7pPr algn="ctr">
              <a:defRPr sz="1875" b="1" i="0">
                <a:solidFill>
                  <a:srgbClr val="FFFFFF"/>
                </a:solidFill>
                <a:latin typeface="Aptos"/>
                <a:ea typeface="Aptos"/>
                <a:cs typeface="Aptos"/>
              </a:defRPr>
            </a:lvl7pPr>
            <a:lvl8pPr algn="ctr">
              <a:defRPr sz="1875" b="1" i="0">
                <a:solidFill>
                  <a:srgbClr val="FFFFFF"/>
                </a:solidFill>
                <a:latin typeface="Aptos"/>
                <a:ea typeface="Aptos"/>
                <a:cs typeface="Aptos"/>
              </a:defRPr>
            </a:lvl8pPr>
            <a:lvl9pPr algn="ctr">
              <a:defRPr sz="1875" b="1" i="0">
                <a:solidFill>
                  <a:srgbClr val="FFFFFF"/>
                </a:solidFill>
                <a:latin typeface="Aptos"/>
                <a:ea typeface="Aptos"/>
                <a:cs typeface="Aptos"/>
              </a:defRPr>
            </a:lvl9pPr>
          </a:lstStyle>
          <a:p xmlns:a="http://schemas.openxmlformats.org/drawingml/2006/main">
            <a:pPr algn="ctr">
              <a:defRPr sz="1875" b="1" i="0">
                <a:solidFill>
                  <a:srgbClr val="FFFFFF"/>
                </a:solidFill>
                <a:latin typeface="Aptos"/>
                <a:ea typeface="Aptos"/>
                <a:cs typeface="Aptos"/>
              </a:defRPr>
            </a:pPr>
            <a:r>
              <a:rPr sz="1875" b="1" i="0">
                <a:solidFill>
                  <a:srgbClr val="FFFFFF"/>
                </a:solidFill>
                <a:latin typeface="Aptos"/>
                <a:ea typeface="Aptos"/>
                <a:cs typeface="Aptos"/>
              </a:rPr>
              <a:t>3</a:t>
            </a:r>
          </a:p>
        </p:txBody>
      </p:sp>
      <p:sp>
        <p:nvSpPr>
          <p:cNvPr id="16" name="ecosystem-title-2">
            <a:extLst xmlns:a="http://schemas.openxmlformats.org/drawingml/2006/main">
              <a:ext uri="{FF2B5EF4-FFF2-40B4-BE49-F238E27FC236}">
                <a16:creationId xmlns:a16="http://schemas.microsoft.com/office/drawing/2014/main" id="{C4234B03-A483-4F9D-87B1-BCFA3C2D8054}"/>
              </a:ext>
            </a:extLst>
          </p:cNvPr>
          <p:cNvSpPr>
            <a:spLocks xmlns:a="http://schemas.openxmlformats.org/drawingml/2006/main" noGrp="1"/>
          </p:cNvSpPr>
          <p:nvPr/>
        </p:nvSpPr>
        <p:spPr>
          <a:xfrm xmlns:a="http://schemas.openxmlformats.org/drawingml/2006/main">
            <a:off x="5124450" y="3409950"/>
            <a:ext cx="2133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75" b="1" i="0">
                <a:solidFill>
                  <a:srgbClr val="003366"/>
                </a:solidFill>
                <a:latin typeface="Aptos"/>
                <a:ea typeface="Aptos"/>
                <a:cs typeface="Aptos"/>
              </a:defRPr>
            </a:defPPr>
            <a:lvl1pPr algn="ctr">
              <a:defRPr sz="1275" b="1" i="0">
                <a:solidFill>
                  <a:srgbClr val="003366"/>
                </a:solidFill>
                <a:latin typeface="Aptos"/>
                <a:ea typeface="Aptos"/>
                <a:cs typeface="Aptos"/>
              </a:defRPr>
            </a:lvl1pPr>
            <a:lvl2pPr algn="ctr">
              <a:defRPr sz="1275" b="1" i="0">
                <a:solidFill>
                  <a:srgbClr val="003366"/>
                </a:solidFill>
                <a:latin typeface="Aptos"/>
                <a:ea typeface="Aptos"/>
                <a:cs typeface="Aptos"/>
              </a:defRPr>
            </a:lvl2pPr>
            <a:lvl3pPr algn="ctr">
              <a:defRPr sz="1275" b="1" i="0">
                <a:solidFill>
                  <a:srgbClr val="003366"/>
                </a:solidFill>
                <a:latin typeface="Aptos"/>
                <a:ea typeface="Aptos"/>
                <a:cs typeface="Aptos"/>
              </a:defRPr>
            </a:lvl3pPr>
            <a:lvl4pPr algn="ctr">
              <a:defRPr sz="1275" b="1" i="0">
                <a:solidFill>
                  <a:srgbClr val="003366"/>
                </a:solidFill>
                <a:latin typeface="Aptos"/>
                <a:ea typeface="Aptos"/>
                <a:cs typeface="Aptos"/>
              </a:defRPr>
            </a:lvl4pPr>
            <a:lvl5pPr algn="ctr">
              <a:defRPr sz="1275" b="1" i="0">
                <a:solidFill>
                  <a:srgbClr val="003366"/>
                </a:solidFill>
                <a:latin typeface="Aptos"/>
                <a:ea typeface="Aptos"/>
                <a:cs typeface="Aptos"/>
              </a:defRPr>
            </a:lvl5pPr>
            <a:lvl6pPr algn="ctr">
              <a:defRPr sz="1275" b="1" i="0">
                <a:solidFill>
                  <a:srgbClr val="003366"/>
                </a:solidFill>
                <a:latin typeface="Aptos"/>
                <a:ea typeface="Aptos"/>
                <a:cs typeface="Aptos"/>
              </a:defRPr>
            </a:lvl6pPr>
            <a:lvl7pPr algn="ctr">
              <a:defRPr sz="1275" b="1" i="0">
                <a:solidFill>
                  <a:srgbClr val="003366"/>
                </a:solidFill>
                <a:latin typeface="Aptos"/>
                <a:ea typeface="Aptos"/>
                <a:cs typeface="Aptos"/>
              </a:defRPr>
            </a:lvl7pPr>
            <a:lvl8pPr algn="ctr">
              <a:defRPr sz="1275" b="1" i="0">
                <a:solidFill>
                  <a:srgbClr val="003366"/>
                </a:solidFill>
                <a:latin typeface="Aptos"/>
                <a:ea typeface="Aptos"/>
                <a:cs typeface="Aptos"/>
              </a:defRPr>
            </a:lvl8pPr>
            <a:lvl9pPr algn="ctr">
              <a:defRPr sz="1275" b="1" i="0">
                <a:solidFill>
                  <a:srgbClr val="003366"/>
                </a:solidFill>
                <a:latin typeface="Aptos"/>
                <a:ea typeface="Aptos"/>
                <a:cs typeface="Aptos"/>
              </a:defRPr>
            </a:lvl9pPr>
          </a:lstStyle>
          <a:p xmlns:a="http://schemas.openxmlformats.org/drawingml/2006/main">
            <a:pPr algn="ctr">
              <a:defRPr sz="1275" b="1" i="0">
                <a:solidFill>
                  <a:srgbClr val="003366"/>
                </a:solidFill>
                <a:latin typeface="Aptos"/>
                <a:ea typeface="Aptos"/>
                <a:cs typeface="Aptos"/>
              </a:defRPr>
            </a:pPr>
            <a:r>
              <a:rPr sz="1275" b="1" i="0">
                <a:solidFill>
                  <a:srgbClr val="003366"/>
                </a:solidFill>
                <a:latin typeface="Aptos"/>
                <a:ea typeface="Aptos"/>
                <a:cs typeface="Aptos"/>
              </a:rPr>
              <a:t>RESPONSABLE</a:t>
            </a:r>
          </a:p>
        </p:txBody>
      </p:sp>
      <p:sp>
        <p:nvSpPr>
          <p:cNvPr id="17" name="ecosystem-copy-2">
            <a:extLst xmlns:a="http://schemas.openxmlformats.org/drawingml/2006/main">
              <a:ext uri="{FF2B5EF4-FFF2-40B4-BE49-F238E27FC236}">
                <a16:creationId xmlns:a16="http://schemas.microsoft.com/office/drawing/2014/main" id="{760FE2BD-9471-4505-9B96-0AE03CDD8481}"/>
              </a:ext>
            </a:extLst>
          </p:cNvPr>
          <p:cNvSpPr>
            <a:spLocks xmlns:a="http://schemas.openxmlformats.org/drawingml/2006/main" noGrp="1"/>
          </p:cNvSpPr>
          <p:nvPr/>
        </p:nvSpPr>
        <p:spPr>
          <a:xfrm xmlns:a="http://schemas.openxmlformats.org/drawingml/2006/main">
            <a:off x="5124450" y="3771900"/>
            <a:ext cx="2133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00" b="0" i="0">
                <a:solidFill>
                  <a:srgbClr val="17324D"/>
                </a:solidFill>
                <a:latin typeface="Aptos"/>
                <a:ea typeface="Aptos"/>
                <a:cs typeface="Aptos"/>
              </a:defRPr>
            </a:defPPr>
            <a:lvl1pPr algn="ctr">
              <a:defRPr sz="1200" b="0" i="0">
                <a:solidFill>
                  <a:srgbClr val="17324D"/>
                </a:solidFill>
                <a:latin typeface="Aptos"/>
                <a:ea typeface="Aptos"/>
                <a:cs typeface="Aptos"/>
              </a:defRPr>
            </a:lvl1pPr>
            <a:lvl2pPr algn="ctr">
              <a:defRPr sz="1200" b="0" i="0">
                <a:solidFill>
                  <a:srgbClr val="17324D"/>
                </a:solidFill>
                <a:latin typeface="Aptos"/>
                <a:ea typeface="Aptos"/>
                <a:cs typeface="Aptos"/>
              </a:defRPr>
            </a:lvl2pPr>
            <a:lvl3pPr algn="ctr">
              <a:defRPr sz="1200" b="0" i="0">
                <a:solidFill>
                  <a:srgbClr val="17324D"/>
                </a:solidFill>
                <a:latin typeface="Aptos"/>
                <a:ea typeface="Aptos"/>
                <a:cs typeface="Aptos"/>
              </a:defRPr>
            </a:lvl3pPr>
            <a:lvl4pPr algn="ctr">
              <a:defRPr sz="1200" b="0" i="0">
                <a:solidFill>
                  <a:srgbClr val="17324D"/>
                </a:solidFill>
                <a:latin typeface="Aptos"/>
                <a:ea typeface="Aptos"/>
                <a:cs typeface="Aptos"/>
              </a:defRPr>
            </a:lvl4pPr>
            <a:lvl5pPr algn="ctr">
              <a:defRPr sz="1200" b="0" i="0">
                <a:solidFill>
                  <a:srgbClr val="17324D"/>
                </a:solidFill>
                <a:latin typeface="Aptos"/>
                <a:ea typeface="Aptos"/>
                <a:cs typeface="Aptos"/>
              </a:defRPr>
            </a:lvl5pPr>
            <a:lvl6pPr algn="ctr">
              <a:defRPr sz="1200" b="0" i="0">
                <a:solidFill>
                  <a:srgbClr val="17324D"/>
                </a:solidFill>
                <a:latin typeface="Aptos"/>
                <a:ea typeface="Aptos"/>
                <a:cs typeface="Aptos"/>
              </a:defRPr>
            </a:lvl6pPr>
            <a:lvl7pPr algn="ctr">
              <a:defRPr sz="1200" b="0" i="0">
                <a:solidFill>
                  <a:srgbClr val="17324D"/>
                </a:solidFill>
                <a:latin typeface="Aptos"/>
                <a:ea typeface="Aptos"/>
                <a:cs typeface="Aptos"/>
              </a:defRPr>
            </a:lvl7pPr>
            <a:lvl8pPr algn="ctr">
              <a:defRPr sz="1200" b="0" i="0">
                <a:solidFill>
                  <a:srgbClr val="17324D"/>
                </a:solidFill>
                <a:latin typeface="Aptos"/>
                <a:ea typeface="Aptos"/>
                <a:cs typeface="Aptos"/>
              </a:defRPr>
            </a:lvl8pPr>
            <a:lvl9pPr algn="ctr">
              <a:defRPr sz="1200" b="0" i="0">
                <a:solidFill>
                  <a:srgbClr val="17324D"/>
                </a:solidFill>
                <a:latin typeface="Aptos"/>
                <a:ea typeface="Aptos"/>
                <a:cs typeface="Aptos"/>
              </a:defRPr>
            </a:lvl9pPr>
          </a:lstStyle>
          <a:p xmlns:a="http://schemas.openxmlformats.org/drawingml/2006/main">
            <a:pPr algn="ctr">
              <a:defRPr sz="1200" b="0" i="0">
                <a:solidFill>
                  <a:srgbClr val="17324D"/>
                </a:solidFill>
                <a:latin typeface="Aptos"/>
                <a:ea typeface="Aptos"/>
                <a:cs typeface="Aptos"/>
              </a:defRPr>
            </a:pPr>
            <a:r>
              <a:rPr sz="1200" b="0" i="0">
                <a:solidFill>
                  <a:srgbClr val="17324D"/>
                </a:solidFill>
                <a:latin typeface="Aptos"/>
                <a:ea typeface="Aptos"/>
                <a:cs typeface="Aptos"/>
              </a:rPr>
              <a:t>Revisión humana</a:t>
            </a:r>
          </a:p>
        </p:txBody>
      </p:sp>
      <p:sp>
        <p:nvSpPr>
          <p:cNvPr id="18" name="ecosystem-link-2">
            <a:extLst xmlns:a="http://schemas.openxmlformats.org/drawingml/2006/main">
              <a:ext uri="{FF2B5EF4-FFF2-40B4-BE49-F238E27FC236}">
                <a16:creationId xmlns:a16="http://schemas.microsoft.com/office/drawing/2014/main" id="{B8D49827-3496-4100-9300-ED52B415CEF0}"/>
              </a:ext>
            </a:extLst>
          </p:cNvPr>
          <p:cNvSpPr>
            <a:spLocks xmlns:a="http://schemas.openxmlformats.org/drawingml/2006/main" noGrp="1"/>
          </p:cNvSpPr>
          <p:nvPr/>
        </p:nvSpPr>
        <p:spPr>
          <a:xfrm xmlns:a="http://schemas.openxmlformats.org/drawingml/2006/main">
            <a:off x="6648450" y="2762250"/>
            <a:ext cx="800100" cy="38100"/>
          </a:xfrm>
          <a:prstGeom xmlns:a="http://schemas.openxmlformats.org/drawingml/2006/main" prst="rect">
            <a:avLst/>
          </a:prstGeom>
          <a:solidFill xmlns:a="http://schemas.openxmlformats.org/drawingml/2006/main">
            <a:srgbClr val="19A7CE"/>
          </a:solidFill>
          <a:ln xmlns:a="http://schemas.openxmlformats.org/drawingml/2006/main" w="0">
            <a:noFill/>
            <a:prstDash val="solid"/>
          </a:ln>
        </p:spPr>
      </p:sp>
      <p:sp>
        <p:nvSpPr>
          <p:cNvPr id="19" name="ecosystem-circle-3">
            <a:extLst xmlns:a="http://schemas.openxmlformats.org/drawingml/2006/main">
              <a:ext uri="{FF2B5EF4-FFF2-40B4-BE49-F238E27FC236}">
                <a16:creationId xmlns:a16="http://schemas.microsoft.com/office/drawing/2014/main" id="{62E5FC33-BD58-4DC7-A80F-2B1E3A18070C}"/>
              </a:ext>
            </a:extLst>
          </p:cNvPr>
          <p:cNvSpPr>
            <a:spLocks xmlns:a="http://schemas.openxmlformats.org/drawingml/2006/main" noGrp="1"/>
          </p:cNvSpPr>
          <p:nvPr/>
        </p:nvSpPr>
        <p:spPr>
          <a:xfrm xmlns:a="http://schemas.openxmlformats.org/drawingml/2006/main">
            <a:off x="8115300" y="2381250"/>
            <a:ext cx="800100" cy="800100"/>
          </a:xfrm>
          <a:prstGeom xmlns:a="http://schemas.openxmlformats.org/drawingml/2006/main" prst="ellipse">
            <a:avLst/>
          </a:prstGeom>
          <a:solidFill xmlns:a="http://schemas.openxmlformats.org/drawingml/2006/main">
            <a:srgbClr val="D6A84B"/>
          </a:solidFill>
          <a:ln xmlns:a="http://schemas.openxmlformats.org/drawingml/2006/main" w="0">
            <a:noFill/>
            <a:prstDash val="solid"/>
          </a:ln>
        </p:spPr>
      </p:sp>
      <p:sp>
        <p:nvSpPr>
          <p:cNvPr id="20" name="ecosystem-index-3">
            <a:extLst xmlns:a="http://schemas.openxmlformats.org/drawingml/2006/main">
              <a:ext uri="{FF2B5EF4-FFF2-40B4-BE49-F238E27FC236}">
                <a16:creationId xmlns:a16="http://schemas.microsoft.com/office/drawing/2014/main" id="{47A5D0CA-86B4-4E65-94DE-6400E7E7EF57}"/>
              </a:ext>
            </a:extLst>
          </p:cNvPr>
          <p:cNvSpPr>
            <a:spLocks xmlns:a="http://schemas.openxmlformats.org/drawingml/2006/main" noGrp="1"/>
          </p:cNvSpPr>
          <p:nvPr/>
        </p:nvSpPr>
        <p:spPr>
          <a:xfrm xmlns:a="http://schemas.openxmlformats.org/drawingml/2006/main">
            <a:off x="8115300" y="2543175"/>
            <a:ext cx="800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75" b="1" i="0">
                <a:solidFill>
                  <a:srgbClr val="FFFFFF"/>
                </a:solidFill>
                <a:latin typeface="Aptos"/>
                <a:ea typeface="Aptos"/>
                <a:cs typeface="Aptos"/>
              </a:defRPr>
            </a:defPPr>
            <a:lvl1pPr algn="ctr">
              <a:defRPr sz="1875" b="1" i="0">
                <a:solidFill>
                  <a:srgbClr val="FFFFFF"/>
                </a:solidFill>
                <a:latin typeface="Aptos"/>
                <a:ea typeface="Aptos"/>
                <a:cs typeface="Aptos"/>
              </a:defRPr>
            </a:lvl1pPr>
            <a:lvl2pPr algn="ctr">
              <a:defRPr sz="1875" b="1" i="0">
                <a:solidFill>
                  <a:srgbClr val="FFFFFF"/>
                </a:solidFill>
                <a:latin typeface="Aptos"/>
                <a:ea typeface="Aptos"/>
                <a:cs typeface="Aptos"/>
              </a:defRPr>
            </a:lvl2pPr>
            <a:lvl3pPr algn="ctr">
              <a:defRPr sz="1875" b="1" i="0">
                <a:solidFill>
                  <a:srgbClr val="FFFFFF"/>
                </a:solidFill>
                <a:latin typeface="Aptos"/>
                <a:ea typeface="Aptos"/>
                <a:cs typeface="Aptos"/>
              </a:defRPr>
            </a:lvl3pPr>
            <a:lvl4pPr algn="ctr">
              <a:defRPr sz="1875" b="1" i="0">
                <a:solidFill>
                  <a:srgbClr val="FFFFFF"/>
                </a:solidFill>
                <a:latin typeface="Aptos"/>
                <a:ea typeface="Aptos"/>
                <a:cs typeface="Aptos"/>
              </a:defRPr>
            </a:lvl4pPr>
            <a:lvl5pPr algn="ctr">
              <a:defRPr sz="1875" b="1" i="0">
                <a:solidFill>
                  <a:srgbClr val="FFFFFF"/>
                </a:solidFill>
                <a:latin typeface="Aptos"/>
                <a:ea typeface="Aptos"/>
                <a:cs typeface="Aptos"/>
              </a:defRPr>
            </a:lvl5pPr>
            <a:lvl6pPr algn="ctr">
              <a:defRPr sz="1875" b="1" i="0">
                <a:solidFill>
                  <a:srgbClr val="FFFFFF"/>
                </a:solidFill>
                <a:latin typeface="Aptos"/>
                <a:ea typeface="Aptos"/>
                <a:cs typeface="Aptos"/>
              </a:defRPr>
            </a:lvl6pPr>
            <a:lvl7pPr algn="ctr">
              <a:defRPr sz="1875" b="1" i="0">
                <a:solidFill>
                  <a:srgbClr val="FFFFFF"/>
                </a:solidFill>
                <a:latin typeface="Aptos"/>
                <a:ea typeface="Aptos"/>
                <a:cs typeface="Aptos"/>
              </a:defRPr>
            </a:lvl7pPr>
            <a:lvl8pPr algn="ctr">
              <a:defRPr sz="1875" b="1" i="0">
                <a:solidFill>
                  <a:srgbClr val="FFFFFF"/>
                </a:solidFill>
                <a:latin typeface="Aptos"/>
                <a:ea typeface="Aptos"/>
                <a:cs typeface="Aptos"/>
              </a:defRPr>
            </a:lvl8pPr>
            <a:lvl9pPr algn="ctr">
              <a:defRPr sz="1875" b="1" i="0">
                <a:solidFill>
                  <a:srgbClr val="FFFFFF"/>
                </a:solidFill>
                <a:latin typeface="Aptos"/>
                <a:ea typeface="Aptos"/>
                <a:cs typeface="Aptos"/>
              </a:defRPr>
            </a:lvl9pPr>
          </a:lstStyle>
          <a:p xmlns:a="http://schemas.openxmlformats.org/drawingml/2006/main">
            <a:pPr algn="ctr">
              <a:defRPr sz="1875" b="1" i="0">
                <a:solidFill>
                  <a:srgbClr val="FFFFFF"/>
                </a:solidFill>
                <a:latin typeface="Aptos"/>
                <a:ea typeface="Aptos"/>
                <a:cs typeface="Aptos"/>
              </a:defRPr>
            </a:pPr>
            <a:r>
              <a:rPr sz="1875" b="1" i="0">
                <a:solidFill>
                  <a:srgbClr val="FFFFFF"/>
                </a:solidFill>
                <a:latin typeface="Aptos"/>
                <a:ea typeface="Aptos"/>
                <a:cs typeface="Aptos"/>
              </a:rPr>
              <a:t>4</a:t>
            </a:r>
          </a:p>
        </p:txBody>
      </p:sp>
      <p:sp>
        <p:nvSpPr>
          <p:cNvPr id="21" name="ecosystem-title-3">
            <a:extLst xmlns:a="http://schemas.openxmlformats.org/drawingml/2006/main">
              <a:ext uri="{FF2B5EF4-FFF2-40B4-BE49-F238E27FC236}">
                <a16:creationId xmlns:a16="http://schemas.microsoft.com/office/drawing/2014/main" id="{18382851-4ABB-408C-A591-361BEED2DAA8}"/>
              </a:ext>
            </a:extLst>
          </p:cNvPr>
          <p:cNvSpPr>
            <a:spLocks xmlns:a="http://schemas.openxmlformats.org/drawingml/2006/main" noGrp="1"/>
          </p:cNvSpPr>
          <p:nvPr/>
        </p:nvSpPr>
        <p:spPr>
          <a:xfrm xmlns:a="http://schemas.openxmlformats.org/drawingml/2006/main">
            <a:off x="7448550" y="3409950"/>
            <a:ext cx="2133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75" b="1" i="0">
                <a:solidFill>
                  <a:srgbClr val="003366"/>
                </a:solidFill>
                <a:latin typeface="Aptos"/>
                <a:ea typeface="Aptos"/>
                <a:cs typeface="Aptos"/>
              </a:defRPr>
            </a:defPPr>
            <a:lvl1pPr algn="ctr">
              <a:defRPr sz="1275" b="1" i="0">
                <a:solidFill>
                  <a:srgbClr val="003366"/>
                </a:solidFill>
                <a:latin typeface="Aptos"/>
                <a:ea typeface="Aptos"/>
                <a:cs typeface="Aptos"/>
              </a:defRPr>
            </a:lvl1pPr>
            <a:lvl2pPr algn="ctr">
              <a:defRPr sz="1275" b="1" i="0">
                <a:solidFill>
                  <a:srgbClr val="003366"/>
                </a:solidFill>
                <a:latin typeface="Aptos"/>
                <a:ea typeface="Aptos"/>
                <a:cs typeface="Aptos"/>
              </a:defRPr>
            </a:lvl2pPr>
            <a:lvl3pPr algn="ctr">
              <a:defRPr sz="1275" b="1" i="0">
                <a:solidFill>
                  <a:srgbClr val="003366"/>
                </a:solidFill>
                <a:latin typeface="Aptos"/>
                <a:ea typeface="Aptos"/>
                <a:cs typeface="Aptos"/>
              </a:defRPr>
            </a:lvl3pPr>
            <a:lvl4pPr algn="ctr">
              <a:defRPr sz="1275" b="1" i="0">
                <a:solidFill>
                  <a:srgbClr val="003366"/>
                </a:solidFill>
                <a:latin typeface="Aptos"/>
                <a:ea typeface="Aptos"/>
                <a:cs typeface="Aptos"/>
              </a:defRPr>
            </a:lvl4pPr>
            <a:lvl5pPr algn="ctr">
              <a:defRPr sz="1275" b="1" i="0">
                <a:solidFill>
                  <a:srgbClr val="003366"/>
                </a:solidFill>
                <a:latin typeface="Aptos"/>
                <a:ea typeface="Aptos"/>
                <a:cs typeface="Aptos"/>
              </a:defRPr>
            </a:lvl5pPr>
            <a:lvl6pPr algn="ctr">
              <a:defRPr sz="1275" b="1" i="0">
                <a:solidFill>
                  <a:srgbClr val="003366"/>
                </a:solidFill>
                <a:latin typeface="Aptos"/>
                <a:ea typeface="Aptos"/>
                <a:cs typeface="Aptos"/>
              </a:defRPr>
            </a:lvl6pPr>
            <a:lvl7pPr algn="ctr">
              <a:defRPr sz="1275" b="1" i="0">
                <a:solidFill>
                  <a:srgbClr val="003366"/>
                </a:solidFill>
                <a:latin typeface="Aptos"/>
                <a:ea typeface="Aptos"/>
                <a:cs typeface="Aptos"/>
              </a:defRPr>
            </a:lvl7pPr>
            <a:lvl8pPr algn="ctr">
              <a:defRPr sz="1275" b="1" i="0">
                <a:solidFill>
                  <a:srgbClr val="003366"/>
                </a:solidFill>
                <a:latin typeface="Aptos"/>
                <a:ea typeface="Aptos"/>
                <a:cs typeface="Aptos"/>
              </a:defRPr>
            </a:lvl8pPr>
            <a:lvl9pPr algn="ctr">
              <a:defRPr sz="1275" b="1" i="0">
                <a:solidFill>
                  <a:srgbClr val="003366"/>
                </a:solidFill>
                <a:latin typeface="Aptos"/>
                <a:ea typeface="Aptos"/>
                <a:cs typeface="Aptos"/>
              </a:defRPr>
            </a:lvl9pPr>
          </a:lstStyle>
          <a:p xmlns:a="http://schemas.openxmlformats.org/drawingml/2006/main">
            <a:pPr algn="ctr">
              <a:defRPr sz="1275" b="1" i="0">
                <a:solidFill>
                  <a:srgbClr val="003366"/>
                </a:solidFill>
                <a:latin typeface="Aptos"/>
                <a:ea typeface="Aptos"/>
                <a:cs typeface="Aptos"/>
              </a:defRPr>
            </a:pPr>
            <a:r>
              <a:rPr sz="1275" b="1" i="0">
                <a:solidFill>
                  <a:srgbClr val="003366"/>
                </a:solidFill>
                <a:latin typeface="Aptos"/>
                <a:ea typeface="Aptos"/>
                <a:cs typeface="Aptos"/>
              </a:rPr>
              <a:t>PRÓXIMO PASO</a:t>
            </a:r>
          </a:p>
        </p:txBody>
      </p:sp>
      <p:sp>
        <p:nvSpPr>
          <p:cNvPr id="22" name="ecosystem-copy-3">
            <a:extLst xmlns:a="http://schemas.openxmlformats.org/drawingml/2006/main">
              <a:ext uri="{FF2B5EF4-FFF2-40B4-BE49-F238E27FC236}">
                <a16:creationId xmlns:a16="http://schemas.microsoft.com/office/drawing/2014/main" id="{AA19C821-803C-4EDE-9696-5DB5F43B0400}"/>
              </a:ext>
            </a:extLst>
          </p:cNvPr>
          <p:cNvSpPr>
            <a:spLocks xmlns:a="http://schemas.openxmlformats.org/drawingml/2006/main" noGrp="1"/>
          </p:cNvSpPr>
          <p:nvPr/>
        </p:nvSpPr>
        <p:spPr>
          <a:xfrm xmlns:a="http://schemas.openxmlformats.org/drawingml/2006/main">
            <a:off x="7448550" y="3771900"/>
            <a:ext cx="2133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00" b="0" i="0">
                <a:solidFill>
                  <a:srgbClr val="17324D"/>
                </a:solidFill>
                <a:latin typeface="Aptos"/>
                <a:ea typeface="Aptos"/>
                <a:cs typeface="Aptos"/>
              </a:defRPr>
            </a:defPPr>
            <a:lvl1pPr algn="ctr">
              <a:defRPr sz="1200" b="0" i="0">
                <a:solidFill>
                  <a:srgbClr val="17324D"/>
                </a:solidFill>
                <a:latin typeface="Aptos"/>
                <a:ea typeface="Aptos"/>
                <a:cs typeface="Aptos"/>
              </a:defRPr>
            </a:lvl1pPr>
            <a:lvl2pPr algn="ctr">
              <a:defRPr sz="1200" b="0" i="0">
                <a:solidFill>
                  <a:srgbClr val="17324D"/>
                </a:solidFill>
                <a:latin typeface="Aptos"/>
                <a:ea typeface="Aptos"/>
                <a:cs typeface="Aptos"/>
              </a:defRPr>
            </a:lvl2pPr>
            <a:lvl3pPr algn="ctr">
              <a:defRPr sz="1200" b="0" i="0">
                <a:solidFill>
                  <a:srgbClr val="17324D"/>
                </a:solidFill>
                <a:latin typeface="Aptos"/>
                <a:ea typeface="Aptos"/>
                <a:cs typeface="Aptos"/>
              </a:defRPr>
            </a:lvl3pPr>
            <a:lvl4pPr algn="ctr">
              <a:defRPr sz="1200" b="0" i="0">
                <a:solidFill>
                  <a:srgbClr val="17324D"/>
                </a:solidFill>
                <a:latin typeface="Aptos"/>
                <a:ea typeface="Aptos"/>
                <a:cs typeface="Aptos"/>
              </a:defRPr>
            </a:lvl4pPr>
            <a:lvl5pPr algn="ctr">
              <a:defRPr sz="1200" b="0" i="0">
                <a:solidFill>
                  <a:srgbClr val="17324D"/>
                </a:solidFill>
                <a:latin typeface="Aptos"/>
                <a:ea typeface="Aptos"/>
                <a:cs typeface="Aptos"/>
              </a:defRPr>
            </a:lvl5pPr>
            <a:lvl6pPr algn="ctr">
              <a:defRPr sz="1200" b="0" i="0">
                <a:solidFill>
                  <a:srgbClr val="17324D"/>
                </a:solidFill>
                <a:latin typeface="Aptos"/>
                <a:ea typeface="Aptos"/>
                <a:cs typeface="Aptos"/>
              </a:defRPr>
            </a:lvl6pPr>
            <a:lvl7pPr algn="ctr">
              <a:defRPr sz="1200" b="0" i="0">
                <a:solidFill>
                  <a:srgbClr val="17324D"/>
                </a:solidFill>
                <a:latin typeface="Aptos"/>
                <a:ea typeface="Aptos"/>
                <a:cs typeface="Aptos"/>
              </a:defRPr>
            </a:lvl7pPr>
            <a:lvl8pPr algn="ctr">
              <a:defRPr sz="1200" b="0" i="0">
                <a:solidFill>
                  <a:srgbClr val="17324D"/>
                </a:solidFill>
                <a:latin typeface="Aptos"/>
                <a:ea typeface="Aptos"/>
                <a:cs typeface="Aptos"/>
              </a:defRPr>
            </a:lvl8pPr>
            <a:lvl9pPr algn="ctr">
              <a:defRPr sz="1200" b="0" i="0">
                <a:solidFill>
                  <a:srgbClr val="17324D"/>
                </a:solidFill>
                <a:latin typeface="Aptos"/>
                <a:ea typeface="Aptos"/>
                <a:cs typeface="Aptos"/>
              </a:defRPr>
            </a:lvl9pPr>
          </a:lstStyle>
          <a:p xmlns:a="http://schemas.openxmlformats.org/drawingml/2006/main">
            <a:pPr algn="ctr">
              <a:defRPr sz="1200" b="0" i="0">
                <a:solidFill>
                  <a:srgbClr val="17324D"/>
                </a:solidFill>
                <a:latin typeface="Aptos"/>
                <a:ea typeface="Aptos"/>
                <a:cs typeface="Aptos"/>
              </a:defRPr>
            </a:pPr>
            <a:r>
              <a:rPr sz="1200" b="0" i="0">
                <a:solidFill>
                  <a:srgbClr val="17324D"/>
                </a:solidFill>
                <a:latin typeface="Aptos"/>
                <a:ea typeface="Aptos"/>
                <a:cs typeface="Aptos"/>
              </a:rPr>
              <a:t>Acción y fecha</a:t>
            </a:r>
          </a:p>
        </p:txBody>
      </p:sp>
      <p:sp>
        <p:nvSpPr>
          <p:cNvPr id="23" name="ecosystem-link-3">
            <a:extLst xmlns:a="http://schemas.openxmlformats.org/drawingml/2006/main">
              <a:ext uri="{FF2B5EF4-FFF2-40B4-BE49-F238E27FC236}">
                <a16:creationId xmlns:a16="http://schemas.microsoft.com/office/drawing/2014/main" id="{3200FA66-B260-42C6-8F12-EE25A12A0DB5}"/>
              </a:ext>
            </a:extLst>
          </p:cNvPr>
          <p:cNvSpPr>
            <a:spLocks xmlns:a="http://schemas.openxmlformats.org/drawingml/2006/main" noGrp="1"/>
          </p:cNvSpPr>
          <p:nvPr/>
        </p:nvSpPr>
        <p:spPr>
          <a:xfrm xmlns:a="http://schemas.openxmlformats.org/drawingml/2006/main">
            <a:off x="8972550" y="2762250"/>
            <a:ext cx="800100" cy="38100"/>
          </a:xfrm>
          <a:prstGeom xmlns:a="http://schemas.openxmlformats.org/drawingml/2006/main" prst="rect">
            <a:avLst/>
          </a:prstGeom>
          <a:solidFill xmlns:a="http://schemas.openxmlformats.org/drawingml/2006/main">
            <a:srgbClr val="19A7CE"/>
          </a:solidFill>
          <a:ln xmlns:a="http://schemas.openxmlformats.org/drawingml/2006/main" w="0">
            <a:noFill/>
            <a:prstDash val="solid"/>
          </a:ln>
        </p:spPr>
      </p:sp>
      <p:sp>
        <p:nvSpPr>
          <p:cNvPr id="24" name="ecosystem-circle-4">
            <a:extLst xmlns:a="http://schemas.openxmlformats.org/drawingml/2006/main">
              <a:ext uri="{FF2B5EF4-FFF2-40B4-BE49-F238E27FC236}">
                <a16:creationId xmlns:a16="http://schemas.microsoft.com/office/drawing/2014/main" id="{E6174528-7A5F-4320-8D3A-A92A48C97EC3}"/>
              </a:ext>
            </a:extLst>
          </p:cNvPr>
          <p:cNvSpPr>
            <a:spLocks xmlns:a="http://schemas.openxmlformats.org/drawingml/2006/main" noGrp="1"/>
          </p:cNvSpPr>
          <p:nvPr/>
        </p:nvSpPr>
        <p:spPr>
          <a:xfrm xmlns:a="http://schemas.openxmlformats.org/drawingml/2006/main">
            <a:off x="10439400" y="2381250"/>
            <a:ext cx="800100" cy="800100"/>
          </a:xfrm>
          <a:prstGeom xmlns:a="http://schemas.openxmlformats.org/drawingml/2006/main" prst="ellipse">
            <a:avLst/>
          </a:prstGeom>
          <a:solidFill xmlns:a="http://schemas.openxmlformats.org/drawingml/2006/main">
            <a:srgbClr val="4A8F77"/>
          </a:solidFill>
          <a:ln xmlns:a="http://schemas.openxmlformats.org/drawingml/2006/main" w="0">
            <a:noFill/>
            <a:prstDash val="solid"/>
          </a:ln>
        </p:spPr>
      </p:sp>
      <p:sp>
        <p:nvSpPr>
          <p:cNvPr id="25" name="ecosystem-index-4">
            <a:extLst xmlns:a="http://schemas.openxmlformats.org/drawingml/2006/main">
              <a:ext uri="{FF2B5EF4-FFF2-40B4-BE49-F238E27FC236}">
                <a16:creationId xmlns:a16="http://schemas.microsoft.com/office/drawing/2014/main" id="{DC1B526D-EBB4-4BE6-B57B-0DADD677F752}"/>
              </a:ext>
            </a:extLst>
          </p:cNvPr>
          <p:cNvSpPr>
            <a:spLocks xmlns:a="http://schemas.openxmlformats.org/drawingml/2006/main" noGrp="1"/>
          </p:cNvSpPr>
          <p:nvPr/>
        </p:nvSpPr>
        <p:spPr>
          <a:xfrm xmlns:a="http://schemas.openxmlformats.org/drawingml/2006/main">
            <a:off x="10439400" y="2543175"/>
            <a:ext cx="800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75" b="1" i="0">
                <a:solidFill>
                  <a:srgbClr val="FFFFFF"/>
                </a:solidFill>
                <a:latin typeface="Aptos"/>
                <a:ea typeface="Aptos"/>
                <a:cs typeface="Aptos"/>
              </a:defRPr>
            </a:defPPr>
            <a:lvl1pPr algn="ctr">
              <a:defRPr sz="1875" b="1" i="0">
                <a:solidFill>
                  <a:srgbClr val="FFFFFF"/>
                </a:solidFill>
                <a:latin typeface="Aptos"/>
                <a:ea typeface="Aptos"/>
                <a:cs typeface="Aptos"/>
              </a:defRPr>
            </a:lvl1pPr>
            <a:lvl2pPr algn="ctr">
              <a:defRPr sz="1875" b="1" i="0">
                <a:solidFill>
                  <a:srgbClr val="FFFFFF"/>
                </a:solidFill>
                <a:latin typeface="Aptos"/>
                <a:ea typeface="Aptos"/>
                <a:cs typeface="Aptos"/>
              </a:defRPr>
            </a:lvl2pPr>
            <a:lvl3pPr algn="ctr">
              <a:defRPr sz="1875" b="1" i="0">
                <a:solidFill>
                  <a:srgbClr val="FFFFFF"/>
                </a:solidFill>
                <a:latin typeface="Aptos"/>
                <a:ea typeface="Aptos"/>
                <a:cs typeface="Aptos"/>
              </a:defRPr>
            </a:lvl3pPr>
            <a:lvl4pPr algn="ctr">
              <a:defRPr sz="1875" b="1" i="0">
                <a:solidFill>
                  <a:srgbClr val="FFFFFF"/>
                </a:solidFill>
                <a:latin typeface="Aptos"/>
                <a:ea typeface="Aptos"/>
                <a:cs typeface="Aptos"/>
              </a:defRPr>
            </a:lvl4pPr>
            <a:lvl5pPr algn="ctr">
              <a:defRPr sz="1875" b="1" i="0">
                <a:solidFill>
                  <a:srgbClr val="FFFFFF"/>
                </a:solidFill>
                <a:latin typeface="Aptos"/>
                <a:ea typeface="Aptos"/>
                <a:cs typeface="Aptos"/>
              </a:defRPr>
            </a:lvl5pPr>
            <a:lvl6pPr algn="ctr">
              <a:defRPr sz="1875" b="1" i="0">
                <a:solidFill>
                  <a:srgbClr val="FFFFFF"/>
                </a:solidFill>
                <a:latin typeface="Aptos"/>
                <a:ea typeface="Aptos"/>
                <a:cs typeface="Aptos"/>
              </a:defRPr>
            </a:lvl6pPr>
            <a:lvl7pPr algn="ctr">
              <a:defRPr sz="1875" b="1" i="0">
                <a:solidFill>
                  <a:srgbClr val="FFFFFF"/>
                </a:solidFill>
                <a:latin typeface="Aptos"/>
                <a:ea typeface="Aptos"/>
                <a:cs typeface="Aptos"/>
              </a:defRPr>
            </a:lvl7pPr>
            <a:lvl8pPr algn="ctr">
              <a:defRPr sz="1875" b="1" i="0">
                <a:solidFill>
                  <a:srgbClr val="FFFFFF"/>
                </a:solidFill>
                <a:latin typeface="Aptos"/>
                <a:ea typeface="Aptos"/>
                <a:cs typeface="Aptos"/>
              </a:defRPr>
            </a:lvl8pPr>
            <a:lvl9pPr algn="ctr">
              <a:defRPr sz="1875" b="1" i="0">
                <a:solidFill>
                  <a:srgbClr val="FFFFFF"/>
                </a:solidFill>
                <a:latin typeface="Aptos"/>
                <a:ea typeface="Aptos"/>
                <a:cs typeface="Aptos"/>
              </a:defRPr>
            </a:lvl9pPr>
          </a:lstStyle>
          <a:p xmlns:a="http://schemas.openxmlformats.org/drawingml/2006/main">
            <a:pPr algn="ctr">
              <a:defRPr sz="1875" b="1" i="0">
                <a:solidFill>
                  <a:srgbClr val="FFFFFF"/>
                </a:solidFill>
                <a:latin typeface="Aptos"/>
                <a:ea typeface="Aptos"/>
                <a:cs typeface="Aptos"/>
              </a:defRPr>
            </a:pPr>
            <a:r>
              <a:rPr sz="1875" b="1" i="0">
                <a:solidFill>
                  <a:srgbClr val="FFFFFF"/>
                </a:solidFill>
                <a:latin typeface="Aptos"/>
                <a:ea typeface="Aptos"/>
                <a:cs typeface="Aptos"/>
              </a:rPr>
              <a:t>5</a:t>
            </a:r>
          </a:p>
        </p:txBody>
      </p:sp>
      <p:sp>
        <p:nvSpPr>
          <p:cNvPr id="26" name="ecosystem-title-4">
            <a:extLst xmlns:a="http://schemas.openxmlformats.org/drawingml/2006/main">
              <a:ext uri="{FF2B5EF4-FFF2-40B4-BE49-F238E27FC236}">
                <a16:creationId xmlns:a16="http://schemas.microsoft.com/office/drawing/2014/main" id="{86852613-C634-4A6A-996C-0BDBB3DCD5E9}"/>
              </a:ext>
            </a:extLst>
          </p:cNvPr>
          <p:cNvSpPr>
            <a:spLocks xmlns:a="http://schemas.openxmlformats.org/drawingml/2006/main" noGrp="1"/>
          </p:cNvSpPr>
          <p:nvPr/>
        </p:nvSpPr>
        <p:spPr>
          <a:xfrm xmlns:a="http://schemas.openxmlformats.org/drawingml/2006/main">
            <a:off x="9772650" y="3409950"/>
            <a:ext cx="2133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75" b="1" i="0">
                <a:solidFill>
                  <a:srgbClr val="003366"/>
                </a:solidFill>
                <a:latin typeface="Aptos"/>
                <a:ea typeface="Aptos"/>
                <a:cs typeface="Aptos"/>
              </a:defRPr>
            </a:defPPr>
            <a:lvl1pPr algn="ctr">
              <a:defRPr sz="1275" b="1" i="0">
                <a:solidFill>
                  <a:srgbClr val="003366"/>
                </a:solidFill>
                <a:latin typeface="Aptos"/>
                <a:ea typeface="Aptos"/>
                <a:cs typeface="Aptos"/>
              </a:defRPr>
            </a:lvl1pPr>
            <a:lvl2pPr algn="ctr">
              <a:defRPr sz="1275" b="1" i="0">
                <a:solidFill>
                  <a:srgbClr val="003366"/>
                </a:solidFill>
                <a:latin typeface="Aptos"/>
                <a:ea typeface="Aptos"/>
                <a:cs typeface="Aptos"/>
              </a:defRPr>
            </a:lvl2pPr>
            <a:lvl3pPr algn="ctr">
              <a:defRPr sz="1275" b="1" i="0">
                <a:solidFill>
                  <a:srgbClr val="003366"/>
                </a:solidFill>
                <a:latin typeface="Aptos"/>
                <a:ea typeface="Aptos"/>
                <a:cs typeface="Aptos"/>
              </a:defRPr>
            </a:lvl3pPr>
            <a:lvl4pPr algn="ctr">
              <a:defRPr sz="1275" b="1" i="0">
                <a:solidFill>
                  <a:srgbClr val="003366"/>
                </a:solidFill>
                <a:latin typeface="Aptos"/>
                <a:ea typeface="Aptos"/>
                <a:cs typeface="Aptos"/>
              </a:defRPr>
            </a:lvl4pPr>
            <a:lvl5pPr algn="ctr">
              <a:defRPr sz="1275" b="1" i="0">
                <a:solidFill>
                  <a:srgbClr val="003366"/>
                </a:solidFill>
                <a:latin typeface="Aptos"/>
                <a:ea typeface="Aptos"/>
                <a:cs typeface="Aptos"/>
              </a:defRPr>
            </a:lvl5pPr>
            <a:lvl6pPr algn="ctr">
              <a:defRPr sz="1275" b="1" i="0">
                <a:solidFill>
                  <a:srgbClr val="003366"/>
                </a:solidFill>
                <a:latin typeface="Aptos"/>
                <a:ea typeface="Aptos"/>
                <a:cs typeface="Aptos"/>
              </a:defRPr>
            </a:lvl6pPr>
            <a:lvl7pPr algn="ctr">
              <a:defRPr sz="1275" b="1" i="0">
                <a:solidFill>
                  <a:srgbClr val="003366"/>
                </a:solidFill>
                <a:latin typeface="Aptos"/>
                <a:ea typeface="Aptos"/>
                <a:cs typeface="Aptos"/>
              </a:defRPr>
            </a:lvl7pPr>
            <a:lvl8pPr algn="ctr">
              <a:defRPr sz="1275" b="1" i="0">
                <a:solidFill>
                  <a:srgbClr val="003366"/>
                </a:solidFill>
                <a:latin typeface="Aptos"/>
                <a:ea typeface="Aptos"/>
                <a:cs typeface="Aptos"/>
              </a:defRPr>
            </a:lvl8pPr>
            <a:lvl9pPr algn="ctr">
              <a:defRPr sz="1275" b="1" i="0">
                <a:solidFill>
                  <a:srgbClr val="003366"/>
                </a:solidFill>
                <a:latin typeface="Aptos"/>
                <a:ea typeface="Aptos"/>
                <a:cs typeface="Aptos"/>
              </a:defRPr>
            </a:lvl9pPr>
          </a:lstStyle>
          <a:p xmlns:a="http://schemas.openxmlformats.org/drawingml/2006/main">
            <a:pPr algn="ctr">
              <a:defRPr sz="1275" b="1" i="0">
                <a:solidFill>
                  <a:srgbClr val="003366"/>
                </a:solidFill>
                <a:latin typeface="Aptos"/>
                <a:ea typeface="Aptos"/>
                <a:cs typeface="Aptos"/>
              </a:defRPr>
            </a:pPr>
            <a:r>
              <a:rPr sz="1275" b="1" i="0">
                <a:solidFill>
                  <a:srgbClr val="003366"/>
                </a:solidFill>
                <a:latin typeface="Aptos"/>
                <a:ea typeface="Aptos"/>
                <a:cs typeface="Aptos"/>
              </a:rPr>
              <a:t>RESULTADO</a:t>
            </a:r>
          </a:p>
        </p:txBody>
      </p:sp>
      <p:sp>
        <p:nvSpPr>
          <p:cNvPr id="27" name="ecosystem-copy-4">
            <a:extLst xmlns:a="http://schemas.openxmlformats.org/drawingml/2006/main">
              <a:ext uri="{FF2B5EF4-FFF2-40B4-BE49-F238E27FC236}">
                <a16:creationId xmlns:a16="http://schemas.microsoft.com/office/drawing/2014/main" id="{62A30478-A415-4C06-BC48-607B01172583}"/>
              </a:ext>
            </a:extLst>
          </p:cNvPr>
          <p:cNvSpPr>
            <a:spLocks xmlns:a="http://schemas.openxmlformats.org/drawingml/2006/main" noGrp="1"/>
          </p:cNvSpPr>
          <p:nvPr/>
        </p:nvSpPr>
        <p:spPr>
          <a:xfrm xmlns:a="http://schemas.openxmlformats.org/drawingml/2006/main">
            <a:off x="9772650" y="3771900"/>
            <a:ext cx="2133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00" b="0" i="0">
                <a:solidFill>
                  <a:srgbClr val="17324D"/>
                </a:solidFill>
                <a:latin typeface="Aptos"/>
                <a:ea typeface="Aptos"/>
                <a:cs typeface="Aptos"/>
              </a:defRPr>
            </a:defPPr>
            <a:lvl1pPr algn="ctr">
              <a:defRPr sz="1200" b="0" i="0">
                <a:solidFill>
                  <a:srgbClr val="17324D"/>
                </a:solidFill>
                <a:latin typeface="Aptos"/>
                <a:ea typeface="Aptos"/>
                <a:cs typeface="Aptos"/>
              </a:defRPr>
            </a:lvl1pPr>
            <a:lvl2pPr algn="ctr">
              <a:defRPr sz="1200" b="0" i="0">
                <a:solidFill>
                  <a:srgbClr val="17324D"/>
                </a:solidFill>
                <a:latin typeface="Aptos"/>
                <a:ea typeface="Aptos"/>
                <a:cs typeface="Aptos"/>
              </a:defRPr>
            </a:lvl2pPr>
            <a:lvl3pPr algn="ctr">
              <a:defRPr sz="1200" b="0" i="0">
                <a:solidFill>
                  <a:srgbClr val="17324D"/>
                </a:solidFill>
                <a:latin typeface="Aptos"/>
                <a:ea typeface="Aptos"/>
                <a:cs typeface="Aptos"/>
              </a:defRPr>
            </a:lvl3pPr>
            <a:lvl4pPr algn="ctr">
              <a:defRPr sz="1200" b="0" i="0">
                <a:solidFill>
                  <a:srgbClr val="17324D"/>
                </a:solidFill>
                <a:latin typeface="Aptos"/>
                <a:ea typeface="Aptos"/>
                <a:cs typeface="Aptos"/>
              </a:defRPr>
            </a:lvl4pPr>
            <a:lvl5pPr algn="ctr">
              <a:defRPr sz="1200" b="0" i="0">
                <a:solidFill>
                  <a:srgbClr val="17324D"/>
                </a:solidFill>
                <a:latin typeface="Aptos"/>
                <a:ea typeface="Aptos"/>
                <a:cs typeface="Aptos"/>
              </a:defRPr>
            </a:lvl5pPr>
            <a:lvl6pPr algn="ctr">
              <a:defRPr sz="1200" b="0" i="0">
                <a:solidFill>
                  <a:srgbClr val="17324D"/>
                </a:solidFill>
                <a:latin typeface="Aptos"/>
                <a:ea typeface="Aptos"/>
                <a:cs typeface="Aptos"/>
              </a:defRPr>
            </a:lvl6pPr>
            <a:lvl7pPr algn="ctr">
              <a:defRPr sz="1200" b="0" i="0">
                <a:solidFill>
                  <a:srgbClr val="17324D"/>
                </a:solidFill>
                <a:latin typeface="Aptos"/>
                <a:ea typeface="Aptos"/>
                <a:cs typeface="Aptos"/>
              </a:defRPr>
            </a:lvl7pPr>
            <a:lvl8pPr algn="ctr">
              <a:defRPr sz="1200" b="0" i="0">
                <a:solidFill>
                  <a:srgbClr val="17324D"/>
                </a:solidFill>
                <a:latin typeface="Aptos"/>
                <a:ea typeface="Aptos"/>
                <a:cs typeface="Aptos"/>
              </a:defRPr>
            </a:lvl8pPr>
            <a:lvl9pPr algn="ctr">
              <a:defRPr sz="1200" b="0" i="0">
                <a:solidFill>
                  <a:srgbClr val="17324D"/>
                </a:solidFill>
                <a:latin typeface="Aptos"/>
                <a:ea typeface="Aptos"/>
                <a:cs typeface="Aptos"/>
              </a:defRPr>
            </a:lvl9pPr>
          </a:lstStyle>
          <a:p xmlns:a="http://schemas.openxmlformats.org/drawingml/2006/main">
            <a:pPr algn="ctr">
              <a:defRPr sz="1200" b="0" i="0">
                <a:solidFill>
                  <a:srgbClr val="17324D"/>
                </a:solidFill>
                <a:latin typeface="Aptos"/>
                <a:ea typeface="Aptos"/>
                <a:cs typeface="Aptos"/>
              </a:defRPr>
            </a:pPr>
            <a:r>
              <a:rPr sz="1200" b="0" i="0">
                <a:solidFill>
                  <a:srgbClr val="17324D"/>
                </a:solidFill>
                <a:latin typeface="Aptos"/>
                <a:ea typeface="Aptos"/>
                <a:cs typeface="Aptos"/>
              </a:rPr>
              <a:t>Evidencia registrada</a:t>
            </a:r>
          </a:p>
        </p:txBody>
      </p:sp>
      <p:sp>
        <p:nvSpPr>
          <p:cNvPr id="28" name="truth-box">
            <a:extLst xmlns:a="http://schemas.openxmlformats.org/drawingml/2006/main">
              <a:ext uri="{FF2B5EF4-FFF2-40B4-BE49-F238E27FC236}">
                <a16:creationId xmlns:a16="http://schemas.microsoft.com/office/drawing/2014/main" id="{76928262-120F-4F5F-B3EC-902EA0506394}"/>
              </a:ext>
            </a:extLst>
          </p:cNvPr>
          <p:cNvSpPr>
            <a:spLocks xmlns:a="http://schemas.openxmlformats.org/drawingml/2006/main" noGrp="1"/>
          </p:cNvSpPr>
          <p:nvPr/>
        </p:nvSpPr>
        <p:spPr>
          <a:xfrm xmlns:a="http://schemas.openxmlformats.org/drawingml/2006/main">
            <a:off x="1466850" y="4914900"/>
            <a:ext cx="92583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19050">
            <a:solidFill>
              <a:srgbClr val="EAF4F8"/>
            </a:solidFill>
            <a:prstDash val="solid"/>
          </a:ln>
        </p:spPr>
      </p:sp>
      <p:sp>
        <p:nvSpPr>
          <p:cNvPr id="29" name="truth-copy">
            <a:extLst xmlns:a="http://schemas.openxmlformats.org/drawingml/2006/main">
              <a:ext uri="{FF2B5EF4-FFF2-40B4-BE49-F238E27FC236}">
                <a16:creationId xmlns:a16="http://schemas.microsoft.com/office/drawing/2014/main" id="{A7E29F3B-673A-4D45-A171-3207F01A1865}"/>
              </a:ext>
            </a:extLst>
          </p:cNvPr>
          <p:cNvSpPr>
            <a:spLocks xmlns:a="http://schemas.openxmlformats.org/drawingml/2006/main" noGrp="1"/>
          </p:cNvSpPr>
          <p:nvPr/>
        </p:nvSpPr>
        <p:spPr>
          <a:xfrm xmlns:a="http://schemas.openxmlformats.org/drawingml/2006/main">
            <a:off x="1847850" y="5124450"/>
            <a:ext cx="8496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75" b="1" i="0">
                <a:solidFill>
                  <a:srgbClr val="003366"/>
                </a:solidFill>
                <a:latin typeface="Aptos"/>
                <a:ea typeface="Aptos"/>
                <a:cs typeface="Aptos"/>
              </a:defRPr>
            </a:defPPr>
            <a:lvl1pPr algn="ctr">
              <a:defRPr sz="1575" b="1" i="0">
                <a:solidFill>
                  <a:srgbClr val="003366"/>
                </a:solidFill>
                <a:latin typeface="Aptos"/>
                <a:ea typeface="Aptos"/>
                <a:cs typeface="Aptos"/>
              </a:defRPr>
            </a:lvl1pPr>
            <a:lvl2pPr algn="ctr">
              <a:defRPr sz="1575" b="1" i="0">
                <a:solidFill>
                  <a:srgbClr val="003366"/>
                </a:solidFill>
                <a:latin typeface="Aptos"/>
                <a:ea typeface="Aptos"/>
                <a:cs typeface="Aptos"/>
              </a:defRPr>
            </a:lvl2pPr>
            <a:lvl3pPr algn="ctr">
              <a:defRPr sz="1575" b="1" i="0">
                <a:solidFill>
                  <a:srgbClr val="003366"/>
                </a:solidFill>
                <a:latin typeface="Aptos"/>
                <a:ea typeface="Aptos"/>
                <a:cs typeface="Aptos"/>
              </a:defRPr>
            </a:lvl3pPr>
            <a:lvl4pPr algn="ctr">
              <a:defRPr sz="1575" b="1" i="0">
                <a:solidFill>
                  <a:srgbClr val="003366"/>
                </a:solidFill>
                <a:latin typeface="Aptos"/>
                <a:ea typeface="Aptos"/>
                <a:cs typeface="Aptos"/>
              </a:defRPr>
            </a:lvl4pPr>
            <a:lvl5pPr algn="ctr">
              <a:defRPr sz="1575" b="1" i="0">
                <a:solidFill>
                  <a:srgbClr val="003366"/>
                </a:solidFill>
                <a:latin typeface="Aptos"/>
                <a:ea typeface="Aptos"/>
                <a:cs typeface="Aptos"/>
              </a:defRPr>
            </a:lvl5pPr>
            <a:lvl6pPr algn="ctr">
              <a:defRPr sz="1575" b="1" i="0">
                <a:solidFill>
                  <a:srgbClr val="003366"/>
                </a:solidFill>
                <a:latin typeface="Aptos"/>
                <a:ea typeface="Aptos"/>
                <a:cs typeface="Aptos"/>
              </a:defRPr>
            </a:lvl6pPr>
            <a:lvl7pPr algn="ctr">
              <a:defRPr sz="1575" b="1" i="0">
                <a:solidFill>
                  <a:srgbClr val="003366"/>
                </a:solidFill>
                <a:latin typeface="Aptos"/>
                <a:ea typeface="Aptos"/>
                <a:cs typeface="Aptos"/>
              </a:defRPr>
            </a:lvl7pPr>
            <a:lvl8pPr algn="ctr">
              <a:defRPr sz="1575" b="1" i="0">
                <a:solidFill>
                  <a:srgbClr val="003366"/>
                </a:solidFill>
                <a:latin typeface="Aptos"/>
                <a:ea typeface="Aptos"/>
                <a:cs typeface="Aptos"/>
              </a:defRPr>
            </a:lvl8pPr>
            <a:lvl9pPr algn="ctr">
              <a:defRPr sz="1575" b="1" i="0">
                <a:solidFill>
                  <a:srgbClr val="003366"/>
                </a:solidFill>
                <a:latin typeface="Aptos"/>
                <a:ea typeface="Aptos"/>
                <a:cs typeface="Aptos"/>
              </a:defRPr>
            </a:lvl9pPr>
          </a:lstStyle>
          <a:p xmlns:a="http://schemas.openxmlformats.org/drawingml/2006/main">
            <a:pPr algn="ctr">
              <a:defRPr sz="1575" b="1" i="0">
                <a:solidFill>
                  <a:srgbClr val="003366"/>
                </a:solidFill>
                <a:latin typeface="Aptos"/>
                <a:ea typeface="Aptos"/>
                <a:cs typeface="Aptos"/>
              </a:defRPr>
            </a:pPr>
            <a:r>
              <a:rPr sz="1575" b="1" i="0">
                <a:solidFill>
                  <a:srgbClr val="003366"/>
                </a:solidFill>
                <a:latin typeface="Aptos"/>
                <a:ea typeface="Aptos"/>
                <a:cs typeface="Aptos"/>
              </a:rPr>
              <a:t>La etapa, la Fecha próxima y el Próximo paso se actualizan en el CRM. Evita copias contradictorias.</a:t>
            </a:r>
          </a:p>
        </p:txBody>
      </p:sp>
      <p:sp>
        <p:nvSpPr>
          <p:cNvPr id="30" name="brand-7">
            <a:extLst xmlns:a="http://schemas.openxmlformats.org/drawingml/2006/main">
              <a:ext uri="{FF2B5EF4-FFF2-40B4-BE49-F238E27FC236}">
                <a16:creationId xmlns:a16="http://schemas.microsoft.com/office/drawing/2014/main" id="{255805A8-F436-4FE2-B828-411FCC7974B8}"/>
              </a:ext>
            </a:extLst>
          </p:cNvPr>
          <p:cNvSpPr>
            <a:spLocks xmlns:a="http://schemas.openxmlformats.org/drawingml/2006/main" noGrp="1"/>
          </p:cNvSpPr>
          <p:nvPr/>
        </p:nvSpPr>
        <p:spPr>
          <a:xfrm xmlns:a="http://schemas.openxmlformats.org/drawingml/2006/main">
            <a:off x="685800" y="628650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i="0">
                <a:solidFill>
                  <a:srgbClr val="003366"/>
                </a:solidFill>
                <a:latin typeface="Aptos"/>
                <a:ea typeface="Aptos"/>
                <a:cs typeface="Aptos"/>
              </a:defRPr>
            </a:defPPr>
            <a:lvl1pPr algn="l">
              <a:defRPr sz="975" b="1" i="0">
                <a:solidFill>
                  <a:srgbClr val="003366"/>
                </a:solidFill>
                <a:latin typeface="Aptos"/>
                <a:ea typeface="Aptos"/>
                <a:cs typeface="Aptos"/>
              </a:defRPr>
            </a:lvl1pPr>
            <a:lvl2pPr algn="l">
              <a:defRPr sz="975" b="1" i="0">
                <a:solidFill>
                  <a:srgbClr val="003366"/>
                </a:solidFill>
                <a:latin typeface="Aptos"/>
                <a:ea typeface="Aptos"/>
                <a:cs typeface="Aptos"/>
              </a:defRPr>
            </a:lvl2pPr>
            <a:lvl3pPr algn="l">
              <a:defRPr sz="975" b="1" i="0">
                <a:solidFill>
                  <a:srgbClr val="003366"/>
                </a:solidFill>
                <a:latin typeface="Aptos"/>
                <a:ea typeface="Aptos"/>
                <a:cs typeface="Aptos"/>
              </a:defRPr>
            </a:lvl3pPr>
            <a:lvl4pPr algn="l">
              <a:defRPr sz="975" b="1" i="0">
                <a:solidFill>
                  <a:srgbClr val="003366"/>
                </a:solidFill>
                <a:latin typeface="Aptos"/>
                <a:ea typeface="Aptos"/>
                <a:cs typeface="Aptos"/>
              </a:defRPr>
            </a:lvl4pPr>
            <a:lvl5pPr algn="l">
              <a:defRPr sz="975" b="1" i="0">
                <a:solidFill>
                  <a:srgbClr val="003366"/>
                </a:solidFill>
                <a:latin typeface="Aptos"/>
                <a:ea typeface="Aptos"/>
                <a:cs typeface="Aptos"/>
              </a:defRPr>
            </a:lvl5pPr>
            <a:lvl6pPr algn="l">
              <a:defRPr sz="975" b="1" i="0">
                <a:solidFill>
                  <a:srgbClr val="003366"/>
                </a:solidFill>
                <a:latin typeface="Aptos"/>
                <a:ea typeface="Aptos"/>
                <a:cs typeface="Aptos"/>
              </a:defRPr>
            </a:lvl6pPr>
            <a:lvl7pPr algn="l">
              <a:defRPr sz="975" b="1" i="0">
                <a:solidFill>
                  <a:srgbClr val="003366"/>
                </a:solidFill>
                <a:latin typeface="Aptos"/>
                <a:ea typeface="Aptos"/>
                <a:cs typeface="Aptos"/>
              </a:defRPr>
            </a:lvl7pPr>
            <a:lvl8pPr algn="l">
              <a:defRPr sz="975" b="1" i="0">
                <a:solidFill>
                  <a:srgbClr val="003366"/>
                </a:solidFill>
                <a:latin typeface="Aptos"/>
                <a:ea typeface="Aptos"/>
                <a:cs typeface="Aptos"/>
              </a:defRPr>
            </a:lvl8pPr>
            <a:lvl9pPr algn="l">
              <a:defRPr sz="975" b="1" i="0">
                <a:solidFill>
                  <a:srgbClr val="003366"/>
                </a:solidFill>
                <a:latin typeface="Aptos"/>
                <a:ea typeface="Aptos"/>
                <a:cs typeface="Aptos"/>
              </a:defRPr>
            </a:lvl9pPr>
          </a:lstStyle>
          <a:p xmlns:a="http://schemas.openxmlformats.org/drawingml/2006/main">
            <a:pPr algn="l">
              <a:defRPr sz="975" b="1" i="0">
                <a:solidFill>
                  <a:srgbClr val="003366"/>
                </a:solidFill>
                <a:latin typeface="Aptos"/>
                <a:ea typeface="Aptos"/>
                <a:cs typeface="Aptos"/>
              </a:defRPr>
            </a:pPr>
            <a:r>
              <a:rPr sz="975" b="1" i="0">
                <a:solidFill>
                  <a:srgbClr val="003366"/>
                </a:solidFill>
                <a:latin typeface="Aptos"/>
                <a:ea typeface="Aptos"/>
                <a:cs typeface="Aptos"/>
              </a:rPr>
              <a:t>LANGUAGE CENTER CHILE</a:t>
            </a:r>
          </a:p>
        </p:txBody>
      </p:sp>
      <p:sp>
        <p:nvSpPr>
          <p:cNvPr id="31" name="page-7">
            <a:extLst xmlns:a="http://schemas.openxmlformats.org/drawingml/2006/main">
              <a:ext uri="{FF2B5EF4-FFF2-40B4-BE49-F238E27FC236}">
                <a16:creationId xmlns:a16="http://schemas.microsoft.com/office/drawing/2014/main" id="{FFC19F5A-6460-4350-9242-B4446102D6F2}"/>
              </a:ext>
            </a:extLst>
          </p:cNvPr>
          <p:cNvSpPr>
            <a:spLocks xmlns:a="http://schemas.openxmlformats.org/drawingml/2006/main" noGrp="1"/>
          </p:cNvSpPr>
          <p:nvPr/>
        </p:nvSpPr>
        <p:spPr>
          <a:xfrm xmlns:a="http://schemas.openxmlformats.org/drawingml/2006/main">
            <a:off x="11144250" y="6267450"/>
            <a:ext cx="361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1" i="0">
                <a:solidFill>
                  <a:srgbClr val="526B7F"/>
                </a:solidFill>
                <a:latin typeface="Aptos"/>
                <a:ea typeface="Aptos"/>
                <a:cs typeface="Aptos"/>
              </a:defRPr>
            </a:defPPr>
            <a:lvl1pPr algn="r">
              <a:defRPr sz="975" b="1" i="0">
                <a:solidFill>
                  <a:srgbClr val="526B7F"/>
                </a:solidFill>
                <a:latin typeface="Aptos"/>
                <a:ea typeface="Aptos"/>
                <a:cs typeface="Aptos"/>
              </a:defRPr>
            </a:lvl1pPr>
            <a:lvl2pPr algn="r">
              <a:defRPr sz="975" b="1" i="0">
                <a:solidFill>
                  <a:srgbClr val="526B7F"/>
                </a:solidFill>
                <a:latin typeface="Aptos"/>
                <a:ea typeface="Aptos"/>
                <a:cs typeface="Aptos"/>
              </a:defRPr>
            </a:lvl2pPr>
            <a:lvl3pPr algn="r">
              <a:defRPr sz="975" b="1" i="0">
                <a:solidFill>
                  <a:srgbClr val="526B7F"/>
                </a:solidFill>
                <a:latin typeface="Aptos"/>
                <a:ea typeface="Aptos"/>
                <a:cs typeface="Aptos"/>
              </a:defRPr>
            </a:lvl3pPr>
            <a:lvl4pPr algn="r">
              <a:defRPr sz="975" b="1" i="0">
                <a:solidFill>
                  <a:srgbClr val="526B7F"/>
                </a:solidFill>
                <a:latin typeface="Aptos"/>
                <a:ea typeface="Aptos"/>
                <a:cs typeface="Aptos"/>
              </a:defRPr>
            </a:lvl4pPr>
            <a:lvl5pPr algn="r">
              <a:defRPr sz="975" b="1" i="0">
                <a:solidFill>
                  <a:srgbClr val="526B7F"/>
                </a:solidFill>
                <a:latin typeface="Aptos"/>
                <a:ea typeface="Aptos"/>
                <a:cs typeface="Aptos"/>
              </a:defRPr>
            </a:lvl5pPr>
            <a:lvl6pPr algn="r">
              <a:defRPr sz="975" b="1" i="0">
                <a:solidFill>
                  <a:srgbClr val="526B7F"/>
                </a:solidFill>
                <a:latin typeface="Aptos"/>
                <a:ea typeface="Aptos"/>
                <a:cs typeface="Aptos"/>
              </a:defRPr>
            </a:lvl6pPr>
            <a:lvl7pPr algn="r">
              <a:defRPr sz="975" b="1" i="0">
                <a:solidFill>
                  <a:srgbClr val="526B7F"/>
                </a:solidFill>
                <a:latin typeface="Aptos"/>
                <a:ea typeface="Aptos"/>
                <a:cs typeface="Aptos"/>
              </a:defRPr>
            </a:lvl7pPr>
            <a:lvl8pPr algn="r">
              <a:defRPr sz="975" b="1" i="0">
                <a:solidFill>
                  <a:srgbClr val="526B7F"/>
                </a:solidFill>
                <a:latin typeface="Aptos"/>
                <a:ea typeface="Aptos"/>
                <a:cs typeface="Aptos"/>
              </a:defRPr>
            </a:lvl8pPr>
            <a:lvl9pPr algn="r">
              <a:defRPr sz="975" b="1" i="0">
                <a:solidFill>
                  <a:srgbClr val="526B7F"/>
                </a:solidFill>
                <a:latin typeface="Aptos"/>
                <a:ea typeface="Aptos"/>
                <a:cs typeface="Aptos"/>
              </a:defRPr>
            </a:lvl9pPr>
          </a:lstStyle>
          <a:p xmlns:a="http://schemas.openxmlformats.org/drawingml/2006/main">
            <a:pPr algn="r">
              <a:defRPr sz="975" b="1" i="0">
                <a:solidFill>
                  <a:srgbClr val="526B7F"/>
                </a:solidFill>
                <a:latin typeface="Aptos"/>
                <a:ea typeface="Aptos"/>
                <a:cs typeface="Aptos"/>
              </a:defRPr>
            </a:pPr>
            <a:r>
              <a:rPr sz="975" b="1" i="0">
                <a:solidFill>
                  <a:srgbClr val="526B7F"/>
                </a:solidFill>
                <a:latin typeface="Aptos"/>
                <a:ea typeface="Aptos"/>
                <a:cs typeface="Aptos"/>
              </a:rPr>
              <a:t>07</a:t>
            </a:r>
          </a:p>
        </p:txBody>
      </p:sp>
    </p:spTree>
    <p:extLst>
      <p:ext uri="{BB962C8B-B14F-4D97-AF65-F5344CB8AC3E}">
        <p14:creationId xmlns:p14="http://schemas.microsoft.com/office/powerpoint/2010/main" val="1516390738"/>
      </p:ext>
    </p:extLst>
  </p:cSld>
</p:sld>
</file>

<file path=ppt/slides/slide8.xml><?xml version="1.0" encoding="utf-8"?>
<p:sld xmlns:p="http://schemas.openxmlformats.org/presentationml/2006/main">
  <p:cSld>
    <p:bg>
      <p:bgPr>
        <a:solidFill xmlns:a="http://schemas.openxmlformats.org/drawingml/2006/main">
          <a:srgbClr val="003366"/>
        </a:solidFill>
      </p:bgPr>
    </p:bg>
    <p:spTree>
      <p:nvGrpSpPr>
        <p:cNvPr id="1" name=""/>
        <p:cNvGrpSpPr/>
        <p:nvPr/>
      </p:nvGrpSpPr>
      <p:grpSpPr>
        <a:xfrm xmlns:a="http://schemas.openxmlformats.org/drawingml/2006/main"/>
      </p:grpSpPr>
      <p:sp>
        <p:nvSpPr>
          <p:cNvPr id="28" name="close-kicker">
            <a:extLst xmlns:a="http://schemas.openxmlformats.org/drawingml/2006/main">
              <a:ext uri="{FF2B5EF4-FFF2-40B4-BE49-F238E27FC236}">
                <a16:creationId xmlns:a16="http://schemas.microsoft.com/office/drawing/2014/main" id="{5CABB9D2-F706-49BF-A7D6-F84B21D4500F}"/>
              </a:ext>
            </a:extLst>
          </p:cNvPr>
          <p:cNvSpPr>
            <a:spLocks xmlns:a="http://schemas.openxmlformats.org/drawingml/2006/main" noGrp="1"/>
          </p:cNvSpPr>
          <p:nvPr/>
        </p:nvSpPr>
        <p:spPr>
          <a:xfrm xmlns:a="http://schemas.openxmlformats.org/drawingml/2006/main">
            <a:off x="781050" y="6286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1" i="0">
                <a:solidFill>
                  <a:srgbClr val="19A7CE"/>
                </a:solidFill>
                <a:latin typeface="Aptos"/>
                <a:ea typeface="Aptos"/>
                <a:cs typeface="Aptos"/>
              </a:defRPr>
            </a:defPPr>
            <a:lvl1pPr algn="l">
              <a:defRPr sz="1125" b="1" i="0">
                <a:solidFill>
                  <a:srgbClr val="19A7CE"/>
                </a:solidFill>
                <a:latin typeface="Aptos"/>
                <a:ea typeface="Aptos"/>
                <a:cs typeface="Aptos"/>
              </a:defRPr>
            </a:lvl1pPr>
            <a:lvl2pPr algn="l">
              <a:defRPr sz="1125" b="1" i="0">
                <a:solidFill>
                  <a:srgbClr val="19A7CE"/>
                </a:solidFill>
                <a:latin typeface="Aptos"/>
                <a:ea typeface="Aptos"/>
                <a:cs typeface="Aptos"/>
              </a:defRPr>
            </a:lvl2pPr>
            <a:lvl3pPr algn="l">
              <a:defRPr sz="1125" b="1" i="0">
                <a:solidFill>
                  <a:srgbClr val="19A7CE"/>
                </a:solidFill>
                <a:latin typeface="Aptos"/>
                <a:ea typeface="Aptos"/>
                <a:cs typeface="Aptos"/>
              </a:defRPr>
            </a:lvl3pPr>
            <a:lvl4pPr algn="l">
              <a:defRPr sz="1125" b="1" i="0">
                <a:solidFill>
                  <a:srgbClr val="19A7CE"/>
                </a:solidFill>
                <a:latin typeface="Aptos"/>
                <a:ea typeface="Aptos"/>
                <a:cs typeface="Aptos"/>
              </a:defRPr>
            </a:lvl4pPr>
            <a:lvl5pPr algn="l">
              <a:defRPr sz="1125" b="1" i="0">
                <a:solidFill>
                  <a:srgbClr val="19A7CE"/>
                </a:solidFill>
                <a:latin typeface="Aptos"/>
                <a:ea typeface="Aptos"/>
                <a:cs typeface="Aptos"/>
              </a:defRPr>
            </a:lvl5pPr>
            <a:lvl6pPr algn="l">
              <a:defRPr sz="1125" b="1" i="0">
                <a:solidFill>
                  <a:srgbClr val="19A7CE"/>
                </a:solidFill>
                <a:latin typeface="Aptos"/>
                <a:ea typeface="Aptos"/>
                <a:cs typeface="Aptos"/>
              </a:defRPr>
            </a:lvl6pPr>
            <a:lvl7pPr algn="l">
              <a:defRPr sz="1125" b="1" i="0">
                <a:solidFill>
                  <a:srgbClr val="19A7CE"/>
                </a:solidFill>
                <a:latin typeface="Aptos"/>
                <a:ea typeface="Aptos"/>
                <a:cs typeface="Aptos"/>
              </a:defRPr>
            </a:lvl7pPr>
            <a:lvl8pPr algn="l">
              <a:defRPr sz="1125" b="1" i="0">
                <a:solidFill>
                  <a:srgbClr val="19A7CE"/>
                </a:solidFill>
                <a:latin typeface="Aptos"/>
                <a:ea typeface="Aptos"/>
                <a:cs typeface="Aptos"/>
              </a:defRPr>
            </a:lvl8pPr>
            <a:lvl9pPr algn="l">
              <a:defRPr sz="1125" b="1" i="0">
                <a:solidFill>
                  <a:srgbClr val="19A7CE"/>
                </a:solidFill>
                <a:latin typeface="Aptos"/>
                <a:ea typeface="Aptos"/>
                <a:cs typeface="Aptos"/>
              </a:defRPr>
            </a:lvl9pPr>
          </a:lstStyle>
          <a:p xmlns:a="http://schemas.openxmlformats.org/drawingml/2006/main">
            <a:pPr algn="l">
              <a:defRPr sz="1125" b="1" i="0">
                <a:solidFill>
                  <a:srgbClr val="19A7CE"/>
                </a:solidFill>
                <a:latin typeface="Aptos"/>
                <a:ea typeface="Aptos"/>
                <a:cs typeface="Aptos"/>
              </a:defRPr>
            </a:pPr>
            <a:r>
              <a:rPr sz="1125" b="1" i="0">
                <a:solidFill>
                  <a:srgbClr val="19A7CE"/>
                </a:solidFill>
                <a:latin typeface="Aptos"/>
                <a:ea typeface="Aptos"/>
                <a:cs typeface="Aptos"/>
              </a:rPr>
              <a:t>EVIDENCIA DEL PASO 2</a:t>
            </a:r>
          </a:p>
        </p:txBody>
      </p:sp>
      <p:sp>
        <p:nvSpPr>
          <p:cNvPr id="2" name="close-title">
            <a:extLst xmlns:a="http://schemas.openxmlformats.org/drawingml/2006/main">
              <a:ext uri="{FF2B5EF4-FFF2-40B4-BE49-F238E27FC236}">
                <a16:creationId xmlns:a16="http://schemas.microsoft.com/office/drawing/2014/main" id="{0AB3C60D-DAF9-4EF7-8E2E-25E167A7E046}"/>
              </a:ext>
            </a:extLst>
          </p:cNvPr>
          <p:cNvSpPr>
            <a:spLocks xmlns:a="http://schemas.openxmlformats.org/drawingml/2006/main" noGrp="1"/>
          </p:cNvSpPr>
          <p:nvPr/>
        </p:nvSpPr>
        <p:spPr>
          <a:xfrm xmlns:a="http://schemas.openxmlformats.org/drawingml/2006/main">
            <a:off x="781050" y="1104900"/>
            <a:ext cx="685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i="0">
                <a:solidFill>
                  <a:srgbClr val="FFFFFF"/>
                </a:solidFill>
                <a:latin typeface="Aptos"/>
                <a:ea typeface="Aptos"/>
                <a:cs typeface="Aptos"/>
              </a:defRPr>
            </a:defPPr>
            <a:lvl1pPr algn="l">
              <a:defRPr sz="3150" b="1" i="0">
                <a:solidFill>
                  <a:srgbClr val="FFFFFF"/>
                </a:solidFill>
                <a:latin typeface="Aptos"/>
                <a:ea typeface="Aptos"/>
                <a:cs typeface="Aptos"/>
              </a:defRPr>
            </a:lvl1pPr>
            <a:lvl2pPr algn="l">
              <a:defRPr sz="3150" b="1" i="0">
                <a:solidFill>
                  <a:srgbClr val="FFFFFF"/>
                </a:solidFill>
                <a:latin typeface="Aptos"/>
                <a:ea typeface="Aptos"/>
                <a:cs typeface="Aptos"/>
              </a:defRPr>
            </a:lvl2pPr>
            <a:lvl3pPr algn="l">
              <a:defRPr sz="3150" b="1" i="0">
                <a:solidFill>
                  <a:srgbClr val="FFFFFF"/>
                </a:solidFill>
                <a:latin typeface="Aptos"/>
                <a:ea typeface="Aptos"/>
                <a:cs typeface="Aptos"/>
              </a:defRPr>
            </a:lvl3pPr>
            <a:lvl4pPr algn="l">
              <a:defRPr sz="3150" b="1" i="0">
                <a:solidFill>
                  <a:srgbClr val="FFFFFF"/>
                </a:solidFill>
                <a:latin typeface="Aptos"/>
                <a:ea typeface="Aptos"/>
                <a:cs typeface="Aptos"/>
              </a:defRPr>
            </a:lvl4pPr>
            <a:lvl5pPr algn="l">
              <a:defRPr sz="3150" b="1" i="0">
                <a:solidFill>
                  <a:srgbClr val="FFFFFF"/>
                </a:solidFill>
                <a:latin typeface="Aptos"/>
                <a:ea typeface="Aptos"/>
                <a:cs typeface="Aptos"/>
              </a:defRPr>
            </a:lvl5pPr>
            <a:lvl6pPr algn="l">
              <a:defRPr sz="3150" b="1" i="0">
                <a:solidFill>
                  <a:srgbClr val="FFFFFF"/>
                </a:solidFill>
                <a:latin typeface="Aptos"/>
                <a:ea typeface="Aptos"/>
                <a:cs typeface="Aptos"/>
              </a:defRPr>
            </a:lvl6pPr>
            <a:lvl7pPr algn="l">
              <a:defRPr sz="3150" b="1" i="0">
                <a:solidFill>
                  <a:srgbClr val="FFFFFF"/>
                </a:solidFill>
                <a:latin typeface="Aptos"/>
                <a:ea typeface="Aptos"/>
                <a:cs typeface="Aptos"/>
              </a:defRPr>
            </a:lvl7pPr>
            <a:lvl8pPr algn="l">
              <a:defRPr sz="3150" b="1" i="0">
                <a:solidFill>
                  <a:srgbClr val="FFFFFF"/>
                </a:solidFill>
                <a:latin typeface="Aptos"/>
                <a:ea typeface="Aptos"/>
                <a:cs typeface="Aptos"/>
              </a:defRPr>
            </a:lvl8pPr>
            <a:lvl9pPr algn="l">
              <a:defRPr sz="3150" b="1" i="0">
                <a:solidFill>
                  <a:srgbClr val="FFFFFF"/>
                </a:solidFill>
                <a:latin typeface="Aptos"/>
                <a:ea typeface="Aptos"/>
                <a:cs typeface="Aptos"/>
              </a:defRPr>
            </a:lvl9pPr>
          </a:lstStyle>
          <a:p xmlns:a="http://schemas.openxmlformats.org/drawingml/2006/main">
            <a:pPr algn="l">
              <a:defRPr sz="3150" b="1" i="0">
                <a:solidFill>
                  <a:srgbClr val="FFFFFF"/>
                </a:solidFill>
                <a:latin typeface="Aptos"/>
                <a:ea typeface="Aptos"/>
                <a:cs typeface="Aptos"/>
              </a:defRPr>
            </a:pPr>
            <a:r>
              <a:rPr sz="3150" b="1" i="0">
                <a:solidFill>
                  <a:srgbClr val="FFFFFF"/>
                </a:solidFill>
                <a:latin typeface="Aptos"/>
                <a:ea typeface="Aptos"/>
                <a:cs typeface="Aptos"/>
              </a:rPr>
              <a:t>CRM listo para revisión</a:t>
            </a:r>
          </a:p>
        </p:txBody>
      </p:sp>
      <p:sp>
        <p:nvSpPr>
          <p:cNvPr id="3" name="close-check-circle-0">
            <a:extLst xmlns:a="http://schemas.openxmlformats.org/drawingml/2006/main">
              <a:ext uri="{FF2B5EF4-FFF2-40B4-BE49-F238E27FC236}">
                <a16:creationId xmlns:a16="http://schemas.microsoft.com/office/drawing/2014/main" id="{9F80E2D1-673C-465D-A7CE-E1D7163F93D1}"/>
              </a:ext>
            </a:extLst>
          </p:cNvPr>
          <p:cNvSpPr>
            <a:spLocks xmlns:a="http://schemas.openxmlformats.org/drawingml/2006/main" noGrp="1"/>
          </p:cNvSpPr>
          <p:nvPr/>
        </p:nvSpPr>
        <p:spPr>
          <a:xfrm xmlns:a="http://schemas.openxmlformats.org/drawingml/2006/main">
            <a:off x="800100" y="2095500"/>
            <a:ext cx="400050" cy="400050"/>
          </a:xfrm>
          <a:prstGeom xmlns:a="http://schemas.openxmlformats.org/drawingml/2006/main" prst="ellipse">
            <a:avLst/>
          </a:prstGeom>
          <a:solidFill xmlns:a="http://schemas.openxmlformats.org/drawingml/2006/main">
            <a:srgbClr val="19A7CE"/>
          </a:solidFill>
          <a:ln xmlns:a="http://schemas.openxmlformats.org/drawingml/2006/main" w="0">
            <a:noFill/>
            <a:prstDash val="solid"/>
          </a:ln>
        </p:spPr>
      </p:sp>
      <p:sp>
        <p:nvSpPr>
          <p:cNvPr id="4" name="close-check-0">
            <a:extLst xmlns:a="http://schemas.openxmlformats.org/drawingml/2006/main">
              <a:ext uri="{FF2B5EF4-FFF2-40B4-BE49-F238E27FC236}">
                <a16:creationId xmlns:a16="http://schemas.microsoft.com/office/drawing/2014/main" id="{99ED5C4F-8A87-48B4-B7AC-9E2FD5ABA90E}"/>
              </a:ext>
            </a:extLst>
          </p:cNvPr>
          <p:cNvSpPr>
            <a:spLocks xmlns:a="http://schemas.openxmlformats.org/drawingml/2006/main" noGrp="1"/>
          </p:cNvSpPr>
          <p:nvPr/>
        </p:nvSpPr>
        <p:spPr>
          <a:xfrm xmlns:a="http://schemas.openxmlformats.org/drawingml/2006/main">
            <a:off x="800100" y="214312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i="0">
                <a:solidFill>
                  <a:srgbClr val="FFFFFF"/>
                </a:solidFill>
                <a:latin typeface="Aptos"/>
                <a:ea typeface="Aptos"/>
                <a:cs typeface="Aptos"/>
              </a:defRPr>
            </a:defPPr>
            <a:lvl1pPr algn="ctr">
              <a:defRPr sz="1500" b="1" i="0">
                <a:solidFill>
                  <a:srgbClr val="FFFFFF"/>
                </a:solidFill>
                <a:latin typeface="Aptos"/>
                <a:ea typeface="Aptos"/>
                <a:cs typeface="Aptos"/>
              </a:defRPr>
            </a:lvl1pPr>
            <a:lvl2pPr algn="ctr">
              <a:defRPr sz="1500" b="1" i="0">
                <a:solidFill>
                  <a:srgbClr val="FFFFFF"/>
                </a:solidFill>
                <a:latin typeface="Aptos"/>
                <a:ea typeface="Aptos"/>
                <a:cs typeface="Aptos"/>
              </a:defRPr>
            </a:lvl2pPr>
            <a:lvl3pPr algn="ctr">
              <a:defRPr sz="1500" b="1" i="0">
                <a:solidFill>
                  <a:srgbClr val="FFFFFF"/>
                </a:solidFill>
                <a:latin typeface="Aptos"/>
                <a:ea typeface="Aptos"/>
                <a:cs typeface="Aptos"/>
              </a:defRPr>
            </a:lvl3pPr>
            <a:lvl4pPr algn="ctr">
              <a:defRPr sz="1500" b="1" i="0">
                <a:solidFill>
                  <a:srgbClr val="FFFFFF"/>
                </a:solidFill>
                <a:latin typeface="Aptos"/>
                <a:ea typeface="Aptos"/>
                <a:cs typeface="Aptos"/>
              </a:defRPr>
            </a:lvl4pPr>
            <a:lvl5pPr algn="ctr">
              <a:defRPr sz="1500" b="1" i="0">
                <a:solidFill>
                  <a:srgbClr val="FFFFFF"/>
                </a:solidFill>
                <a:latin typeface="Aptos"/>
                <a:ea typeface="Aptos"/>
                <a:cs typeface="Aptos"/>
              </a:defRPr>
            </a:lvl5pPr>
            <a:lvl6pPr algn="ctr">
              <a:defRPr sz="1500" b="1" i="0">
                <a:solidFill>
                  <a:srgbClr val="FFFFFF"/>
                </a:solidFill>
                <a:latin typeface="Aptos"/>
                <a:ea typeface="Aptos"/>
                <a:cs typeface="Aptos"/>
              </a:defRPr>
            </a:lvl6pPr>
            <a:lvl7pPr algn="ctr">
              <a:defRPr sz="1500" b="1" i="0">
                <a:solidFill>
                  <a:srgbClr val="FFFFFF"/>
                </a:solidFill>
                <a:latin typeface="Aptos"/>
                <a:ea typeface="Aptos"/>
                <a:cs typeface="Aptos"/>
              </a:defRPr>
            </a:lvl7pPr>
            <a:lvl8pPr algn="ctr">
              <a:defRPr sz="1500" b="1" i="0">
                <a:solidFill>
                  <a:srgbClr val="FFFFFF"/>
                </a:solidFill>
                <a:latin typeface="Aptos"/>
                <a:ea typeface="Aptos"/>
                <a:cs typeface="Aptos"/>
              </a:defRPr>
            </a:lvl8pPr>
            <a:lvl9pPr algn="ctr">
              <a:defRPr sz="1500" b="1" i="0">
                <a:solidFill>
                  <a:srgbClr val="FFFFFF"/>
                </a:solidFill>
                <a:latin typeface="Aptos"/>
                <a:ea typeface="Aptos"/>
                <a:cs typeface="Aptos"/>
              </a:defRPr>
            </a:lvl9pPr>
          </a:lstStyle>
          <a:p xmlns:a="http://schemas.openxmlformats.org/drawingml/2006/main">
            <a:pPr algn="ctr">
              <a:defRPr sz="1500" b="1" i="0">
                <a:solidFill>
                  <a:srgbClr val="FFFFFF"/>
                </a:solidFill>
                <a:latin typeface="Aptos"/>
                <a:ea typeface="Aptos"/>
                <a:cs typeface="Aptos"/>
              </a:defRPr>
            </a:pPr>
            <a:r>
              <a:rPr sz="1500" b="1" i="0">
                <a:solidFill>
                  <a:srgbClr val="FFFFFF"/>
                </a:solidFill>
                <a:latin typeface="Aptos"/>
                <a:ea typeface="Aptos"/>
                <a:cs typeface="Aptos"/>
              </a:rPr>
              <a:t>✓</a:t>
            </a:r>
          </a:p>
        </p:txBody>
      </p:sp>
      <p:sp>
        <p:nvSpPr>
          <p:cNvPr id="5" name="close-check-label-0">
            <a:extLst xmlns:a="http://schemas.openxmlformats.org/drawingml/2006/main">
              <a:ext uri="{FF2B5EF4-FFF2-40B4-BE49-F238E27FC236}">
                <a16:creationId xmlns:a16="http://schemas.microsoft.com/office/drawing/2014/main" id="{5CA69A7B-1890-4BE5-ADA5-E72AD96864EA}"/>
              </a:ext>
            </a:extLst>
          </p:cNvPr>
          <p:cNvSpPr>
            <a:spLocks xmlns:a="http://schemas.openxmlformats.org/drawingml/2006/main" noGrp="1"/>
          </p:cNvSpPr>
          <p:nvPr/>
        </p:nvSpPr>
        <p:spPr>
          <a:xfrm xmlns:a="http://schemas.openxmlformats.org/drawingml/2006/main">
            <a:off x="1371600" y="2133600"/>
            <a:ext cx="4572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1" i="0">
                <a:solidFill>
                  <a:srgbClr val="FFFFFF"/>
                </a:solidFill>
                <a:latin typeface="Aptos"/>
                <a:ea typeface="Aptos"/>
                <a:cs typeface="Aptos"/>
              </a:defRPr>
            </a:defPPr>
            <a:lvl1pPr algn="l">
              <a:defRPr sz="1500" b="1" i="0">
                <a:solidFill>
                  <a:srgbClr val="FFFFFF"/>
                </a:solidFill>
                <a:latin typeface="Aptos"/>
                <a:ea typeface="Aptos"/>
                <a:cs typeface="Aptos"/>
              </a:defRPr>
            </a:lvl1pPr>
            <a:lvl2pPr algn="l">
              <a:defRPr sz="1500" b="1" i="0">
                <a:solidFill>
                  <a:srgbClr val="FFFFFF"/>
                </a:solidFill>
                <a:latin typeface="Aptos"/>
                <a:ea typeface="Aptos"/>
                <a:cs typeface="Aptos"/>
              </a:defRPr>
            </a:lvl2pPr>
            <a:lvl3pPr algn="l">
              <a:defRPr sz="1500" b="1" i="0">
                <a:solidFill>
                  <a:srgbClr val="FFFFFF"/>
                </a:solidFill>
                <a:latin typeface="Aptos"/>
                <a:ea typeface="Aptos"/>
                <a:cs typeface="Aptos"/>
              </a:defRPr>
            </a:lvl3pPr>
            <a:lvl4pPr algn="l">
              <a:defRPr sz="1500" b="1" i="0">
                <a:solidFill>
                  <a:srgbClr val="FFFFFF"/>
                </a:solidFill>
                <a:latin typeface="Aptos"/>
                <a:ea typeface="Aptos"/>
                <a:cs typeface="Aptos"/>
              </a:defRPr>
            </a:lvl4pPr>
            <a:lvl5pPr algn="l">
              <a:defRPr sz="1500" b="1" i="0">
                <a:solidFill>
                  <a:srgbClr val="FFFFFF"/>
                </a:solidFill>
                <a:latin typeface="Aptos"/>
                <a:ea typeface="Aptos"/>
                <a:cs typeface="Aptos"/>
              </a:defRPr>
            </a:lvl5pPr>
            <a:lvl6pPr algn="l">
              <a:defRPr sz="1500" b="1" i="0">
                <a:solidFill>
                  <a:srgbClr val="FFFFFF"/>
                </a:solidFill>
                <a:latin typeface="Aptos"/>
                <a:ea typeface="Aptos"/>
                <a:cs typeface="Aptos"/>
              </a:defRPr>
            </a:lvl6pPr>
            <a:lvl7pPr algn="l">
              <a:defRPr sz="1500" b="1" i="0">
                <a:solidFill>
                  <a:srgbClr val="FFFFFF"/>
                </a:solidFill>
                <a:latin typeface="Aptos"/>
                <a:ea typeface="Aptos"/>
                <a:cs typeface="Aptos"/>
              </a:defRPr>
            </a:lvl7pPr>
            <a:lvl8pPr algn="l">
              <a:defRPr sz="1500" b="1" i="0">
                <a:solidFill>
                  <a:srgbClr val="FFFFFF"/>
                </a:solidFill>
                <a:latin typeface="Aptos"/>
                <a:ea typeface="Aptos"/>
                <a:cs typeface="Aptos"/>
              </a:defRPr>
            </a:lvl8pPr>
            <a:lvl9pPr algn="l">
              <a:defRPr sz="1500" b="1" i="0">
                <a:solidFill>
                  <a:srgbClr val="FFFFFF"/>
                </a:solidFill>
                <a:latin typeface="Aptos"/>
                <a:ea typeface="Aptos"/>
                <a:cs typeface="Aptos"/>
              </a:defRPr>
            </a:lvl9pPr>
          </a:lstStyle>
          <a:p xmlns:a="http://schemas.openxmlformats.org/drawingml/2006/main">
            <a:pPr algn="l">
              <a:defRPr sz="1500" b="1" i="0">
                <a:solidFill>
                  <a:srgbClr val="FFFFFF"/>
                </a:solidFill>
                <a:latin typeface="Aptos"/>
                <a:ea typeface="Aptos"/>
                <a:cs typeface="Aptos"/>
              </a:defRPr>
            </a:pPr>
            <a:r>
              <a:rPr sz="1500" b="1" i="0">
                <a:solidFill>
                  <a:srgbClr val="FFFFFF"/>
                </a:solidFill>
                <a:latin typeface="Aptos"/>
                <a:ea typeface="Aptos"/>
                <a:cs typeface="Aptos"/>
              </a:rPr>
              <a:t>Cinco registros ficticios</a:t>
            </a:r>
          </a:p>
        </p:txBody>
      </p:sp>
      <p:sp>
        <p:nvSpPr>
          <p:cNvPr id="6" name="close-check-circle-1">
            <a:extLst xmlns:a="http://schemas.openxmlformats.org/drawingml/2006/main">
              <a:ext uri="{FF2B5EF4-FFF2-40B4-BE49-F238E27FC236}">
                <a16:creationId xmlns:a16="http://schemas.microsoft.com/office/drawing/2014/main" id="{B8CD4A5F-5F03-4CFA-AC16-14A7C93AECC6}"/>
              </a:ext>
            </a:extLst>
          </p:cNvPr>
          <p:cNvSpPr>
            <a:spLocks xmlns:a="http://schemas.openxmlformats.org/drawingml/2006/main" noGrp="1"/>
          </p:cNvSpPr>
          <p:nvPr/>
        </p:nvSpPr>
        <p:spPr>
          <a:xfrm xmlns:a="http://schemas.openxmlformats.org/drawingml/2006/main">
            <a:off x="800100" y="2895600"/>
            <a:ext cx="400050" cy="400050"/>
          </a:xfrm>
          <a:prstGeom xmlns:a="http://schemas.openxmlformats.org/drawingml/2006/main" prst="ellipse">
            <a:avLst/>
          </a:prstGeom>
          <a:solidFill xmlns:a="http://schemas.openxmlformats.org/drawingml/2006/main">
            <a:srgbClr val="19A7CE"/>
          </a:solidFill>
          <a:ln xmlns:a="http://schemas.openxmlformats.org/drawingml/2006/main" w="0">
            <a:noFill/>
            <a:prstDash val="solid"/>
          </a:ln>
        </p:spPr>
      </p:sp>
      <p:sp>
        <p:nvSpPr>
          <p:cNvPr id="7" name="close-check-1">
            <a:extLst xmlns:a="http://schemas.openxmlformats.org/drawingml/2006/main">
              <a:ext uri="{FF2B5EF4-FFF2-40B4-BE49-F238E27FC236}">
                <a16:creationId xmlns:a16="http://schemas.microsoft.com/office/drawing/2014/main" id="{743CEE9D-8AB3-45EA-B998-92CB6B315F9C}"/>
              </a:ext>
            </a:extLst>
          </p:cNvPr>
          <p:cNvSpPr>
            <a:spLocks xmlns:a="http://schemas.openxmlformats.org/drawingml/2006/main" noGrp="1"/>
          </p:cNvSpPr>
          <p:nvPr/>
        </p:nvSpPr>
        <p:spPr>
          <a:xfrm xmlns:a="http://schemas.openxmlformats.org/drawingml/2006/main">
            <a:off x="800100" y="294322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i="0">
                <a:solidFill>
                  <a:srgbClr val="FFFFFF"/>
                </a:solidFill>
                <a:latin typeface="Aptos"/>
                <a:ea typeface="Aptos"/>
                <a:cs typeface="Aptos"/>
              </a:defRPr>
            </a:defPPr>
            <a:lvl1pPr algn="ctr">
              <a:defRPr sz="1500" b="1" i="0">
                <a:solidFill>
                  <a:srgbClr val="FFFFFF"/>
                </a:solidFill>
                <a:latin typeface="Aptos"/>
                <a:ea typeface="Aptos"/>
                <a:cs typeface="Aptos"/>
              </a:defRPr>
            </a:lvl1pPr>
            <a:lvl2pPr algn="ctr">
              <a:defRPr sz="1500" b="1" i="0">
                <a:solidFill>
                  <a:srgbClr val="FFFFFF"/>
                </a:solidFill>
                <a:latin typeface="Aptos"/>
                <a:ea typeface="Aptos"/>
                <a:cs typeface="Aptos"/>
              </a:defRPr>
            </a:lvl2pPr>
            <a:lvl3pPr algn="ctr">
              <a:defRPr sz="1500" b="1" i="0">
                <a:solidFill>
                  <a:srgbClr val="FFFFFF"/>
                </a:solidFill>
                <a:latin typeface="Aptos"/>
                <a:ea typeface="Aptos"/>
                <a:cs typeface="Aptos"/>
              </a:defRPr>
            </a:lvl3pPr>
            <a:lvl4pPr algn="ctr">
              <a:defRPr sz="1500" b="1" i="0">
                <a:solidFill>
                  <a:srgbClr val="FFFFFF"/>
                </a:solidFill>
                <a:latin typeface="Aptos"/>
                <a:ea typeface="Aptos"/>
                <a:cs typeface="Aptos"/>
              </a:defRPr>
            </a:lvl4pPr>
            <a:lvl5pPr algn="ctr">
              <a:defRPr sz="1500" b="1" i="0">
                <a:solidFill>
                  <a:srgbClr val="FFFFFF"/>
                </a:solidFill>
                <a:latin typeface="Aptos"/>
                <a:ea typeface="Aptos"/>
                <a:cs typeface="Aptos"/>
              </a:defRPr>
            </a:lvl5pPr>
            <a:lvl6pPr algn="ctr">
              <a:defRPr sz="1500" b="1" i="0">
                <a:solidFill>
                  <a:srgbClr val="FFFFFF"/>
                </a:solidFill>
                <a:latin typeface="Aptos"/>
                <a:ea typeface="Aptos"/>
                <a:cs typeface="Aptos"/>
              </a:defRPr>
            </a:lvl6pPr>
            <a:lvl7pPr algn="ctr">
              <a:defRPr sz="1500" b="1" i="0">
                <a:solidFill>
                  <a:srgbClr val="FFFFFF"/>
                </a:solidFill>
                <a:latin typeface="Aptos"/>
                <a:ea typeface="Aptos"/>
                <a:cs typeface="Aptos"/>
              </a:defRPr>
            </a:lvl7pPr>
            <a:lvl8pPr algn="ctr">
              <a:defRPr sz="1500" b="1" i="0">
                <a:solidFill>
                  <a:srgbClr val="FFFFFF"/>
                </a:solidFill>
                <a:latin typeface="Aptos"/>
                <a:ea typeface="Aptos"/>
                <a:cs typeface="Aptos"/>
              </a:defRPr>
            </a:lvl8pPr>
            <a:lvl9pPr algn="ctr">
              <a:defRPr sz="1500" b="1" i="0">
                <a:solidFill>
                  <a:srgbClr val="FFFFFF"/>
                </a:solidFill>
                <a:latin typeface="Aptos"/>
                <a:ea typeface="Aptos"/>
                <a:cs typeface="Aptos"/>
              </a:defRPr>
            </a:lvl9pPr>
          </a:lstStyle>
          <a:p xmlns:a="http://schemas.openxmlformats.org/drawingml/2006/main">
            <a:pPr algn="ctr">
              <a:defRPr sz="1500" b="1" i="0">
                <a:solidFill>
                  <a:srgbClr val="FFFFFF"/>
                </a:solidFill>
                <a:latin typeface="Aptos"/>
                <a:ea typeface="Aptos"/>
                <a:cs typeface="Aptos"/>
              </a:defRPr>
            </a:pPr>
            <a:r>
              <a:rPr sz="1500" b="1" i="0">
                <a:solidFill>
                  <a:srgbClr val="FFFFFF"/>
                </a:solidFill>
                <a:latin typeface="Aptos"/>
                <a:ea typeface="Aptos"/>
                <a:cs typeface="Aptos"/>
              </a:rPr>
              <a:t>✓</a:t>
            </a:r>
          </a:p>
        </p:txBody>
      </p:sp>
      <p:sp>
        <p:nvSpPr>
          <p:cNvPr id="8" name="close-check-label-1">
            <a:extLst xmlns:a="http://schemas.openxmlformats.org/drawingml/2006/main">
              <a:ext uri="{FF2B5EF4-FFF2-40B4-BE49-F238E27FC236}">
                <a16:creationId xmlns:a16="http://schemas.microsoft.com/office/drawing/2014/main" id="{2D7BAFE1-E9E8-4A63-BEBE-D7F924C3C9DE}"/>
              </a:ext>
            </a:extLst>
          </p:cNvPr>
          <p:cNvSpPr>
            <a:spLocks xmlns:a="http://schemas.openxmlformats.org/drawingml/2006/main" noGrp="1"/>
          </p:cNvSpPr>
          <p:nvPr/>
        </p:nvSpPr>
        <p:spPr>
          <a:xfrm xmlns:a="http://schemas.openxmlformats.org/drawingml/2006/main">
            <a:off x="1371600" y="2933700"/>
            <a:ext cx="4572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1" i="0">
                <a:solidFill>
                  <a:srgbClr val="FFFFFF"/>
                </a:solidFill>
                <a:latin typeface="Aptos"/>
                <a:ea typeface="Aptos"/>
                <a:cs typeface="Aptos"/>
              </a:defRPr>
            </a:defPPr>
            <a:lvl1pPr algn="l">
              <a:defRPr sz="1500" b="1" i="0">
                <a:solidFill>
                  <a:srgbClr val="FFFFFF"/>
                </a:solidFill>
                <a:latin typeface="Aptos"/>
                <a:ea typeface="Aptos"/>
                <a:cs typeface="Aptos"/>
              </a:defRPr>
            </a:lvl1pPr>
            <a:lvl2pPr algn="l">
              <a:defRPr sz="1500" b="1" i="0">
                <a:solidFill>
                  <a:srgbClr val="FFFFFF"/>
                </a:solidFill>
                <a:latin typeface="Aptos"/>
                <a:ea typeface="Aptos"/>
                <a:cs typeface="Aptos"/>
              </a:defRPr>
            </a:lvl2pPr>
            <a:lvl3pPr algn="l">
              <a:defRPr sz="1500" b="1" i="0">
                <a:solidFill>
                  <a:srgbClr val="FFFFFF"/>
                </a:solidFill>
                <a:latin typeface="Aptos"/>
                <a:ea typeface="Aptos"/>
                <a:cs typeface="Aptos"/>
              </a:defRPr>
            </a:lvl3pPr>
            <a:lvl4pPr algn="l">
              <a:defRPr sz="1500" b="1" i="0">
                <a:solidFill>
                  <a:srgbClr val="FFFFFF"/>
                </a:solidFill>
                <a:latin typeface="Aptos"/>
                <a:ea typeface="Aptos"/>
                <a:cs typeface="Aptos"/>
              </a:defRPr>
            </a:lvl4pPr>
            <a:lvl5pPr algn="l">
              <a:defRPr sz="1500" b="1" i="0">
                <a:solidFill>
                  <a:srgbClr val="FFFFFF"/>
                </a:solidFill>
                <a:latin typeface="Aptos"/>
                <a:ea typeface="Aptos"/>
                <a:cs typeface="Aptos"/>
              </a:defRPr>
            </a:lvl5pPr>
            <a:lvl6pPr algn="l">
              <a:defRPr sz="1500" b="1" i="0">
                <a:solidFill>
                  <a:srgbClr val="FFFFFF"/>
                </a:solidFill>
                <a:latin typeface="Aptos"/>
                <a:ea typeface="Aptos"/>
                <a:cs typeface="Aptos"/>
              </a:defRPr>
            </a:lvl6pPr>
            <a:lvl7pPr algn="l">
              <a:defRPr sz="1500" b="1" i="0">
                <a:solidFill>
                  <a:srgbClr val="FFFFFF"/>
                </a:solidFill>
                <a:latin typeface="Aptos"/>
                <a:ea typeface="Aptos"/>
                <a:cs typeface="Aptos"/>
              </a:defRPr>
            </a:lvl7pPr>
            <a:lvl8pPr algn="l">
              <a:defRPr sz="1500" b="1" i="0">
                <a:solidFill>
                  <a:srgbClr val="FFFFFF"/>
                </a:solidFill>
                <a:latin typeface="Aptos"/>
                <a:ea typeface="Aptos"/>
                <a:cs typeface="Aptos"/>
              </a:defRPr>
            </a:lvl8pPr>
            <a:lvl9pPr algn="l">
              <a:defRPr sz="1500" b="1" i="0">
                <a:solidFill>
                  <a:srgbClr val="FFFFFF"/>
                </a:solidFill>
                <a:latin typeface="Aptos"/>
                <a:ea typeface="Aptos"/>
                <a:cs typeface="Aptos"/>
              </a:defRPr>
            </a:lvl9pPr>
          </a:lstStyle>
          <a:p xmlns:a="http://schemas.openxmlformats.org/drawingml/2006/main">
            <a:pPr algn="l">
              <a:defRPr sz="1500" b="1" i="0">
                <a:solidFill>
                  <a:srgbClr val="FFFFFF"/>
                </a:solidFill>
                <a:latin typeface="Aptos"/>
                <a:ea typeface="Aptos"/>
                <a:cs typeface="Aptos"/>
              </a:defRPr>
            </a:pPr>
            <a:r>
              <a:rPr sz="1500" b="1" i="0">
                <a:solidFill>
                  <a:srgbClr val="FFFFFF"/>
                </a:solidFill>
                <a:latin typeface="Aptos"/>
                <a:ea typeface="Aptos"/>
                <a:cs typeface="Aptos"/>
              </a:rPr>
              <a:t>Lead ID único en cada fila</a:t>
            </a:r>
          </a:p>
        </p:txBody>
      </p:sp>
      <p:sp>
        <p:nvSpPr>
          <p:cNvPr id="9" name="close-check-circle-2">
            <a:extLst xmlns:a="http://schemas.openxmlformats.org/drawingml/2006/main">
              <a:ext uri="{FF2B5EF4-FFF2-40B4-BE49-F238E27FC236}">
                <a16:creationId xmlns:a16="http://schemas.microsoft.com/office/drawing/2014/main" id="{C2C84DDE-239F-4372-A1A8-5BF56B855136}"/>
              </a:ext>
            </a:extLst>
          </p:cNvPr>
          <p:cNvSpPr>
            <a:spLocks xmlns:a="http://schemas.openxmlformats.org/drawingml/2006/main" noGrp="1"/>
          </p:cNvSpPr>
          <p:nvPr/>
        </p:nvSpPr>
        <p:spPr>
          <a:xfrm xmlns:a="http://schemas.openxmlformats.org/drawingml/2006/main">
            <a:off x="800100" y="3695700"/>
            <a:ext cx="400050" cy="400050"/>
          </a:xfrm>
          <a:prstGeom xmlns:a="http://schemas.openxmlformats.org/drawingml/2006/main" prst="ellipse">
            <a:avLst/>
          </a:prstGeom>
          <a:solidFill xmlns:a="http://schemas.openxmlformats.org/drawingml/2006/main">
            <a:srgbClr val="19A7CE"/>
          </a:solidFill>
          <a:ln xmlns:a="http://schemas.openxmlformats.org/drawingml/2006/main" w="0">
            <a:noFill/>
            <a:prstDash val="solid"/>
          </a:ln>
        </p:spPr>
      </p:sp>
      <p:sp>
        <p:nvSpPr>
          <p:cNvPr id="10" name="close-check-2">
            <a:extLst xmlns:a="http://schemas.openxmlformats.org/drawingml/2006/main">
              <a:ext uri="{FF2B5EF4-FFF2-40B4-BE49-F238E27FC236}">
                <a16:creationId xmlns:a16="http://schemas.microsoft.com/office/drawing/2014/main" id="{1AAFA4E3-D50E-457B-AB15-4160B3108ABB}"/>
              </a:ext>
            </a:extLst>
          </p:cNvPr>
          <p:cNvSpPr>
            <a:spLocks xmlns:a="http://schemas.openxmlformats.org/drawingml/2006/main" noGrp="1"/>
          </p:cNvSpPr>
          <p:nvPr/>
        </p:nvSpPr>
        <p:spPr>
          <a:xfrm xmlns:a="http://schemas.openxmlformats.org/drawingml/2006/main">
            <a:off x="800100" y="374332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i="0">
                <a:solidFill>
                  <a:srgbClr val="FFFFFF"/>
                </a:solidFill>
                <a:latin typeface="Aptos"/>
                <a:ea typeface="Aptos"/>
                <a:cs typeface="Aptos"/>
              </a:defRPr>
            </a:defPPr>
            <a:lvl1pPr algn="ctr">
              <a:defRPr sz="1500" b="1" i="0">
                <a:solidFill>
                  <a:srgbClr val="FFFFFF"/>
                </a:solidFill>
                <a:latin typeface="Aptos"/>
                <a:ea typeface="Aptos"/>
                <a:cs typeface="Aptos"/>
              </a:defRPr>
            </a:lvl1pPr>
            <a:lvl2pPr algn="ctr">
              <a:defRPr sz="1500" b="1" i="0">
                <a:solidFill>
                  <a:srgbClr val="FFFFFF"/>
                </a:solidFill>
                <a:latin typeface="Aptos"/>
                <a:ea typeface="Aptos"/>
                <a:cs typeface="Aptos"/>
              </a:defRPr>
            </a:lvl2pPr>
            <a:lvl3pPr algn="ctr">
              <a:defRPr sz="1500" b="1" i="0">
                <a:solidFill>
                  <a:srgbClr val="FFFFFF"/>
                </a:solidFill>
                <a:latin typeface="Aptos"/>
                <a:ea typeface="Aptos"/>
                <a:cs typeface="Aptos"/>
              </a:defRPr>
            </a:lvl3pPr>
            <a:lvl4pPr algn="ctr">
              <a:defRPr sz="1500" b="1" i="0">
                <a:solidFill>
                  <a:srgbClr val="FFFFFF"/>
                </a:solidFill>
                <a:latin typeface="Aptos"/>
                <a:ea typeface="Aptos"/>
                <a:cs typeface="Aptos"/>
              </a:defRPr>
            </a:lvl4pPr>
            <a:lvl5pPr algn="ctr">
              <a:defRPr sz="1500" b="1" i="0">
                <a:solidFill>
                  <a:srgbClr val="FFFFFF"/>
                </a:solidFill>
                <a:latin typeface="Aptos"/>
                <a:ea typeface="Aptos"/>
                <a:cs typeface="Aptos"/>
              </a:defRPr>
            </a:lvl5pPr>
            <a:lvl6pPr algn="ctr">
              <a:defRPr sz="1500" b="1" i="0">
                <a:solidFill>
                  <a:srgbClr val="FFFFFF"/>
                </a:solidFill>
                <a:latin typeface="Aptos"/>
                <a:ea typeface="Aptos"/>
                <a:cs typeface="Aptos"/>
              </a:defRPr>
            </a:lvl6pPr>
            <a:lvl7pPr algn="ctr">
              <a:defRPr sz="1500" b="1" i="0">
                <a:solidFill>
                  <a:srgbClr val="FFFFFF"/>
                </a:solidFill>
                <a:latin typeface="Aptos"/>
                <a:ea typeface="Aptos"/>
                <a:cs typeface="Aptos"/>
              </a:defRPr>
            </a:lvl7pPr>
            <a:lvl8pPr algn="ctr">
              <a:defRPr sz="1500" b="1" i="0">
                <a:solidFill>
                  <a:srgbClr val="FFFFFF"/>
                </a:solidFill>
                <a:latin typeface="Aptos"/>
                <a:ea typeface="Aptos"/>
                <a:cs typeface="Aptos"/>
              </a:defRPr>
            </a:lvl8pPr>
            <a:lvl9pPr algn="ctr">
              <a:defRPr sz="1500" b="1" i="0">
                <a:solidFill>
                  <a:srgbClr val="FFFFFF"/>
                </a:solidFill>
                <a:latin typeface="Aptos"/>
                <a:ea typeface="Aptos"/>
                <a:cs typeface="Aptos"/>
              </a:defRPr>
            </a:lvl9pPr>
          </a:lstStyle>
          <a:p xmlns:a="http://schemas.openxmlformats.org/drawingml/2006/main">
            <a:pPr algn="ctr">
              <a:defRPr sz="1500" b="1" i="0">
                <a:solidFill>
                  <a:srgbClr val="FFFFFF"/>
                </a:solidFill>
                <a:latin typeface="Aptos"/>
                <a:ea typeface="Aptos"/>
                <a:cs typeface="Aptos"/>
              </a:defRPr>
            </a:pPr>
            <a:r>
              <a:rPr sz="1500" b="1" i="0">
                <a:solidFill>
                  <a:srgbClr val="FFFFFF"/>
                </a:solidFill>
                <a:latin typeface="Aptos"/>
                <a:ea typeface="Aptos"/>
                <a:cs typeface="Aptos"/>
              </a:rPr>
              <a:t>✓</a:t>
            </a:r>
          </a:p>
        </p:txBody>
      </p:sp>
      <p:sp>
        <p:nvSpPr>
          <p:cNvPr id="11" name="close-check-label-2">
            <a:extLst xmlns:a="http://schemas.openxmlformats.org/drawingml/2006/main">
              <a:ext uri="{FF2B5EF4-FFF2-40B4-BE49-F238E27FC236}">
                <a16:creationId xmlns:a16="http://schemas.microsoft.com/office/drawing/2014/main" id="{76BBC6C9-F822-4B99-9EAF-E8581FBB3599}"/>
              </a:ext>
            </a:extLst>
          </p:cNvPr>
          <p:cNvSpPr>
            <a:spLocks xmlns:a="http://schemas.openxmlformats.org/drawingml/2006/main" noGrp="1"/>
          </p:cNvSpPr>
          <p:nvPr/>
        </p:nvSpPr>
        <p:spPr>
          <a:xfrm xmlns:a="http://schemas.openxmlformats.org/drawingml/2006/main">
            <a:off x="1371600" y="3733800"/>
            <a:ext cx="4572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1" i="0">
                <a:solidFill>
                  <a:srgbClr val="FFFFFF"/>
                </a:solidFill>
                <a:latin typeface="Aptos"/>
                <a:ea typeface="Aptos"/>
                <a:cs typeface="Aptos"/>
              </a:defRPr>
            </a:defPPr>
            <a:lvl1pPr algn="l">
              <a:defRPr sz="1500" b="1" i="0">
                <a:solidFill>
                  <a:srgbClr val="FFFFFF"/>
                </a:solidFill>
                <a:latin typeface="Aptos"/>
                <a:ea typeface="Aptos"/>
                <a:cs typeface="Aptos"/>
              </a:defRPr>
            </a:lvl1pPr>
            <a:lvl2pPr algn="l">
              <a:defRPr sz="1500" b="1" i="0">
                <a:solidFill>
                  <a:srgbClr val="FFFFFF"/>
                </a:solidFill>
                <a:latin typeface="Aptos"/>
                <a:ea typeface="Aptos"/>
                <a:cs typeface="Aptos"/>
              </a:defRPr>
            </a:lvl2pPr>
            <a:lvl3pPr algn="l">
              <a:defRPr sz="1500" b="1" i="0">
                <a:solidFill>
                  <a:srgbClr val="FFFFFF"/>
                </a:solidFill>
                <a:latin typeface="Aptos"/>
                <a:ea typeface="Aptos"/>
                <a:cs typeface="Aptos"/>
              </a:defRPr>
            </a:lvl3pPr>
            <a:lvl4pPr algn="l">
              <a:defRPr sz="1500" b="1" i="0">
                <a:solidFill>
                  <a:srgbClr val="FFFFFF"/>
                </a:solidFill>
                <a:latin typeface="Aptos"/>
                <a:ea typeface="Aptos"/>
                <a:cs typeface="Aptos"/>
              </a:defRPr>
            </a:lvl4pPr>
            <a:lvl5pPr algn="l">
              <a:defRPr sz="1500" b="1" i="0">
                <a:solidFill>
                  <a:srgbClr val="FFFFFF"/>
                </a:solidFill>
                <a:latin typeface="Aptos"/>
                <a:ea typeface="Aptos"/>
                <a:cs typeface="Aptos"/>
              </a:defRPr>
            </a:lvl5pPr>
            <a:lvl6pPr algn="l">
              <a:defRPr sz="1500" b="1" i="0">
                <a:solidFill>
                  <a:srgbClr val="FFFFFF"/>
                </a:solidFill>
                <a:latin typeface="Aptos"/>
                <a:ea typeface="Aptos"/>
                <a:cs typeface="Aptos"/>
              </a:defRPr>
            </a:lvl6pPr>
            <a:lvl7pPr algn="l">
              <a:defRPr sz="1500" b="1" i="0">
                <a:solidFill>
                  <a:srgbClr val="FFFFFF"/>
                </a:solidFill>
                <a:latin typeface="Aptos"/>
                <a:ea typeface="Aptos"/>
                <a:cs typeface="Aptos"/>
              </a:defRPr>
            </a:lvl7pPr>
            <a:lvl8pPr algn="l">
              <a:defRPr sz="1500" b="1" i="0">
                <a:solidFill>
                  <a:srgbClr val="FFFFFF"/>
                </a:solidFill>
                <a:latin typeface="Aptos"/>
                <a:ea typeface="Aptos"/>
                <a:cs typeface="Aptos"/>
              </a:defRPr>
            </a:lvl8pPr>
            <a:lvl9pPr algn="l">
              <a:defRPr sz="1500" b="1" i="0">
                <a:solidFill>
                  <a:srgbClr val="FFFFFF"/>
                </a:solidFill>
                <a:latin typeface="Aptos"/>
                <a:ea typeface="Aptos"/>
                <a:cs typeface="Aptos"/>
              </a:defRPr>
            </a:lvl9pPr>
          </a:lstStyle>
          <a:p xmlns:a="http://schemas.openxmlformats.org/drawingml/2006/main">
            <a:pPr algn="l">
              <a:defRPr sz="1500" b="1" i="0">
                <a:solidFill>
                  <a:srgbClr val="FFFFFF"/>
                </a:solidFill>
                <a:latin typeface="Aptos"/>
                <a:ea typeface="Aptos"/>
                <a:cs typeface="Aptos"/>
              </a:defRPr>
            </a:pPr>
            <a:r>
              <a:rPr sz="1500" b="1" i="0">
                <a:solidFill>
                  <a:srgbClr val="FFFFFF"/>
                </a:solidFill>
                <a:latin typeface="Aptos"/>
                <a:ea typeface="Aptos"/>
                <a:cs typeface="Aptos"/>
              </a:rPr>
              <a:t>Una de las seis etapas válidas</a:t>
            </a:r>
          </a:p>
        </p:txBody>
      </p:sp>
      <p:sp>
        <p:nvSpPr>
          <p:cNvPr id="12" name="close-check-circle-3">
            <a:extLst xmlns:a="http://schemas.openxmlformats.org/drawingml/2006/main">
              <a:ext uri="{FF2B5EF4-FFF2-40B4-BE49-F238E27FC236}">
                <a16:creationId xmlns:a16="http://schemas.microsoft.com/office/drawing/2014/main" id="{35A3020F-03FA-4A13-87FF-0FD909303EBE}"/>
              </a:ext>
            </a:extLst>
          </p:cNvPr>
          <p:cNvSpPr>
            <a:spLocks xmlns:a="http://schemas.openxmlformats.org/drawingml/2006/main" noGrp="1"/>
          </p:cNvSpPr>
          <p:nvPr/>
        </p:nvSpPr>
        <p:spPr>
          <a:xfrm xmlns:a="http://schemas.openxmlformats.org/drawingml/2006/main">
            <a:off x="800100" y="4495800"/>
            <a:ext cx="400050" cy="400050"/>
          </a:xfrm>
          <a:prstGeom xmlns:a="http://schemas.openxmlformats.org/drawingml/2006/main" prst="ellipse">
            <a:avLst/>
          </a:prstGeom>
          <a:solidFill xmlns:a="http://schemas.openxmlformats.org/drawingml/2006/main">
            <a:srgbClr val="19A7CE"/>
          </a:solidFill>
          <a:ln xmlns:a="http://schemas.openxmlformats.org/drawingml/2006/main" w="0">
            <a:noFill/>
            <a:prstDash val="solid"/>
          </a:ln>
        </p:spPr>
      </p:sp>
      <p:sp>
        <p:nvSpPr>
          <p:cNvPr id="13" name="close-check-3">
            <a:extLst xmlns:a="http://schemas.openxmlformats.org/drawingml/2006/main">
              <a:ext uri="{FF2B5EF4-FFF2-40B4-BE49-F238E27FC236}">
                <a16:creationId xmlns:a16="http://schemas.microsoft.com/office/drawing/2014/main" id="{2F478441-DD31-476E-B6D6-1C5543FCB691}"/>
              </a:ext>
            </a:extLst>
          </p:cNvPr>
          <p:cNvSpPr>
            <a:spLocks xmlns:a="http://schemas.openxmlformats.org/drawingml/2006/main" noGrp="1"/>
          </p:cNvSpPr>
          <p:nvPr/>
        </p:nvSpPr>
        <p:spPr>
          <a:xfrm xmlns:a="http://schemas.openxmlformats.org/drawingml/2006/main">
            <a:off x="800100" y="454342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i="0">
                <a:solidFill>
                  <a:srgbClr val="FFFFFF"/>
                </a:solidFill>
                <a:latin typeface="Aptos"/>
                <a:ea typeface="Aptos"/>
                <a:cs typeface="Aptos"/>
              </a:defRPr>
            </a:defPPr>
            <a:lvl1pPr algn="ctr">
              <a:defRPr sz="1500" b="1" i="0">
                <a:solidFill>
                  <a:srgbClr val="FFFFFF"/>
                </a:solidFill>
                <a:latin typeface="Aptos"/>
                <a:ea typeface="Aptos"/>
                <a:cs typeface="Aptos"/>
              </a:defRPr>
            </a:lvl1pPr>
            <a:lvl2pPr algn="ctr">
              <a:defRPr sz="1500" b="1" i="0">
                <a:solidFill>
                  <a:srgbClr val="FFFFFF"/>
                </a:solidFill>
                <a:latin typeface="Aptos"/>
                <a:ea typeface="Aptos"/>
                <a:cs typeface="Aptos"/>
              </a:defRPr>
            </a:lvl2pPr>
            <a:lvl3pPr algn="ctr">
              <a:defRPr sz="1500" b="1" i="0">
                <a:solidFill>
                  <a:srgbClr val="FFFFFF"/>
                </a:solidFill>
                <a:latin typeface="Aptos"/>
                <a:ea typeface="Aptos"/>
                <a:cs typeface="Aptos"/>
              </a:defRPr>
            </a:lvl3pPr>
            <a:lvl4pPr algn="ctr">
              <a:defRPr sz="1500" b="1" i="0">
                <a:solidFill>
                  <a:srgbClr val="FFFFFF"/>
                </a:solidFill>
                <a:latin typeface="Aptos"/>
                <a:ea typeface="Aptos"/>
                <a:cs typeface="Aptos"/>
              </a:defRPr>
            </a:lvl4pPr>
            <a:lvl5pPr algn="ctr">
              <a:defRPr sz="1500" b="1" i="0">
                <a:solidFill>
                  <a:srgbClr val="FFFFFF"/>
                </a:solidFill>
                <a:latin typeface="Aptos"/>
                <a:ea typeface="Aptos"/>
                <a:cs typeface="Aptos"/>
              </a:defRPr>
            </a:lvl5pPr>
            <a:lvl6pPr algn="ctr">
              <a:defRPr sz="1500" b="1" i="0">
                <a:solidFill>
                  <a:srgbClr val="FFFFFF"/>
                </a:solidFill>
                <a:latin typeface="Aptos"/>
                <a:ea typeface="Aptos"/>
                <a:cs typeface="Aptos"/>
              </a:defRPr>
            </a:lvl6pPr>
            <a:lvl7pPr algn="ctr">
              <a:defRPr sz="1500" b="1" i="0">
                <a:solidFill>
                  <a:srgbClr val="FFFFFF"/>
                </a:solidFill>
                <a:latin typeface="Aptos"/>
                <a:ea typeface="Aptos"/>
                <a:cs typeface="Aptos"/>
              </a:defRPr>
            </a:lvl7pPr>
            <a:lvl8pPr algn="ctr">
              <a:defRPr sz="1500" b="1" i="0">
                <a:solidFill>
                  <a:srgbClr val="FFFFFF"/>
                </a:solidFill>
                <a:latin typeface="Aptos"/>
                <a:ea typeface="Aptos"/>
                <a:cs typeface="Aptos"/>
              </a:defRPr>
            </a:lvl8pPr>
            <a:lvl9pPr algn="ctr">
              <a:defRPr sz="1500" b="1" i="0">
                <a:solidFill>
                  <a:srgbClr val="FFFFFF"/>
                </a:solidFill>
                <a:latin typeface="Aptos"/>
                <a:ea typeface="Aptos"/>
                <a:cs typeface="Aptos"/>
              </a:defRPr>
            </a:lvl9pPr>
          </a:lstStyle>
          <a:p xmlns:a="http://schemas.openxmlformats.org/drawingml/2006/main">
            <a:pPr algn="ctr">
              <a:defRPr sz="1500" b="1" i="0">
                <a:solidFill>
                  <a:srgbClr val="FFFFFF"/>
                </a:solidFill>
                <a:latin typeface="Aptos"/>
                <a:ea typeface="Aptos"/>
                <a:cs typeface="Aptos"/>
              </a:defRPr>
            </a:pPr>
            <a:r>
              <a:rPr sz="1500" b="1" i="0">
                <a:solidFill>
                  <a:srgbClr val="FFFFFF"/>
                </a:solidFill>
                <a:latin typeface="Aptos"/>
                <a:ea typeface="Aptos"/>
                <a:cs typeface="Aptos"/>
              </a:rPr>
              <a:t>✓</a:t>
            </a:r>
          </a:p>
        </p:txBody>
      </p:sp>
      <p:sp>
        <p:nvSpPr>
          <p:cNvPr id="14" name="close-check-label-3">
            <a:extLst xmlns:a="http://schemas.openxmlformats.org/drawingml/2006/main">
              <a:ext uri="{FF2B5EF4-FFF2-40B4-BE49-F238E27FC236}">
                <a16:creationId xmlns:a16="http://schemas.microsoft.com/office/drawing/2014/main" id="{F6573CBE-029A-4D20-B7A0-5F914728EDBC}"/>
              </a:ext>
            </a:extLst>
          </p:cNvPr>
          <p:cNvSpPr>
            <a:spLocks xmlns:a="http://schemas.openxmlformats.org/drawingml/2006/main" noGrp="1"/>
          </p:cNvSpPr>
          <p:nvPr/>
        </p:nvSpPr>
        <p:spPr>
          <a:xfrm xmlns:a="http://schemas.openxmlformats.org/drawingml/2006/main">
            <a:off x="1371600" y="4533900"/>
            <a:ext cx="4572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1" i="0">
                <a:solidFill>
                  <a:srgbClr val="FFFFFF"/>
                </a:solidFill>
                <a:latin typeface="Aptos"/>
                <a:ea typeface="Aptos"/>
                <a:cs typeface="Aptos"/>
              </a:defRPr>
            </a:defPPr>
            <a:lvl1pPr algn="l">
              <a:defRPr sz="1500" b="1" i="0">
                <a:solidFill>
                  <a:srgbClr val="FFFFFF"/>
                </a:solidFill>
                <a:latin typeface="Aptos"/>
                <a:ea typeface="Aptos"/>
                <a:cs typeface="Aptos"/>
              </a:defRPr>
            </a:lvl1pPr>
            <a:lvl2pPr algn="l">
              <a:defRPr sz="1500" b="1" i="0">
                <a:solidFill>
                  <a:srgbClr val="FFFFFF"/>
                </a:solidFill>
                <a:latin typeface="Aptos"/>
                <a:ea typeface="Aptos"/>
                <a:cs typeface="Aptos"/>
              </a:defRPr>
            </a:lvl2pPr>
            <a:lvl3pPr algn="l">
              <a:defRPr sz="1500" b="1" i="0">
                <a:solidFill>
                  <a:srgbClr val="FFFFFF"/>
                </a:solidFill>
                <a:latin typeface="Aptos"/>
                <a:ea typeface="Aptos"/>
                <a:cs typeface="Aptos"/>
              </a:defRPr>
            </a:lvl3pPr>
            <a:lvl4pPr algn="l">
              <a:defRPr sz="1500" b="1" i="0">
                <a:solidFill>
                  <a:srgbClr val="FFFFFF"/>
                </a:solidFill>
                <a:latin typeface="Aptos"/>
                <a:ea typeface="Aptos"/>
                <a:cs typeface="Aptos"/>
              </a:defRPr>
            </a:lvl4pPr>
            <a:lvl5pPr algn="l">
              <a:defRPr sz="1500" b="1" i="0">
                <a:solidFill>
                  <a:srgbClr val="FFFFFF"/>
                </a:solidFill>
                <a:latin typeface="Aptos"/>
                <a:ea typeface="Aptos"/>
                <a:cs typeface="Aptos"/>
              </a:defRPr>
            </a:lvl5pPr>
            <a:lvl6pPr algn="l">
              <a:defRPr sz="1500" b="1" i="0">
                <a:solidFill>
                  <a:srgbClr val="FFFFFF"/>
                </a:solidFill>
                <a:latin typeface="Aptos"/>
                <a:ea typeface="Aptos"/>
                <a:cs typeface="Aptos"/>
              </a:defRPr>
            </a:lvl6pPr>
            <a:lvl7pPr algn="l">
              <a:defRPr sz="1500" b="1" i="0">
                <a:solidFill>
                  <a:srgbClr val="FFFFFF"/>
                </a:solidFill>
                <a:latin typeface="Aptos"/>
                <a:ea typeface="Aptos"/>
                <a:cs typeface="Aptos"/>
              </a:defRPr>
            </a:lvl7pPr>
            <a:lvl8pPr algn="l">
              <a:defRPr sz="1500" b="1" i="0">
                <a:solidFill>
                  <a:srgbClr val="FFFFFF"/>
                </a:solidFill>
                <a:latin typeface="Aptos"/>
                <a:ea typeface="Aptos"/>
                <a:cs typeface="Aptos"/>
              </a:defRPr>
            </a:lvl8pPr>
            <a:lvl9pPr algn="l">
              <a:defRPr sz="1500" b="1" i="0">
                <a:solidFill>
                  <a:srgbClr val="FFFFFF"/>
                </a:solidFill>
                <a:latin typeface="Aptos"/>
                <a:ea typeface="Aptos"/>
                <a:cs typeface="Aptos"/>
              </a:defRPr>
            </a:lvl9pPr>
          </a:lstStyle>
          <a:p xmlns:a="http://schemas.openxmlformats.org/drawingml/2006/main">
            <a:pPr algn="l">
              <a:defRPr sz="1500" b="1" i="0">
                <a:solidFill>
                  <a:srgbClr val="FFFFFF"/>
                </a:solidFill>
                <a:latin typeface="Aptos"/>
                <a:ea typeface="Aptos"/>
                <a:cs typeface="Aptos"/>
              </a:defRPr>
            </a:pPr>
            <a:r>
              <a:rPr sz="1500" b="1" i="0">
                <a:solidFill>
                  <a:srgbClr val="FFFFFF"/>
                </a:solidFill>
                <a:latin typeface="Aptos"/>
                <a:ea typeface="Aptos"/>
                <a:cs typeface="Aptos"/>
              </a:rPr>
              <a:t>Próximo paso escrito con verbo</a:t>
            </a:r>
          </a:p>
        </p:txBody>
      </p:sp>
      <p:sp>
        <p:nvSpPr>
          <p:cNvPr id="15" name="close-check-circle-4">
            <a:extLst xmlns:a="http://schemas.openxmlformats.org/drawingml/2006/main">
              <a:ext uri="{FF2B5EF4-FFF2-40B4-BE49-F238E27FC236}">
                <a16:creationId xmlns:a16="http://schemas.microsoft.com/office/drawing/2014/main" id="{398997BA-55DF-48A4-8C9E-B957917489C7}"/>
              </a:ext>
            </a:extLst>
          </p:cNvPr>
          <p:cNvSpPr>
            <a:spLocks xmlns:a="http://schemas.openxmlformats.org/drawingml/2006/main" noGrp="1"/>
          </p:cNvSpPr>
          <p:nvPr/>
        </p:nvSpPr>
        <p:spPr>
          <a:xfrm xmlns:a="http://schemas.openxmlformats.org/drawingml/2006/main">
            <a:off x="6324600" y="2095500"/>
            <a:ext cx="400050" cy="400050"/>
          </a:xfrm>
          <a:prstGeom xmlns:a="http://schemas.openxmlformats.org/drawingml/2006/main" prst="ellipse">
            <a:avLst/>
          </a:prstGeom>
          <a:solidFill xmlns:a="http://schemas.openxmlformats.org/drawingml/2006/main">
            <a:srgbClr val="19A7CE"/>
          </a:solidFill>
          <a:ln xmlns:a="http://schemas.openxmlformats.org/drawingml/2006/main" w="0">
            <a:noFill/>
            <a:prstDash val="solid"/>
          </a:ln>
        </p:spPr>
      </p:sp>
      <p:sp>
        <p:nvSpPr>
          <p:cNvPr id="16" name="close-check-4">
            <a:extLst xmlns:a="http://schemas.openxmlformats.org/drawingml/2006/main">
              <a:ext uri="{FF2B5EF4-FFF2-40B4-BE49-F238E27FC236}">
                <a16:creationId xmlns:a16="http://schemas.microsoft.com/office/drawing/2014/main" id="{EE5832C8-4E29-487F-A31A-0271A2A816B8}"/>
              </a:ext>
            </a:extLst>
          </p:cNvPr>
          <p:cNvSpPr>
            <a:spLocks xmlns:a="http://schemas.openxmlformats.org/drawingml/2006/main" noGrp="1"/>
          </p:cNvSpPr>
          <p:nvPr/>
        </p:nvSpPr>
        <p:spPr>
          <a:xfrm xmlns:a="http://schemas.openxmlformats.org/drawingml/2006/main">
            <a:off x="6324600" y="214312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i="0">
                <a:solidFill>
                  <a:srgbClr val="FFFFFF"/>
                </a:solidFill>
                <a:latin typeface="Aptos"/>
                <a:ea typeface="Aptos"/>
                <a:cs typeface="Aptos"/>
              </a:defRPr>
            </a:defPPr>
            <a:lvl1pPr algn="ctr">
              <a:defRPr sz="1500" b="1" i="0">
                <a:solidFill>
                  <a:srgbClr val="FFFFFF"/>
                </a:solidFill>
                <a:latin typeface="Aptos"/>
                <a:ea typeface="Aptos"/>
                <a:cs typeface="Aptos"/>
              </a:defRPr>
            </a:lvl1pPr>
            <a:lvl2pPr algn="ctr">
              <a:defRPr sz="1500" b="1" i="0">
                <a:solidFill>
                  <a:srgbClr val="FFFFFF"/>
                </a:solidFill>
                <a:latin typeface="Aptos"/>
                <a:ea typeface="Aptos"/>
                <a:cs typeface="Aptos"/>
              </a:defRPr>
            </a:lvl2pPr>
            <a:lvl3pPr algn="ctr">
              <a:defRPr sz="1500" b="1" i="0">
                <a:solidFill>
                  <a:srgbClr val="FFFFFF"/>
                </a:solidFill>
                <a:latin typeface="Aptos"/>
                <a:ea typeface="Aptos"/>
                <a:cs typeface="Aptos"/>
              </a:defRPr>
            </a:lvl3pPr>
            <a:lvl4pPr algn="ctr">
              <a:defRPr sz="1500" b="1" i="0">
                <a:solidFill>
                  <a:srgbClr val="FFFFFF"/>
                </a:solidFill>
                <a:latin typeface="Aptos"/>
                <a:ea typeface="Aptos"/>
                <a:cs typeface="Aptos"/>
              </a:defRPr>
            </a:lvl4pPr>
            <a:lvl5pPr algn="ctr">
              <a:defRPr sz="1500" b="1" i="0">
                <a:solidFill>
                  <a:srgbClr val="FFFFFF"/>
                </a:solidFill>
                <a:latin typeface="Aptos"/>
                <a:ea typeface="Aptos"/>
                <a:cs typeface="Aptos"/>
              </a:defRPr>
            </a:lvl5pPr>
            <a:lvl6pPr algn="ctr">
              <a:defRPr sz="1500" b="1" i="0">
                <a:solidFill>
                  <a:srgbClr val="FFFFFF"/>
                </a:solidFill>
                <a:latin typeface="Aptos"/>
                <a:ea typeface="Aptos"/>
                <a:cs typeface="Aptos"/>
              </a:defRPr>
            </a:lvl6pPr>
            <a:lvl7pPr algn="ctr">
              <a:defRPr sz="1500" b="1" i="0">
                <a:solidFill>
                  <a:srgbClr val="FFFFFF"/>
                </a:solidFill>
                <a:latin typeface="Aptos"/>
                <a:ea typeface="Aptos"/>
                <a:cs typeface="Aptos"/>
              </a:defRPr>
            </a:lvl7pPr>
            <a:lvl8pPr algn="ctr">
              <a:defRPr sz="1500" b="1" i="0">
                <a:solidFill>
                  <a:srgbClr val="FFFFFF"/>
                </a:solidFill>
                <a:latin typeface="Aptos"/>
                <a:ea typeface="Aptos"/>
                <a:cs typeface="Aptos"/>
              </a:defRPr>
            </a:lvl8pPr>
            <a:lvl9pPr algn="ctr">
              <a:defRPr sz="1500" b="1" i="0">
                <a:solidFill>
                  <a:srgbClr val="FFFFFF"/>
                </a:solidFill>
                <a:latin typeface="Aptos"/>
                <a:ea typeface="Aptos"/>
                <a:cs typeface="Aptos"/>
              </a:defRPr>
            </a:lvl9pPr>
          </a:lstStyle>
          <a:p xmlns:a="http://schemas.openxmlformats.org/drawingml/2006/main">
            <a:pPr algn="ctr">
              <a:defRPr sz="1500" b="1" i="0">
                <a:solidFill>
                  <a:srgbClr val="FFFFFF"/>
                </a:solidFill>
                <a:latin typeface="Aptos"/>
                <a:ea typeface="Aptos"/>
                <a:cs typeface="Aptos"/>
              </a:defRPr>
            </a:pPr>
            <a:r>
              <a:rPr sz="1500" b="1" i="0">
                <a:solidFill>
                  <a:srgbClr val="FFFFFF"/>
                </a:solidFill>
                <a:latin typeface="Aptos"/>
                <a:ea typeface="Aptos"/>
                <a:cs typeface="Aptos"/>
              </a:rPr>
              <a:t>✓</a:t>
            </a:r>
          </a:p>
        </p:txBody>
      </p:sp>
      <p:sp>
        <p:nvSpPr>
          <p:cNvPr id="17" name="close-check-label-4">
            <a:extLst xmlns:a="http://schemas.openxmlformats.org/drawingml/2006/main">
              <a:ext uri="{FF2B5EF4-FFF2-40B4-BE49-F238E27FC236}">
                <a16:creationId xmlns:a16="http://schemas.microsoft.com/office/drawing/2014/main" id="{14D5D03E-DD80-4B32-A4BD-4D5EA71507DB}"/>
              </a:ext>
            </a:extLst>
          </p:cNvPr>
          <p:cNvSpPr>
            <a:spLocks xmlns:a="http://schemas.openxmlformats.org/drawingml/2006/main" noGrp="1"/>
          </p:cNvSpPr>
          <p:nvPr/>
        </p:nvSpPr>
        <p:spPr>
          <a:xfrm xmlns:a="http://schemas.openxmlformats.org/drawingml/2006/main">
            <a:off x="6896100" y="2133600"/>
            <a:ext cx="4572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1" i="0">
                <a:solidFill>
                  <a:srgbClr val="FFFFFF"/>
                </a:solidFill>
                <a:latin typeface="Aptos"/>
                <a:ea typeface="Aptos"/>
                <a:cs typeface="Aptos"/>
              </a:defRPr>
            </a:defPPr>
            <a:lvl1pPr algn="l">
              <a:defRPr sz="1500" b="1" i="0">
                <a:solidFill>
                  <a:srgbClr val="FFFFFF"/>
                </a:solidFill>
                <a:latin typeface="Aptos"/>
                <a:ea typeface="Aptos"/>
                <a:cs typeface="Aptos"/>
              </a:defRPr>
            </a:lvl1pPr>
            <a:lvl2pPr algn="l">
              <a:defRPr sz="1500" b="1" i="0">
                <a:solidFill>
                  <a:srgbClr val="FFFFFF"/>
                </a:solidFill>
                <a:latin typeface="Aptos"/>
                <a:ea typeface="Aptos"/>
                <a:cs typeface="Aptos"/>
              </a:defRPr>
            </a:lvl2pPr>
            <a:lvl3pPr algn="l">
              <a:defRPr sz="1500" b="1" i="0">
                <a:solidFill>
                  <a:srgbClr val="FFFFFF"/>
                </a:solidFill>
                <a:latin typeface="Aptos"/>
                <a:ea typeface="Aptos"/>
                <a:cs typeface="Aptos"/>
              </a:defRPr>
            </a:lvl3pPr>
            <a:lvl4pPr algn="l">
              <a:defRPr sz="1500" b="1" i="0">
                <a:solidFill>
                  <a:srgbClr val="FFFFFF"/>
                </a:solidFill>
                <a:latin typeface="Aptos"/>
                <a:ea typeface="Aptos"/>
                <a:cs typeface="Aptos"/>
              </a:defRPr>
            </a:lvl4pPr>
            <a:lvl5pPr algn="l">
              <a:defRPr sz="1500" b="1" i="0">
                <a:solidFill>
                  <a:srgbClr val="FFFFFF"/>
                </a:solidFill>
                <a:latin typeface="Aptos"/>
                <a:ea typeface="Aptos"/>
                <a:cs typeface="Aptos"/>
              </a:defRPr>
            </a:lvl5pPr>
            <a:lvl6pPr algn="l">
              <a:defRPr sz="1500" b="1" i="0">
                <a:solidFill>
                  <a:srgbClr val="FFFFFF"/>
                </a:solidFill>
                <a:latin typeface="Aptos"/>
                <a:ea typeface="Aptos"/>
                <a:cs typeface="Aptos"/>
              </a:defRPr>
            </a:lvl6pPr>
            <a:lvl7pPr algn="l">
              <a:defRPr sz="1500" b="1" i="0">
                <a:solidFill>
                  <a:srgbClr val="FFFFFF"/>
                </a:solidFill>
                <a:latin typeface="Aptos"/>
                <a:ea typeface="Aptos"/>
                <a:cs typeface="Aptos"/>
              </a:defRPr>
            </a:lvl7pPr>
            <a:lvl8pPr algn="l">
              <a:defRPr sz="1500" b="1" i="0">
                <a:solidFill>
                  <a:srgbClr val="FFFFFF"/>
                </a:solidFill>
                <a:latin typeface="Aptos"/>
                <a:ea typeface="Aptos"/>
                <a:cs typeface="Aptos"/>
              </a:defRPr>
            </a:lvl8pPr>
            <a:lvl9pPr algn="l">
              <a:defRPr sz="1500" b="1" i="0">
                <a:solidFill>
                  <a:srgbClr val="FFFFFF"/>
                </a:solidFill>
                <a:latin typeface="Aptos"/>
                <a:ea typeface="Aptos"/>
                <a:cs typeface="Aptos"/>
              </a:defRPr>
            </a:lvl9pPr>
          </a:lstStyle>
          <a:p xmlns:a="http://schemas.openxmlformats.org/drawingml/2006/main">
            <a:pPr algn="l">
              <a:defRPr sz="1500" b="1" i="0">
                <a:solidFill>
                  <a:srgbClr val="FFFFFF"/>
                </a:solidFill>
                <a:latin typeface="Aptos"/>
                <a:ea typeface="Aptos"/>
                <a:cs typeface="Aptos"/>
              </a:defRPr>
            </a:pPr>
            <a:r>
              <a:rPr sz="1500" b="1" i="0">
                <a:solidFill>
                  <a:srgbClr val="FFFFFF"/>
                </a:solidFill>
                <a:latin typeface="Aptos"/>
                <a:ea typeface="Aptos"/>
                <a:cs typeface="Aptos"/>
              </a:rPr>
              <a:t>Fecha próxima y responsable</a:t>
            </a:r>
          </a:p>
        </p:txBody>
      </p:sp>
      <p:sp>
        <p:nvSpPr>
          <p:cNvPr id="18" name="close-check-circle-5">
            <a:extLst xmlns:a="http://schemas.openxmlformats.org/drawingml/2006/main">
              <a:ext uri="{FF2B5EF4-FFF2-40B4-BE49-F238E27FC236}">
                <a16:creationId xmlns:a16="http://schemas.microsoft.com/office/drawing/2014/main" id="{4EC8953C-8232-4EEB-9C42-FDFCD476B71F}"/>
              </a:ext>
            </a:extLst>
          </p:cNvPr>
          <p:cNvSpPr>
            <a:spLocks xmlns:a="http://schemas.openxmlformats.org/drawingml/2006/main" noGrp="1"/>
          </p:cNvSpPr>
          <p:nvPr/>
        </p:nvSpPr>
        <p:spPr>
          <a:xfrm xmlns:a="http://schemas.openxmlformats.org/drawingml/2006/main">
            <a:off x="6324600" y="2895600"/>
            <a:ext cx="400050" cy="400050"/>
          </a:xfrm>
          <a:prstGeom xmlns:a="http://schemas.openxmlformats.org/drawingml/2006/main" prst="ellipse">
            <a:avLst/>
          </a:prstGeom>
          <a:solidFill xmlns:a="http://schemas.openxmlformats.org/drawingml/2006/main">
            <a:srgbClr val="19A7CE"/>
          </a:solidFill>
          <a:ln xmlns:a="http://schemas.openxmlformats.org/drawingml/2006/main" w="0">
            <a:noFill/>
            <a:prstDash val="solid"/>
          </a:ln>
        </p:spPr>
      </p:sp>
      <p:sp>
        <p:nvSpPr>
          <p:cNvPr id="19" name="close-check-5">
            <a:extLst xmlns:a="http://schemas.openxmlformats.org/drawingml/2006/main">
              <a:ext uri="{FF2B5EF4-FFF2-40B4-BE49-F238E27FC236}">
                <a16:creationId xmlns:a16="http://schemas.microsoft.com/office/drawing/2014/main" id="{55203F75-587B-48B6-A7A4-BC48A569011D}"/>
              </a:ext>
            </a:extLst>
          </p:cNvPr>
          <p:cNvSpPr>
            <a:spLocks xmlns:a="http://schemas.openxmlformats.org/drawingml/2006/main" noGrp="1"/>
          </p:cNvSpPr>
          <p:nvPr/>
        </p:nvSpPr>
        <p:spPr>
          <a:xfrm xmlns:a="http://schemas.openxmlformats.org/drawingml/2006/main">
            <a:off x="6324600" y="294322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i="0">
                <a:solidFill>
                  <a:srgbClr val="FFFFFF"/>
                </a:solidFill>
                <a:latin typeface="Aptos"/>
                <a:ea typeface="Aptos"/>
                <a:cs typeface="Aptos"/>
              </a:defRPr>
            </a:defPPr>
            <a:lvl1pPr algn="ctr">
              <a:defRPr sz="1500" b="1" i="0">
                <a:solidFill>
                  <a:srgbClr val="FFFFFF"/>
                </a:solidFill>
                <a:latin typeface="Aptos"/>
                <a:ea typeface="Aptos"/>
                <a:cs typeface="Aptos"/>
              </a:defRPr>
            </a:lvl1pPr>
            <a:lvl2pPr algn="ctr">
              <a:defRPr sz="1500" b="1" i="0">
                <a:solidFill>
                  <a:srgbClr val="FFFFFF"/>
                </a:solidFill>
                <a:latin typeface="Aptos"/>
                <a:ea typeface="Aptos"/>
                <a:cs typeface="Aptos"/>
              </a:defRPr>
            </a:lvl2pPr>
            <a:lvl3pPr algn="ctr">
              <a:defRPr sz="1500" b="1" i="0">
                <a:solidFill>
                  <a:srgbClr val="FFFFFF"/>
                </a:solidFill>
                <a:latin typeface="Aptos"/>
                <a:ea typeface="Aptos"/>
                <a:cs typeface="Aptos"/>
              </a:defRPr>
            </a:lvl3pPr>
            <a:lvl4pPr algn="ctr">
              <a:defRPr sz="1500" b="1" i="0">
                <a:solidFill>
                  <a:srgbClr val="FFFFFF"/>
                </a:solidFill>
                <a:latin typeface="Aptos"/>
                <a:ea typeface="Aptos"/>
                <a:cs typeface="Aptos"/>
              </a:defRPr>
            </a:lvl4pPr>
            <a:lvl5pPr algn="ctr">
              <a:defRPr sz="1500" b="1" i="0">
                <a:solidFill>
                  <a:srgbClr val="FFFFFF"/>
                </a:solidFill>
                <a:latin typeface="Aptos"/>
                <a:ea typeface="Aptos"/>
                <a:cs typeface="Aptos"/>
              </a:defRPr>
            </a:lvl5pPr>
            <a:lvl6pPr algn="ctr">
              <a:defRPr sz="1500" b="1" i="0">
                <a:solidFill>
                  <a:srgbClr val="FFFFFF"/>
                </a:solidFill>
                <a:latin typeface="Aptos"/>
                <a:ea typeface="Aptos"/>
                <a:cs typeface="Aptos"/>
              </a:defRPr>
            </a:lvl6pPr>
            <a:lvl7pPr algn="ctr">
              <a:defRPr sz="1500" b="1" i="0">
                <a:solidFill>
                  <a:srgbClr val="FFFFFF"/>
                </a:solidFill>
                <a:latin typeface="Aptos"/>
                <a:ea typeface="Aptos"/>
                <a:cs typeface="Aptos"/>
              </a:defRPr>
            </a:lvl7pPr>
            <a:lvl8pPr algn="ctr">
              <a:defRPr sz="1500" b="1" i="0">
                <a:solidFill>
                  <a:srgbClr val="FFFFFF"/>
                </a:solidFill>
                <a:latin typeface="Aptos"/>
                <a:ea typeface="Aptos"/>
                <a:cs typeface="Aptos"/>
              </a:defRPr>
            </a:lvl8pPr>
            <a:lvl9pPr algn="ctr">
              <a:defRPr sz="1500" b="1" i="0">
                <a:solidFill>
                  <a:srgbClr val="FFFFFF"/>
                </a:solidFill>
                <a:latin typeface="Aptos"/>
                <a:ea typeface="Aptos"/>
                <a:cs typeface="Aptos"/>
              </a:defRPr>
            </a:lvl9pPr>
          </a:lstStyle>
          <a:p xmlns:a="http://schemas.openxmlformats.org/drawingml/2006/main">
            <a:pPr algn="ctr">
              <a:defRPr sz="1500" b="1" i="0">
                <a:solidFill>
                  <a:srgbClr val="FFFFFF"/>
                </a:solidFill>
                <a:latin typeface="Aptos"/>
                <a:ea typeface="Aptos"/>
                <a:cs typeface="Aptos"/>
              </a:defRPr>
            </a:pPr>
            <a:r>
              <a:rPr sz="1500" b="1" i="0">
                <a:solidFill>
                  <a:srgbClr val="FFFFFF"/>
                </a:solidFill>
                <a:latin typeface="Aptos"/>
                <a:ea typeface="Aptos"/>
                <a:cs typeface="Aptos"/>
              </a:rPr>
              <a:t>✓</a:t>
            </a:r>
          </a:p>
        </p:txBody>
      </p:sp>
      <p:sp>
        <p:nvSpPr>
          <p:cNvPr id="20" name="close-check-label-5">
            <a:extLst xmlns:a="http://schemas.openxmlformats.org/drawingml/2006/main">
              <a:ext uri="{FF2B5EF4-FFF2-40B4-BE49-F238E27FC236}">
                <a16:creationId xmlns:a16="http://schemas.microsoft.com/office/drawing/2014/main" id="{CCAB5A22-1418-4B1F-BA4D-D5F2C4DFAF5E}"/>
              </a:ext>
            </a:extLst>
          </p:cNvPr>
          <p:cNvSpPr>
            <a:spLocks xmlns:a="http://schemas.openxmlformats.org/drawingml/2006/main" noGrp="1"/>
          </p:cNvSpPr>
          <p:nvPr/>
        </p:nvSpPr>
        <p:spPr>
          <a:xfrm xmlns:a="http://schemas.openxmlformats.org/drawingml/2006/main">
            <a:off x="6896100" y="2933700"/>
            <a:ext cx="4572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1" i="0">
                <a:solidFill>
                  <a:srgbClr val="FFFFFF"/>
                </a:solidFill>
                <a:latin typeface="Aptos"/>
                <a:ea typeface="Aptos"/>
                <a:cs typeface="Aptos"/>
              </a:defRPr>
            </a:defPPr>
            <a:lvl1pPr algn="l">
              <a:defRPr sz="1500" b="1" i="0">
                <a:solidFill>
                  <a:srgbClr val="FFFFFF"/>
                </a:solidFill>
                <a:latin typeface="Aptos"/>
                <a:ea typeface="Aptos"/>
                <a:cs typeface="Aptos"/>
              </a:defRPr>
            </a:lvl1pPr>
            <a:lvl2pPr algn="l">
              <a:defRPr sz="1500" b="1" i="0">
                <a:solidFill>
                  <a:srgbClr val="FFFFFF"/>
                </a:solidFill>
                <a:latin typeface="Aptos"/>
                <a:ea typeface="Aptos"/>
                <a:cs typeface="Aptos"/>
              </a:defRPr>
            </a:lvl2pPr>
            <a:lvl3pPr algn="l">
              <a:defRPr sz="1500" b="1" i="0">
                <a:solidFill>
                  <a:srgbClr val="FFFFFF"/>
                </a:solidFill>
                <a:latin typeface="Aptos"/>
                <a:ea typeface="Aptos"/>
                <a:cs typeface="Aptos"/>
              </a:defRPr>
            </a:lvl3pPr>
            <a:lvl4pPr algn="l">
              <a:defRPr sz="1500" b="1" i="0">
                <a:solidFill>
                  <a:srgbClr val="FFFFFF"/>
                </a:solidFill>
                <a:latin typeface="Aptos"/>
                <a:ea typeface="Aptos"/>
                <a:cs typeface="Aptos"/>
              </a:defRPr>
            </a:lvl4pPr>
            <a:lvl5pPr algn="l">
              <a:defRPr sz="1500" b="1" i="0">
                <a:solidFill>
                  <a:srgbClr val="FFFFFF"/>
                </a:solidFill>
                <a:latin typeface="Aptos"/>
                <a:ea typeface="Aptos"/>
                <a:cs typeface="Aptos"/>
              </a:defRPr>
            </a:lvl5pPr>
            <a:lvl6pPr algn="l">
              <a:defRPr sz="1500" b="1" i="0">
                <a:solidFill>
                  <a:srgbClr val="FFFFFF"/>
                </a:solidFill>
                <a:latin typeface="Aptos"/>
                <a:ea typeface="Aptos"/>
                <a:cs typeface="Aptos"/>
              </a:defRPr>
            </a:lvl6pPr>
            <a:lvl7pPr algn="l">
              <a:defRPr sz="1500" b="1" i="0">
                <a:solidFill>
                  <a:srgbClr val="FFFFFF"/>
                </a:solidFill>
                <a:latin typeface="Aptos"/>
                <a:ea typeface="Aptos"/>
                <a:cs typeface="Aptos"/>
              </a:defRPr>
            </a:lvl7pPr>
            <a:lvl8pPr algn="l">
              <a:defRPr sz="1500" b="1" i="0">
                <a:solidFill>
                  <a:srgbClr val="FFFFFF"/>
                </a:solidFill>
                <a:latin typeface="Aptos"/>
                <a:ea typeface="Aptos"/>
                <a:cs typeface="Aptos"/>
              </a:defRPr>
            </a:lvl8pPr>
            <a:lvl9pPr algn="l">
              <a:defRPr sz="1500" b="1" i="0">
                <a:solidFill>
                  <a:srgbClr val="FFFFFF"/>
                </a:solidFill>
                <a:latin typeface="Aptos"/>
                <a:ea typeface="Aptos"/>
                <a:cs typeface="Aptos"/>
              </a:defRPr>
            </a:lvl9pPr>
          </a:lstStyle>
          <a:p xmlns:a="http://schemas.openxmlformats.org/drawingml/2006/main">
            <a:pPr algn="l">
              <a:defRPr sz="1500" b="1" i="0">
                <a:solidFill>
                  <a:srgbClr val="FFFFFF"/>
                </a:solidFill>
                <a:latin typeface="Aptos"/>
                <a:ea typeface="Aptos"/>
                <a:cs typeface="Aptos"/>
              </a:defRPr>
            </a:pPr>
            <a:r>
              <a:rPr sz="1500" b="1" i="0">
                <a:solidFill>
                  <a:srgbClr val="FFFFFF"/>
                </a:solidFill>
                <a:latin typeface="Aptos"/>
                <a:ea typeface="Aptos"/>
                <a:cs typeface="Aptos"/>
              </a:rPr>
              <a:t>Filtro y orden comprobados</a:t>
            </a:r>
          </a:p>
        </p:txBody>
      </p:sp>
      <p:sp>
        <p:nvSpPr>
          <p:cNvPr id="21" name="close-check-circle-6">
            <a:extLst xmlns:a="http://schemas.openxmlformats.org/drawingml/2006/main">
              <a:ext uri="{FF2B5EF4-FFF2-40B4-BE49-F238E27FC236}">
                <a16:creationId xmlns:a16="http://schemas.microsoft.com/office/drawing/2014/main" id="{52D5FD52-B5EF-4CAC-914F-68E25F425D27}"/>
              </a:ext>
            </a:extLst>
          </p:cNvPr>
          <p:cNvSpPr>
            <a:spLocks xmlns:a="http://schemas.openxmlformats.org/drawingml/2006/main" noGrp="1"/>
          </p:cNvSpPr>
          <p:nvPr/>
        </p:nvSpPr>
        <p:spPr>
          <a:xfrm xmlns:a="http://schemas.openxmlformats.org/drawingml/2006/main">
            <a:off x="6324600" y="3695700"/>
            <a:ext cx="400050" cy="400050"/>
          </a:xfrm>
          <a:prstGeom xmlns:a="http://schemas.openxmlformats.org/drawingml/2006/main" prst="ellipse">
            <a:avLst/>
          </a:prstGeom>
          <a:solidFill xmlns:a="http://schemas.openxmlformats.org/drawingml/2006/main">
            <a:srgbClr val="4A8F77"/>
          </a:solidFill>
          <a:ln xmlns:a="http://schemas.openxmlformats.org/drawingml/2006/main" w="0">
            <a:noFill/>
            <a:prstDash val="solid"/>
          </a:ln>
        </p:spPr>
      </p:sp>
      <p:sp>
        <p:nvSpPr>
          <p:cNvPr id="22" name="close-check-6">
            <a:extLst xmlns:a="http://schemas.openxmlformats.org/drawingml/2006/main">
              <a:ext uri="{FF2B5EF4-FFF2-40B4-BE49-F238E27FC236}">
                <a16:creationId xmlns:a16="http://schemas.microsoft.com/office/drawing/2014/main" id="{EA7A0304-38E1-4189-A921-C7D1E18F56BA}"/>
              </a:ext>
            </a:extLst>
          </p:cNvPr>
          <p:cNvSpPr>
            <a:spLocks xmlns:a="http://schemas.openxmlformats.org/drawingml/2006/main" noGrp="1"/>
          </p:cNvSpPr>
          <p:nvPr/>
        </p:nvSpPr>
        <p:spPr>
          <a:xfrm xmlns:a="http://schemas.openxmlformats.org/drawingml/2006/main">
            <a:off x="6324600" y="374332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i="0">
                <a:solidFill>
                  <a:srgbClr val="FFFFFF"/>
                </a:solidFill>
                <a:latin typeface="Aptos"/>
                <a:ea typeface="Aptos"/>
                <a:cs typeface="Aptos"/>
              </a:defRPr>
            </a:defPPr>
            <a:lvl1pPr algn="ctr">
              <a:defRPr sz="1500" b="1" i="0">
                <a:solidFill>
                  <a:srgbClr val="FFFFFF"/>
                </a:solidFill>
                <a:latin typeface="Aptos"/>
                <a:ea typeface="Aptos"/>
                <a:cs typeface="Aptos"/>
              </a:defRPr>
            </a:lvl1pPr>
            <a:lvl2pPr algn="ctr">
              <a:defRPr sz="1500" b="1" i="0">
                <a:solidFill>
                  <a:srgbClr val="FFFFFF"/>
                </a:solidFill>
                <a:latin typeface="Aptos"/>
                <a:ea typeface="Aptos"/>
                <a:cs typeface="Aptos"/>
              </a:defRPr>
            </a:lvl2pPr>
            <a:lvl3pPr algn="ctr">
              <a:defRPr sz="1500" b="1" i="0">
                <a:solidFill>
                  <a:srgbClr val="FFFFFF"/>
                </a:solidFill>
                <a:latin typeface="Aptos"/>
                <a:ea typeface="Aptos"/>
                <a:cs typeface="Aptos"/>
              </a:defRPr>
            </a:lvl3pPr>
            <a:lvl4pPr algn="ctr">
              <a:defRPr sz="1500" b="1" i="0">
                <a:solidFill>
                  <a:srgbClr val="FFFFFF"/>
                </a:solidFill>
                <a:latin typeface="Aptos"/>
                <a:ea typeface="Aptos"/>
                <a:cs typeface="Aptos"/>
              </a:defRPr>
            </a:lvl4pPr>
            <a:lvl5pPr algn="ctr">
              <a:defRPr sz="1500" b="1" i="0">
                <a:solidFill>
                  <a:srgbClr val="FFFFFF"/>
                </a:solidFill>
                <a:latin typeface="Aptos"/>
                <a:ea typeface="Aptos"/>
                <a:cs typeface="Aptos"/>
              </a:defRPr>
            </a:lvl5pPr>
            <a:lvl6pPr algn="ctr">
              <a:defRPr sz="1500" b="1" i="0">
                <a:solidFill>
                  <a:srgbClr val="FFFFFF"/>
                </a:solidFill>
                <a:latin typeface="Aptos"/>
                <a:ea typeface="Aptos"/>
                <a:cs typeface="Aptos"/>
              </a:defRPr>
            </a:lvl6pPr>
            <a:lvl7pPr algn="ctr">
              <a:defRPr sz="1500" b="1" i="0">
                <a:solidFill>
                  <a:srgbClr val="FFFFFF"/>
                </a:solidFill>
                <a:latin typeface="Aptos"/>
                <a:ea typeface="Aptos"/>
                <a:cs typeface="Aptos"/>
              </a:defRPr>
            </a:lvl7pPr>
            <a:lvl8pPr algn="ctr">
              <a:defRPr sz="1500" b="1" i="0">
                <a:solidFill>
                  <a:srgbClr val="FFFFFF"/>
                </a:solidFill>
                <a:latin typeface="Aptos"/>
                <a:ea typeface="Aptos"/>
                <a:cs typeface="Aptos"/>
              </a:defRPr>
            </a:lvl8pPr>
            <a:lvl9pPr algn="ctr">
              <a:defRPr sz="1500" b="1" i="0">
                <a:solidFill>
                  <a:srgbClr val="FFFFFF"/>
                </a:solidFill>
                <a:latin typeface="Aptos"/>
                <a:ea typeface="Aptos"/>
                <a:cs typeface="Aptos"/>
              </a:defRPr>
            </a:lvl9pPr>
          </a:lstStyle>
          <a:p xmlns:a="http://schemas.openxmlformats.org/drawingml/2006/main">
            <a:pPr algn="ctr">
              <a:defRPr sz="1500" b="1" i="0">
                <a:solidFill>
                  <a:srgbClr val="FFFFFF"/>
                </a:solidFill>
                <a:latin typeface="Aptos"/>
                <a:ea typeface="Aptos"/>
                <a:cs typeface="Aptos"/>
              </a:defRPr>
            </a:pPr>
            <a:r>
              <a:rPr sz="1500" b="1" i="0">
                <a:solidFill>
                  <a:srgbClr val="FFFFFF"/>
                </a:solidFill>
                <a:latin typeface="Aptos"/>
                <a:ea typeface="Aptos"/>
                <a:cs typeface="Aptos"/>
              </a:rPr>
              <a:t>✓</a:t>
            </a:r>
          </a:p>
        </p:txBody>
      </p:sp>
      <p:sp>
        <p:nvSpPr>
          <p:cNvPr id="23" name="close-check-label-6">
            <a:extLst xmlns:a="http://schemas.openxmlformats.org/drawingml/2006/main">
              <a:ext uri="{FF2B5EF4-FFF2-40B4-BE49-F238E27FC236}">
                <a16:creationId xmlns:a16="http://schemas.microsoft.com/office/drawing/2014/main" id="{667461D8-8F1F-4393-A8E0-FB6F037DAF4B}"/>
              </a:ext>
            </a:extLst>
          </p:cNvPr>
          <p:cNvSpPr>
            <a:spLocks xmlns:a="http://schemas.openxmlformats.org/drawingml/2006/main" noGrp="1"/>
          </p:cNvSpPr>
          <p:nvPr/>
        </p:nvSpPr>
        <p:spPr>
          <a:xfrm xmlns:a="http://schemas.openxmlformats.org/drawingml/2006/main">
            <a:off x="6896100" y="3733800"/>
            <a:ext cx="4572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1" i="0">
                <a:solidFill>
                  <a:srgbClr val="FFFFFF"/>
                </a:solidFill>
                <a:latin typeface="Aptos"/>
                <a:ea typeface="Aptos"/>
                <a:cs typeface="Aptos"/>
              </a:defRPr>
            </a:defPPr>
            <a:lvl1pPr algn="l">
              <a:defRPr sz="1500" b="1" i="0">
                <a:solidFill>
                  <a:srgbClr val="FFFFFF"/>
                </a:solidFill>
                <a:latin typeface="Aptos"/>
                <a:ea typeface="Aptos"/>
                <a:cs typeface="Aptos"/>
              </a:defRPr>
            </a:lvl1pPr>
            <a:lvl2pPr algn="l">
              <a:defRPr sz="1500" b="1" i="0">
                <a:solidFill>
                  <a:srgbClr val="FFFFFF"/>
                </a:solidFill>
                <a:latin typeface="Aptos"/>
                <a:ea typeface="Aptos"/>
                <a:cs typeface="Aptos"/>
              </a:defRPr>
            </a:lvl2pPr>
            <a:lvl3pPr algn="l">
              <a:defRPr sz="1500" b="1" i="0">
                <a:solidFill>
                  <a:srgbClr val="FFFFFF"/>
                </a:solidFill>
                <a:latin typeface="Aptos"/>
                <a:ea typeface="Aptos"/>
                <a:cs typeface="Aptos"/>
              </a:defRPr>
            </a:lvl3pPr>
            <a:lvl4pPr algn="l">
              <a:defRPr sz="1500" b="1" i="0">
                <a:solidFill>
                  <a:srgbClr val="FFFFFF"/>
                </a:solidFill>
                <a:latin typeface="Aptos"/>
                <a:ea typeface="Aptos"/>
                <a:cs typeface="Aptos"/>
              </a:defRPr>
            </a:lvl4pPr>
            <a:lvl5pPr algn="l">
              <a:defRPr sz="1500" b="1" i="0">
                <a:solidFill>
                  <a:srgbClr val="FFFFFF"/>
                </a:solidFill>
                <a:latin typeface="Aptos"/>
                <a:ea typeface="Aptos"/>
                <a:cs typeface="Aptos"/>
              </a:defRPr>
            </a:lvl5pPr>
            <a:lvl6pPr algn="l">
              <a:defRPr sz="1500" b="1" i="0">
                <a:solidFill>
                  <a:srgbClr val="FFFFFF"/>
                </a:solidFill>
                <a:latin typeface="Aptos"/>
                <a:ea typeface="Aptos"/>
                <a:cs typeface="Aptos"/>
              </a:defRPr>
            </a:lvl6pPr>
            <a:lvl7pPr algn="l">
              <a:defRPr sz="1500" b="1" i="0">
                <a:solidFill>
                  <a:srgbClr val="FFFFFF"/>
                </a:solidFill>
                <a:latin typeface="Aptos"/>
                <a:ea typeface="Aptos"/>
                <a:cs typeface="Aptos"/>
              </a:defRPr>
            </a:lvl7pPr>
            <a:lvl8pPr algn="l">
              <a:defRPr sz="1500" b="1" i="0">
                <a:solidFill>
                  <a:srgbClr val="FFFFFF"/>
                </a:solidFill>
                <a:latin typeface="Aptos"/>
                <a:ea typeface="Aptos"/>
                <a:cs typeface="Aptos"/>
              </a:defRPr>
            </a:lvl8pPr>
            <a:lvl9pPr algn="l">
              <a:defRPr sz="1500" b="1" i="0">
                <a:solidFill>
                  <a:srgbClr val="FFFFFF"/>
                </a:solidFill>
                <a:latin typeface="Aptos"/>
                <a:ea typeface="Aptos"/>
                <a:cs typeface="Aptos"/>
              </a:defRPr>
            </a:lvl9pPr>
          </a:lstStyle>
          <a:p xmlns:a="http://schemas.openxmlformats.org/drawingml/2006/main">
            <a:pPr algn="l">
              <a:defRPr sz="1500" b="1" i="0">
                <a:solidFill>
                  <a:srgbClr val="FFFFFF"/>
                </a:solidFill>
                <a:latin typeface="Aptos"/>
                <a:ea typeface="Aptos"/>
                <a:cs typeface="Aptos"/>
              </a:defRPr>
            </a:pPr>
            <a:r>
              <a:rPr sz="1500" b="1" i="0">
                <a:solidFill>
                  <a:srgbClr val="FFFFFF"/>
                </a:solidFill>
                <a:latin typeface="Aptos"/>
                <a:ea typeface="Aptos"/>
                <a:cs typeface="Aptos"/>
              </a:rPr>
              <a:t>Sin datos reales ni sensibles</a:t>
            </a:r>
          </a:p>
        </p:txBody>
      </p:sp>
      <p:sp>
        <p:nvSpPr>
          <p:cNvPr id="24" name="close-rule">
            <a:extLst xmlns:a="http://schemas.openxmlformats.org/drawingml/2006/main">
              <a:ext uri="{FF2B5EF4-FFF2-40B4-BE49-F238E27FC236}">
                <a16:creationId xmlns:a16="http://schemas.microsoft.com/office/drawing/2014/main" id="{7E406C36-60EE-45B2-B909-B35F37023761}"/>
              </a:ext>
            </a:extLst>
          </p:cNvPr>
          <p:cNvSpPr>
            <a:spLocks xmlns:a="http://schemas.openxmlformats.org/drawingml/2006/main" noGrp="1"/>
          </p:cNvSpPr>
          <p:nvPr/>
        </p:nvSpPr>
        <p:spPr>
          <a:xfrm xmlns:a="http://schemas.openxmlformats.org/drawingml/2006/main">
            <a:off x="800100" y="5562600"/>
            <a:ext cx="10591800" cy="28575"/>
          </a:xfrm>
          <a:prstGeom xmlns:a="http://schemas.openxmlformats.org/drawingml/2006/main" prst="rect">
            <a:avLst/>
          </a:prstGeom>
          <a:solidFill xmlns:a="http://schemas.openxmlformats.org/drawingml/2006/main">
            <a:srgbClr val="0878A8"/>
          </a:solidFill>
          <a:ln xmlns:a="http://schemas.openxmlformats.org/drawingml/2006/main" w="0">
            <a:noFill/>
            <a:prstDash val="solid"/>
          </a:ln>
        </p:spPr>
      </p:sp>
      <p:sp>
        <p:nvSpPr>
          <p:cNvPr id="25" name="close-next">
            <a:extLst xmlns:a="http://schemas.openxmlformats.org/drawingml/2006/main">
              <a:ext uri="{FF2B5EF4-FFF2-40B4-BE49-F238E27FC236}">
                <a16:creationId xmlns:a16="http://schemas.microsoft.com/office/drawing/2014/main" id="{382C2B7E-C73E-467C-A3B8-69EEC374D03E}"/>
              </a:ext>
            </a:extLst>
          </p:cNvPr>
          <p:cNvSpPr>
            <a:spLocks xmlns:a="http://schemas.openxmlformats.org/drawingml/2006/main" noGrp="1"/>
          </p:cNvSpPr>
          <p:nvPr/>
        </p:nvSpPr>
        <p:spPr>
          <a:xfrm xmlns:a="http://schemas.openxmlformats.org/drawingml/2006/main">
            <a:off x="800100" y="5810250"/>
            <a:ext cx="8096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75" b="1" i="0">
                <a:solidFill>
                  <a:srgbClr val="EAF4F8"/>
                </a:solidFill>
                <a:latin typeface="Aptos"/>
                <a:ea typeface="Aptos"/>
                <a:cs typeface="Aptos"/>
              </a:defRPr>
            </a:defPPr>
            <a:lvl1pPr algn="l">
              <a:defRPr sz="1575" b="1" i="0">
                <a:solidFill>
                  <a:srgbClr val="EAF4F8"/>
                </a:solidFill>
                <a:latin typeface="Aptos"/>
                <a:ea typeface="Aptos"/>
                <a:cs typeface="Aptos"/>
              </a:defRPr>
            </a:lvl1pPr>
            <a:lvl2pPr algn="l">
              <a:defRPr sz="1575" b="1" i="0">
                <a:solidFill>
                  <a:srgbClr val="EAF4F8"/>
                </a:solidFill>
                <a:latin typeface="Aptos"/>
                <a:ea typeface="Aptos"/>
                <a:cs typeface="Aptos"/>
              </a:defRPr>
            </a:lvl2pPr>
            <a:lvl3pPr algn="l">
              <a:defRPr sz="1575" b="1" i="0">
                <a:solidFill>
                  <a:srgbClr val="EAF4F8"/>
                </a:solidFill>
                <a:latin typeface="Aptos"/>
                <a:ea typeface="Aptos"/>
                <a:cs typeface="Aptos"/>
              </a:defRPr>
            </a:lvl3pPr>
            <a:lvl4pPr algn="l">
              <a:defRPr sz="1575" b="1" i="0">
                <a:solidFill>
                  <a:srgbClr val="EAF4F8"/>
                </a:solidFill>
                <a:latin typeface="Aptos"/>
                <a:ea typeface="Aptos"/>
                <a:cs typeface="Aptos"/>
              </a:defRPr>
            </a:lvl4pPr>
            <a:lvl5pPr algn="l">
              <a:defRPr sz="1575" b="1" i="0">
                <a:solidFill>
                  <a:srgbClr val="EAF4F8"/>
                </a:solidFill>
                <a:latin typeface="Aptos"/>
                <a:ea typeface="Aptos"/>
                <a:cs typeface="Aptos"/>
              </a:defRPr>
            </a:lvl5pPr>
            <a:lvl6pPr algn="l">
              <a:defRPr sz="1575" b="1" i="0">
                <a:solidFill>
                  <a:srgbClr val="EAF4F8"/>
                </a:solidFill>
                <a:latin typeface="Aptos"/>
                <a:ea typeface="Aptos"/>
                <a:cs typeface="Aptos"/>
              </a:defRPr>
            </a:lvl6pPr>
            <a:lvl7pPr algn="l">
              <a:defRPr sz="1575" b="1" i="0">
                <a:solidFill>
                  <a:srgbClr val="EAF4F8"/>
                </a:solidFill>
                <a:latin typeface="Aptos"/>
                <a:ea typeface="Aptos"/>
                <a:cs typeface="Aptos"/>
              </a:defRPr>
            </a:lvl7pPr>
            <a:lvl8pPr algn="l">
              <a:defRPr sz="1575" b="1" i="0">
                <a:solidFill>
                  <a:srgbClr val="EAF4F8"/>
                </a:solidFill>
                <a:latin typeface="Aptos"/>
                <a:ea typeface="Aptos"/>
                <a:cs typeface="Aptos"/>
              </a:defRPr>
            </a:lvl8pPr>
            <a:lvl9pPr algn="l">
              <a:defRPr sz="1575" b="1" i="0">
                <a:solidFill>
                  <a:srgbClr val="EAF4F8"/>
                </a:solidFill>
                <a:latin typeface="Aptos"/>
                <a:ea typeface="Aptos"/>
                <a:cs typeface="Aptos"/>
              </a:defRPr>
            </a:lvl9pPr>
          </a:lstStyle>
          <a:p xmlns:a="http://schemas.openxmlformats.org/drawingml/2006/main">
            <a:pPr algn="l">
              <a:defRPr sz="1575" b="1" i="0">
                <a:solidFill>
                  <a:srgbClr val="EAF4F8"/>
                </a:solidFill>
                <a:latin typeface="Aptos"/>
                <a:ea typeface="Aptos"/>
                <a:cs typeface="Aptos"/>
              </a:defRPr>
            </a:pPr>
            <a:r>
              <a:rPr sz="1575" b="1" i="0">
                <a:solidFill>
                  <a:srgbClr val="EAF4F8"/>
                </a:solidFill>
                <a:latin typeface="Aptos"/>
                <a:ea typeface="Aptos"/>
                <a:cs typeface="Aptos"/>
              </a:rPr>
              <a:t>Siguiente: Paso 3  ·  IA aplicada y prompts seguros</a:t>
            </a:r>
          </a:p>
        </p:txBody>
      </p:sp>
      <p:sp>
        <p:nvSpPr>
          <p:cNvPr id="26" name="close-brand">
            <a:extLst xmlns:a="http://schemas.openxmlformats.org/drawingml/2006/main">
              <a:ext uri="{FF2B5EF4-FFF2-40B4-BE49-F238E27FC236}">
                <a16:creationId xmlns:a16="http://schemas.microsoft.com/office/drawing/2014/main" id="{09A90DFC-2D28-4B36-851B-9CD219F40C63}"/>
              </a:ext>
            </a:extLst>
          </p:cNvPr>
          <p:cNvSpPr>
            <a:spLocks xmlns:a="http://schemas.openxmlformats.org/drawingml/2006/main" noGrp="1"/>
          </p:cNvSpPr>
          <p:nvPr/>
        </p:nvSpPr>
        <p:spPr>
          <a:xfrm xmlns:a="http://schemas.openxmlformats.org/drawingml/2006/main">
            <a:off x="800100" y="63436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50" b="1" i="0">
                <a:solidFill>
                  <a:srgbClr val="FFFFFF"/>
                </a:solidFill>
                <a:latin typeface="Aptos"/>
                <a:ea typeface="Aptos"/>
                <a:cs typeface="Aptos"/>
              </a:defRPr>
            </a:defPPr>
            <a:lvl1pPr algn="l">
              <a:defRPr sz="1050" b="1" i="0">
                <a:solidFill>
                  <a:srgbClr val="FFFFFF"/>
                </a:solidFill>
                <a:latin typeface="Aptos"/>
                <a:ea typeface="Aptos"/>
                <a:cs typeface="Aptos"/>
              </a:defRPr>
            </a:lvl1pPr>
            <a:lvl2pPr algn="l">
              <a:defRPr sz="1050" b="1" i="0">
                <a:solidFill>
                  <a:srgbClr val="FFFFFF"/>
                </a:solidFill>
                <a:latin typeface="Aptos"/>
                <a:ea typeface="Aptos"/>
                <a:cs typeface="Aptos"/>
              </a:defRPr>
            </a:lvl2pPr>
            <a:lvl3pPr algn="l">
              <a:defRPr sz="1050" b="1" i="0">
                <a:solidFill>
                  <a:srgbClr val="FFFFFF"/>
                </a:solidFill>
                <a:latin typeface="Aptos"/>
                <a:ea typeface="Aptos"/>
                <a:cs typeface="Aptos"/>
              </a:defRPr>
            </a:lvl3pPr>
            <a:lvl4pPr algn="l">
              <a:defRPr sz="1050" b="1" i="0">
                <a:solidFill>
                  <a:srgbClr val="FFFFFF"/>
                </a:solidFill>
                <a:latin typeface="Aptos"/>
                <a:ea typeface="Aptos"/>
                <a:cs typeface="Aptos"/>
              </a:defRPr>
            </a:lvl4pPr>
            <a:lvl5pPr algn="l">
              <a:defRPr sz="1050" b="1" i="0">
                <a:solidFill>
                  <a:srgbClr val="FFFFFF"/>
                </a:solidFill>
                <a:latin typeface="Aptos"/>
                <a:ea typeface="Aptos"/>
                <a:cs typeface="Aptos"/>
              </a:defRPr>
            </a:lvl5pPr>
            <a:lvl6pPr algn="l">
              <a:defRPr sz="1050" b="1" i="0">
                <a:solidFill>
                  <a:srgbClr val="FFFFFF"/>
                </a:solidFill>
                <a:latin typeface="Aptos"/>
                <a:ea typeface="Aptos"/>
                <a:cs typeface="Aptos"/>
              </a:defRPr>
            </a:lvl6pPr>
            <a:lvl7pPr algn="l">
              <a:defRPr sz="1050" b="1" i="0">
                <a:solidFill>
                  <a:srgbClr val="FFFFFF"/>
                </a:solidFill>
                <a:latin typeface="Aptos"/>
                <a:ea typeface="Aptos"/>
                <a:cs typeface="Aptos"/>
              </a:defRPr>
            </a:lvl7pPr>
            <a:lvl8pPr algn="l">
              <a:defRPr sz="1050" b="1" i="0">
                <a:solidFill>
                  <a:srgbClr val="FFFFFF"/>
                </a:solidFill>
                <a:latin typeface="Aptos"/>
                <a:ea typeface="Aptos"/>
                <a:cs typeface="Aptos"/>
              </a:defRPr>
            </a:lvl8pPr>
            <a:lvl9pPr algn="l">
              <a:defRPr sz="1050" b="1" i="0">
                <a:solidFill>
                  <a:srgbClr val="FFFFFF"/>
                </a:solidFill>
                <a:latin typeface="Aptos"/>
                <a:ea typeface="Aptos"/>
                <a:cs typeface="Aptos"/>
              </a:defRPr>
            </a:lvl9pPr>
          </a:lstStyle>
          <a:p xmlns:a="http://schemas.openxmlformats.org/drawingml/2006/main">
            <a:pPr algn="l">
              <a:defRPr sz="1050" b="1" i="0">
                <a:solidFill>
                  <a:srgbClr val="FFFFFF"/>
                </a:solidFill>
                <a:latin typeface="Aptos"/>
                <a:ea typeface="Aptos"/>
                <a:cs typeface="Aptos"/>
              </a:defRPr>
            </a:pPr>
            <a:r>
              <a:rPr sz="1050" b="1" i="0">
                <a:solidFill>
                  <a:srgbClr val="FFFFFF"/>
                </a:solidFill>
                <a:latin typeface="Aptos"/>
                <a:ea typeface="Aptos"/>
                <a:cs typeface="Aptos"/>
              </a:rPr>
              <a:t>LANGUAGE CENTER CHILE</a:t>
            </a:r>
          </a:p>
        </p:txBody>
      </p:sp>
      <p:sp>
        <p:nvSpPr>
          <p:cNvPr id="27" name="close-page">
            <a:extLst xmlns:a="http://schemas.openxmlformats.org/drawingml/2006/main">
              <a:ext uri="{FF2B5EF4-FFF2-40B4-BE49-F238E27FC236}">
                <a16:creationId xmlns:a16="http://schemas.microsoft.com/office/drawing/2014/main" id="{6CD0D937-920A-4063-8C5B-68C4CA9EEB82}"/>
              </a:ext>
            </a:extLst>
          </p:cNvPr>
          <p:cNvSpPr>
            <a:spLocks xmlns:a="http://schemas.openxmlformats.org/drawingml/2006/main" noGrp="1"/>
          </p:cNvSpPr>
          <p:nvPr/>
        </p:nvSpPr>
        <p:spPr>
          <a:xfrm xmlns:a="http://schemas.openxmlformats.org/drawingml/2006/main">
            <a:off x="11049000" y="63246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050" b="1" i="0">
                <a:solidFill>
                  <a:srgbClr val="FFFFFF"/>
                </a:solidFill>
                <a:latin typeface="Aptos"/>
                <a:ea typeface="Aptos"/>
                <a:cs typeface="Aptos"/>
              </a:defRPr>
            </a:defPPr>
            <a:lvl1pPr algn="r">
              <a:defRPr sz="1050" b="1" i="0">
                <a:solidFill>
                  <a:srgbClr val="FFFFFF"/>
                </a:solidFill>
                <a:latin typeface="Aptos"/>
                <a:ea typeface="Aptos"/>
                <a:cs typeface="Aptos"/>
              </a:defRPr>
            </a:lvl1pPr>
            <a:lvl2pPr algn="r">
              <a:defRPr sz="1050" b="1" i="0">
                <a:solidFill>
                  <a:srgbClr val="FFFFFF"/>
                </a:solidFill>
                <a:latin typeface="Aptos"/>
                <a:ea typeface="Aptos"/>
                <a:cs typeface="Aptos"/>
              </a:defRPr>
            </a:lvl2pPr>
            <a:lvl3pPr algn="r">
              <a:defRPr sz="1050" b="1" i="0">
                <a:solidFill>
                  <a:srgbClr val="FFFFFF"/>
                </a:solidFill>
                <a:latin typeface="Aptos"/>
                <a:ea typeface="Aptos"/>
                <a:cs typeface="Aptos"/>
              </a:defRPr>
            </a:lvl3pPr>
            <a:lvl4pPr algn="r">
              <a:defRPr sz="1050" b="1" i="0">
                <a:solidFill>
                  <a:srgbClr val="FFFFFF"/>
                </a:solidFill>
                <a:latin typeface="Aptos"/>
                <a:ea typeface="Aptos"/>
                <a:cs typeface="Aptos"/>
              </a:defRPr>
            </a:lvl4pPr>
            <a:lvl5pPr algn="r">
              <a:defRPr sz="1050" b="1" i="0">
                <a:solidFill>
                  <a:srgbClr val="FFFFFF"/>
                </a:solidFill>
                <a:latin typeface="Aptos"/>
                <a:ea typeface="Aptos"/>
                <a:cs typeface="Aptos"/>
              </a:defRPr>
            </a:lvl5pPr>
            <a:lvl6pPr algn="r">
              <a:defRPr sz="1050" b="1" i="0">
                <a:solidFill>
                  <a:srgbClr val="FFFFFF"/>
                </a:solidFill>
                <a:latin typeface="Aptos"/>
                <a:ea typeface="Aptos"/>
                <a:cs typeface="Aptos"/>
              </a:defRPr>
            </a:lvl6pPr>
            <a:lvl7pPr algn="r">
              <a:defRPr sz="1050" b="1" i="0">
                <a:solidFill>
                  <a:srgbClr val="FFFFFF"/>
                </a:solidFill>
                <a:latin typeface="Aptos"/>
                <a:ea typeface="Aptos"/>
                <a:cs typeface="Aptos"/>
              </a:defRPr>
            </a:lvl7pPr>
            <a:lvl8pPr algn="r">
              <a:defRPr sz="1050" b="1" i="0">
                <a:solidFill>
                  <a:srgbClr val="FFFFFF"/>
                </a:solidFill>
                <a:latin typeface="Aptos"/>
                <a:ea typeface="Aptos"/>
                <a:cs typeface="Aptos"/>
              </a:defRPr>
            </a:lvl8pPr>
            <a:lvl9pPr algn="r">
              <a:defRPr sz="1050" b="1" i="0">
                <a:solidFill>
                  <a:srgbClr val="FFFFFF"/>
                </a:solidFill>
                <a:latin typeface="Aptos"/>
                <a:ea typeface="Aptos"/>
                <a:cs typeface="Aptos"/>
              </a:defRPr>
            </a:lvl9pPr>
          </a:lstStyle>
          <a:p xmlns:a="http://schemas.openxmlformats.org/drawingml/2006/main">
            <a:pPr algn="r">
              <a:defRPr sz="1050" b="1" i="0">
                <a:solidFill>
                  <a:srgbClr val="FFFFFF"/>
                </a:solidFill>
                <a:latin typeface="Aptos"/>
                <a:ea typeface="Aptos"/>
                <a:cs typeface="Aptos"/>
              </a:defRPr>
            </a:pPr>
            <a:r>
              <a:rPr sz="1050" b="1" i="0">
                <a:solidFill>
                  <a:srgbClr val="FFFFFF"/>
                </a:solidFill>
                <a:latin typeface="Aptos"/>
                <a:ea typeface="Aptos"/>
                <a:cs typeface="Aptos"/>
              </a:rPr>
              <a:t>08</a:t>
            </a:r>
          </a:p>
        </p:txBody>
      </p:sp>
    </p:spTree>
    <p:extLst>
      <p:ext uri="{BB962C8B-B14F-4D97-AF65-F5344CB8AC3E}">
        <p14:creationId xmlns:p14="http://schemas.microsoft.com/office/powerpoint/2010/main" val="6146725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2026-10-28T04:12:42.7540000Z</dcterms:created>
  <dcterms:modified xsi:type="dcterms:W3CDTF">2026-10-28T04:12:42.7540000Z</dcterms:modified>
</coreProperties>
</file>